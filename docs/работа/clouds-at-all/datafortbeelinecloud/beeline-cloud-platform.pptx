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1"/>
    <p:sldMasterId id="2147483786" r:id="rId2"/>
  </p:sldMasterIdLst>
  <p:notesMasterIdLst>
    <p:notesMasterId r:id="rId5"/>
  </p:notesMasterIdLst>
  <p:handoutMasterIdLst>
    <p:handoutMasterId r:id="rId6"/>
  </p:handoutMasterIdLst>
  <p:sldIdLst>
    <p:sldId id="1092" r:id="rId3"/>
    <p:sldId id="1091" r:id="rId4"/>
  </p:sldIdLst>
  <p:sldSz cx="11522075" cy="6480175"/>
  <p:notesSz cx="6858000" cy="9144000"/>
  <p:custDataLst>
    <p:tags r:id="rId7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thegory" id="{B7C98238-44AB-EF42-B47C-E38BF1E5A2B1}">
          <p14:sldIdLst>
            <p14:sldId id="1092"/>
            <p14:sldId id="10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99" userDrawn="1">
          <p15:clr>
            <a:srgbClr val="A4A3A4"/>
          </p15:clr>
        </p15:guide>
        <p15:guide id="2" orient="horz" pos="3719" userDrawn="1">
          <p15:clr>
            <a:srgbClr val="A4A3A4"/>
          </p15:clr>
        </p15:guide>
        <p15:guide id="3" pos="36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8F1"/>
    <a:srgbClr val="00AEEF"/>
    <a:srgbClr val="0032FA"/>
    <a:srgbClr val="1EBEAA"/>
    <a:srgbClr val="E30611"/>
    <a:srgbClr val="7700FF"/>
    <a:srgbClr val="FD661B"/>
    <a:srgbClr val="FBFDFF"/>
    <a:srgbClr val="000000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4" autoAdjust="0"/>
    <p:restoredTop sz="94037" autoAdjust="0"/>
  </p:normalViewPr>
  <p:slideViewPr>
    <p:cSldViewPr snapToGrid="0" snapToObjects="1">
      <p:cViewPr varScale="1">
        <p:scale>
          <a:sx n="123" d="100"/>
          <a:sy n="123" d="100"/>
        </p:scale>
        <p:origin x="424" y="184"/>
      </p:cViewPr>
      <p:guideLst>
        <p:guide orient="horz" pos="499"/>
        <p:guide orient="horz" pos="371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568"/>
    </p:cViewPr>
  </p:sorterViewPr>
  <p:notesViewPr>
    <p:cSldViewPr snapToGrid="0" snapToObjects="1" showGuides="1">
      <p:cViewPr varScale="1">
        <p:scale>
          <a:sx n="53" d="100"/>
          <a:sy n="53" d="100"/>
        </p:scale>
        <p:origin x="28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3D633E-E06E-4AE4-AF2B-8F4E3EBC60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45BAF-4D81-4B56-9849-EBEFED93F4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68E04-49E3-4A44-B050-955DB03B8849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ABD4E-7DAA-452C-8876-A6FD15FBBB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D148-7325-456E-B206-4D021E8E4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94602-C6AE-4B73-B748-62ABF558E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276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2EC30-7318-4140-AB7E-7A453A13E346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DBB27-19F2-BA47-9626-C091B64D84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192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289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1108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490C8D43-3FA8-2B48-8312-43A6F346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150673"/>
            <a:ext cx="1844676" cy="69707"/>
          </a:xfr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39BC1EF-BDDC-4CA5-BA0E-A682A518AD33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B3E068-9F85-DF45-908E-1D900384E1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9E5E1A-065B-BF4C-877F-63197AEC21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CFEB7EF8-C4F7-9342-AA26-FADE6D20E7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2906311"/>
            <a:ext cx="5761037" cy="576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BF7E606F-094E-D049-BDAC-6D6CB07043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1832251"/>
            <a:ext cx="5761037" cy="57497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2D3A8B9-4EA7-8442-9EE1-8B6242FDD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360363"/>
            <a:ext cx="8640762" cy="1471888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100"/>
              </a:lnSpc>
              <a:defRPr sz="51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F3D450-B9E8-6944-87F3-5570996059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22564" y="4647924"/>
            <a:ext cx="8439149" cy="1216599"/>
            <a:chOff x="-6416384" y="251406"/>
            <a:chExt cx="17747920" cy="2558564"/>
          </a:xfrm>
        </p:grpSpPr>
        <p:grpSp>
          <p:nvGrpSpPr>
            <p:cNvPr id="68" name="Graphic 5">
              <a:extLst>
                <a:ext uri="{FF2B5EF4-FFF2-40B4-BE49-F238E27FC236}">
                  <a16:creationId xmlns:a16="http://schemas.microsoft.com/office/drawing/2014/main" id="{F0435426-4848-AF46-891B-9AAAB78591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4C9A3E80-BB7B-554E-A38A-7D14FD27DCBE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E32E5B53-EA87-784B-93FF-50A5E8163790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DB5E05DB-0EF0-C444-B866-637AC7252806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EE3A689A-18B2-9446-9B47-F46B5BD468F9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8BBC58B4-7C2D-814D-B1F6-FECD1CD870FB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98E22A7C-2AA6-3A44-BE54-51435D5ECFE5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69" name="Graphic 6">
              <a:extLst>
                <a:ext uri="{FF2B5EF4-FFF2-40B4-BE49-F238E27FC236}">
                  <a16:creationId xmlns:a16="http://schemas.microsoft.com/office/drawing/2014/main" id="{F23036CE-4FF0-3548-B4BA-3B6EAEF0FBA0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383B7E16-9E3F-284C-83CD-3ED923278251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974ED7F9-8BF8-7D4C-838B-31CA890B1803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F38D6EFE-7407-9A4A-BD3B-AD5CE7A338E1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859F9D79-617F-DE43-A671-B69A7D619320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B0DCF078-FD2B-FB4C-A092-1AA13A6D3343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C5BE9C70-5519-574A-9929-C1A2330E0A08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9CBB468D-AC3B-BE46-8398-D0CCC37C0635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610224F-127A-6C4E-9873-DA0B386AC3DD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71" name="Graphic 6">
                <a:extLst>
                  <a:ext uri="{FF2B5EF4-FFF2-40B4-BE49-F238E27FC236}">
                    <a16:creationId xmlns:a16="http://schemas.microsoft.com/office/drawing/2014/main" id="{D9B019DC-F23C-984C-B2F2-DE66EF8A36FC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B2B529DF-BFCB-B948-86BB-9A69FC8CAA39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5EF452CE-6DC0-4642-B20E-6EB26F85B4EC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F3A063C-24F7-D543-96C6-AEC79BD35124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A3E957AC-1C5C-A049-802C-771796D57449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129954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490C8D43-3FA8-2B48-8312-43A6F346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CEB501CD-24E0-1342-8879-F14867856C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1469" y="5373753"/>
            <a:ext cx="5761037" cy="7460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8F821E3-850E-BA40-9ED9-E01E897483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1632907"/>
            <a:ext cx="5761037" cy="57497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</a:t>
            </a:r>
            <a:r>
              <a:rPr lang="ru-RU" dirty="0"/>
              <a:t>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238317A0-674A-3C4B-9284-E2C6DAF88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503271"/>
            <a:ext cx="10369550" cy="1098776"/>
          </a:xfrm>
        </p:spPr>
        <p:txBody>
          <a:bodyPr bIns="0" anchor="t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3</a:t>
            </a:r>
            <a:r>
              <a:rPr lang="en-US" dirty="0"/>
              <a:t>1pt</a:t>
            </a:r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CBCB1-2700-4645-9028-F780557FD101}"/>
              </a:ext>
            </a:extLst>
          </p:cNvPr>
          <p:cNvSpPr/>
          <p:nvPr userDrawn="1"/>
        </p:nvSpPr>
        <p:spPr>
          <a:xfrm>
            <a:off x="10801350" y="252413"/>
            <a:ext cx="443593" cy="433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RU" sz="1400" dirty="0" err="1">
              <a:latin typeface="+mn-lt"/>
              <a:ea typeface="Arial" charset="0"/>
              <a:cs typeface="Arial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B4B01A3-6F44-DA42-9ACF-59966680B52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82701" y="2632789"/>
            <a:ext cx="8439149" cy="1216599"/>
            <a:chOff x="-6416384" y="251406"/>
            <a:chExt cx="17747920" cy="2558564"/>
          </a:xfrm>
        </p:grpSpPr>
        <p:grpSp>
          <p:nvGrpSpPr>
            <p:cNvPr id="69" name="Graphic 5">
              <a:extLst>
                <a:ext uri="{FF2B5EF4-FFF2-40B4-BE49-F238E27FC236}">
                  <a16:creationId xmlns:a16="http://schemas.microsoft.com/office/drawing/2014/main" id="{4629B304-2E16-6246-98CA-F2173F27B26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4FC0F58C-6844-CE4F-BF6B-258369066209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B82CDD74-C436-E842-B1BC-EE6C833DC77C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7B0E91D7-5665-E64B-823C-293A987B8E45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CBD9D7A9-B043-B846-9832-F5CDC1CFB1F7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A7E12C02-87DE-BD43-A242-8588D6A61B2B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3C20D40B-E9F0-1C43-BD76-65B8F77D92A2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0" name="Graphic 6">
              <a:extLst>
                <a:ext uri="{FF2B5EF4-FFF2-40B4-BE49-F238E27FC236}">
                  <a16:creationId xmlns:a16="http://schemas.microsoft.com/office/drawing/2014/main" id="{F28E7F8C-D193-2743-978C-569F156CE945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489F9D52-CDE1-0541-88E1-CE8707965B66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55B92D53-85E1-9B42-A905-ACB99228F4FE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3C73F644-0B18-DA4F-8525-7ADD3C74D2A1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759B4A3A-D79F-4F48-A728-18858ED5678C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DD4BF0C6-AAF7-514E-9F6D-90BC8FDF842E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5BBAAB9C-5C10-4046-8C59-EC03F0E2F185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7A9D1837-7F6F-8140-99EE-D0E518786275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2A587C2-CB16-8741-B27C-12032B5B9560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72" name="Graphic 6">
                <a:extLst>
                  <a:ext uri="{FF2B5EF4-FFF2-40B4-BE49-F238E27FC236}">
                    <a16:creationId xmlns:a16="http://schemas.microsoft.com/office/drawing/2014/main" id="{1ED07656-C36A-184A-AEBA-DED04CC227F7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A8B3500B-0ADD-364C-AF55-5D1FEC26891F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B1C81A69-BD0C-EE40-A840-DAA89CCA02C0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09E1041B-B650-E447-84FB-841B4CC1AFA1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E7B5276C-1A8E-3F44-9A21-B8F4E5C3C5F1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322002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8B123E15-76CA-CC41-9639-810635F8D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1175" y="0"/>
            <a:ext cx="720090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41F9394-278E-DB44-BB61-8C2FE668B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630100"/>
            <a:ext cx="5761037" cy="2116400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400"/>
              </a:lnSpc>
              <a:defRPr sz="54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sp>
        <p:nvSpPr>
          <p:cNvPr id="16" name="Дата 2">
            <a:extLst>
              <a:ext uri="{FF2B5EF4-FFF2-40B4-BE49-F238E27FC236}">
                <a16:creationId xmlns:a16="http://schemas.microsoft.com/office/drawing/2014/main" id="{524034E5-A815-BB4B-AC9F-6CDCD556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 anchor="t"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520ED3FA-7B48-984F-9CC2-34DCD89E0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5023676"/>
            <a:ext cx="5761037" cy="507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AC7137C-8FA8-5F45-B76A-63D19225DA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363" y="4075596"/>
            <a:ext cx="5761037" cy="10408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3">
            <a:extLst>
              <a:ext uri="{FF2B5EF4-FFF2-40B4-BE49-F238E27FC236}">
                <a16:creationId xmlns:a16="http://schemas.microsoft.com/office/drawing/2014/main" id="{7921A492-0D3C-2F40-9C2E-33D5166EC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5756964"/>
            <a:ext cx="5761037" cy="3167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ru-RU" sz="1200" dirty="0"/>
              <a:t>Город, дата. 12 </a:t>
            </a:r>
            <a:r>
              <a:rPr lang="ru-RU" sz="1200" dirty="0" err="1"/>
              <a:t>p</a:t>
            </a:r>
            <a:r>
              <a:rPr lang="en-US" sz="1200" dirty="0"/>
              <a:t>t</a:t>
            </a:r>
            <a:endParaRPr lang="ru-RU" sz="12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DB25DDF-F64F-1A42-9B52-AD3EF4245E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10550" y="197437"/>
            <a:ext cx="3117876" cy="449477"/>
            <a:chOff x="-6416384" y="251406"/>
            <a:chExt cx="17747920" cy="2558564"/>
          </a:xfrm>
        </p:grpSpPr>
        <p:grpSp>
          <p:nvGrpSpPr>
            <p:cNvPr id="74" name="Graphic 5">
              <a:extLst>
                <a:ext uri="{FF2B5EF4-FFF2-40B4-BE49-F238E27FC236}">
                  <a16:creationId xmlns:a16="http://schemas.microsoft.com/office/drawing/2014/main" id="{89F2C925-CDCC-1749-80D6-B25B73710A9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05985A25-EC9A-2A4F-97F3-4BE229520F0F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ADCD8BCC-00AD-7145-AEC6-02907B76D1FA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30EA877F-940A-3741-A42F-30CC6A7F7B52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8D62ADE7-42E9-4C40-89C7-056B0FEC48DC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D3C8CB2C-7CBB-B540-A555-4A3A69416D6F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FD7820F4-920F-6546-8C49-03980DED2668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5" name="Graphic 6">
              <a:extLst>
                <a:ext uri="{FF2B5EF4-FFF2-40B4-BE49-F238E27FC236}">
                  <a16:creationId xmlns:a16="http://schemas.microsoft.com/office/drawing/2014/main" id="{598E4AA5-0F61-D548-93E9-667DD102992B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39B8E0E6-C766-FF49-9C53-6A7EA27AA726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16E46676-D2A3-734D-916C-55F9800954D6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5F923A85-D991-5342-8676-8C98E7E98FE3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B3B5B098-2100-5E49-8F79-0003D521654F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FC773959-8AE8-104E-8482-92E20096D07D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983BCC8F-AE69-B143-BFE5-E1A6423FE2D1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4AF716A1-E312-8447-8D86-EBDBDA1DE147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97592859-51E9-DD4C-AEB3-3038D3CB88BD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77" name="Graphic 6">
                <a:extLst>
                  <a:ext uri="{FF2B5EF4-FFF2-40B4-BE49-F238E27FC236}">
                    <a16:creationId xmlns:a16="http://schemas.microsoft.com/office/drawing/2014/main" id="{5DFEED5F-82D7-FD4E-8A98-94B6F7447035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80" name="Freeform 79">
                  <a:extLst>
                    <a:ext uri="{FF2B5EF4-FFF2-40B4-BE49-F238E27FC236}">
                      <a16:creationId xmlns:a16="http://schemas.microsoft.com/office/drawing/2014/main" id="{3C35B921-6DA2-804A-A7EF-ACD448972F05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81" name="Freeform 80">
                  <a:extLst>
                    <a:ext uri="{FF2B5EF4-FFF2-40B4-BE49-F238E27FC236}">
                      <a16:creationId xmlns:a16="http://schemas.microsoft.com/office/drawing/2014/main" id="{E1A8A736-F58E-C04E-B127-A5D45D50C03D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7E03783-FF0D-DB4C-AA7A-0C5B1D34327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53543506-75A7-E144-8581-622DCDAC0FF0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606264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D41FFB8-BFCB-D64D-84D1-296D95ED957F}"/>
              </a:ext>
            </a:extLst>
          </p:cNvPr>
          <p:cNvGrpSpPr/>
          <p:nvPr userDrawn="1"/>
        </p:nvGrpSpPr>
        <p:grpSpPr>
          <a:xfrm>
            <a:off x="5128552" y="-1787343"/>
            <a:ext cx="10285693" cy="10285693"/>
            <a:chOff x="285404" y="226734"/>
            <a:chExt cx="461234" cy="461234"/>
          </a:xfrm>
        </p:grpSpPr>
        <p:grpSp>
          <p:nvGrpSpPr>
            <p:cNvPr id="25" name="Graphic 6">
              <a:extLst>
                <a:ext uri="{FF2B5EF4-FFF2-40B4-BE49-F238E27FC236}">
                  <a16:creationId xmlns:a16="http://schemas.microsoft.com/office/drawing/2014/main" id="{9F9B1166-5C93-1B4F-A337-CA49A1B65358}"/>
                </a:ext>
              </a:extLst>
            </p:cNvPr>
            <p:cNvGrpSpPr/>
            <p:nvPr/>
          </p:nvGrpSpPr>
          <p:grpSpPr>
            <a:xfrm>
              <a:off x="347446" y="287710"/>
              <a:ext cx="338660" cy="338113"/>
              <a:chOff x="4585930" y="537071"/>
              <a:chExt cx="980782" cy="979199"/>
            </a:xfrm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BE1798C2-D998-3A4A-ACCD-6864BFCD2291}"/>
                  </a:ext>
                </a:extLst>
              </p:cNvPr>
              <p:cNvSpPr/>
              <p:nvPr/>
            </p:nvSpPr>
            <p:spPr>
              <a:xfrm>
                <a:off x="4585930" y="537533"/>
                <a:ext cx="980276" cy="978659"/>
              </a:xfrm>
              <a:custGeom>
                <a:avLst/>
                <a:gdLst>
                  <a:gd name="connsiteX0" fmla="*/ 980276 w 980276"/>
                  <a:gd name="connsiteY0" fmla="*/ 489330 h 978659"/>
                  <a:gd name="connsiteX1" fmla="*/ 490138 w 980276"/>
                  <a:gd name="connsiteY1" fmla="*/ 978660 h 978659"/>
                  <a:gd name="connsiteX2" fmla="*/ 0 w 980276"/>
                  <a:gd name="connsiteY2" fmla="*/ 489330 h 978659"/>
                  <a:gd name="connsiteX3" fmla="*/ 490138 w 980276"/>
                  <a:gd name="connsiteY3" fmla="*/ 0 h 978659"/>
                  <a:gd name="connsiteX4" fmla="*/ 980276 w 980276"/>
                  <a:gd name="connsiteY4" fmla="*/ 489330 h 978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0276" h="978659">
                    <a:moveTo>
                      <a:pt x="980276" y="489330"/>
                    </a:moveTo>
                    <a:cubicBezTo>
                      <a:pt x="980276" y="759579"/>
                      <a:pt x="760834" y="978660"/>
                      <a:pt x="490138" y="978660"/>
                    </a:cubicBezTo>
                    <a:cubicBezTo>
                      <a:pt x="219442" y="978660"/>
                      <a:pt x="0" y="759579"/>
                      <a:pt x="0" y="489330"/>
                    </a:cubicBezTo>
                    <a:cubicBezTo>
                      <a:pt x="0" y="219080"/>
                      <a:pt x="219442" y="0"/>
                      <a:pt x="490138" y="0"/>
                    </a:cubicBezTo>
                    <a:cubicBezTo>
                      <a:pt x="760834" y="0"/>
                      <a:pt x="980276" y="219080"/>
                      <a:pt x="980276" y="489330"/>
                    </a:cubicBezTo>
                    <a:close/>
                  </a:path>
                </a:pathLst>
              </a:custGeom>
              <a:solidFill>
                <a:srgbClr val="FFC8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7213A28-3292-F345-AAF4-F9C2277D48B9}"/>
                  </a:ext>
                </a:extLst>
              </p:cNvPr>
              <p:cNvSpPr/>
              <p:nvPr/>
            </p:nvSpPr>
            <p:spPr>
              <a:xfrm>
                <a:off x="4586236" y="537071"/>
                <a:ext cx="980476" cy="979199"/>
              </a:xfrm>
              <a:custGeom>
                <a:avLst/>
                <a:gdLst>
                  <a:gd name="connsiteX0" fmla="*/ 546019 w 980476"/>
                  <a:gd name="connsiteY0" fmla="*/ 123835 h 977664"/>
                  <a:gd name="connsiteX1" fmla="*/ 373035 w 980476"/>
                  <a:gd name="connsiteY1" fmla="*/ 285521 h 977664"/>
                  <a:gd name="connsiteX2" fmla="*/ 146415 w 980476"/>
                  <a:gd name="connsiteY2" fmla="*/ 354259 h 977664"/>
                  <a:gd name="connsiteX3" fmla="*/ 62158 w 980476"/>
                  <a:gd name="connsiteY3" fmla="*/ 306219 h 977664"/>
                  <a:gd name="connsiteX4" fmla="*/ 89070 w 980476"/>
                  <a:gd name="connsiteY4" fmla="*/ 206910 h 977664"/>
                  <a:gd name="connsiteX5" fmla="*/ 101623 w 980476"/>
                  <a:gd name="connsiteY5" fmla="*/ 189820 h 977664"/>
                  <a:gd name="connsiteX6" fmla="*/ 245222 w 980476"/>
                  <a:gd name="connsiteY6" fmla="*/ 64402 h 977664"/>
                  <a:gd name="connsiteX7" fmla="*/ 425814 w 980476"/>
                  <a:gd name="connsiteY7" fmla="*/ 2975 h 977664"/>
                  <a:gd name="connsiteX8" fmla="*/ 446831 w 980476"/>
                  <a:gd name="connsiteY8" fmla="*/ 696 h 977664"/>
                  <a:gd name="connsiteX9" fmla="*/ 546399 w 980476"/>
                  <a:gd name="connsiteY9" fmla="*/ 26995 h 977664"/>
                  <a:gd name="connsiteX10" fmla="*/ 546019 w 980476"/>
                  <a:gd name="connsiteY10" fmla="*/ 123835 h 977664"/>
                  <a:gd name="connsiteX11" fmla="*/ 898549 w 980476"/>
                  <a:gd name="connsiteY11" fmla="*/ 217353 h 977664"/>
                  <a:gd name="connsiteX12" fmla="*/ 877628 w 980476"/>
                  <a:gd name="connsiteY12" fmla="*/ 188301 h 977664"/>
                  <a:gd name="connsiteX13" fmla="*/ 720810 w 980476"/>
                  <a:gd name="connsiteY13" fmla="*/ 56332 h 977664"/>
                  <a:gd name="connsiteX14" fmla="*/ 760657 w 980476"/>
                  <a:gd name="connsiteY14" fmla="*/ 97821 h 977664"/>
                  <a:gd name="connsiteX15" fmla="*/ 771973 w 980476"/>
                  <a:gd name="connsiteY15" fmla="*/ 124690 h 977664"/>
                  <a:gd name="connsiteX16" fmla="*/ 757138 w 980476"/>
                  <a:gd name="connsiteY16" fmla="*/ 246310 h 977664"/>
                  <a:gd name="connsiteX17" fmla="*/ 499516 w 980476"/>
                  <a:gd name="connsiteY17" fmla="*/ 504267 h 977664"/>
                  <a:gd name="connsiteX18" fmla="*/ 146890 w 980476"/>
                  <a:gd name="connsiteY18" fmla="*/ 598164 h 977664"/>
                  <a:gd name="connsiteX19" fmla="*/ 34008 w 980476"/>
                  <a:gd name="connsiteY19" fmla="*/ 550124 h 977664"/>
                  <a:gd name="connsiteX20" fmla="*/ 16415 w 980476"/>
                  <a:gd name="connsiteY20" fmla="*/ 526863 h 977664"/>
                  <a:gd name="connsiteX21" fmla="*/ 343 w 980476"/>
                  <a:gd name="connsiteY21" fmla="*/ 470658 h 977664"/>
                  <a:gd name="connsiteX22" fmla="*/ 36956 w 980476"/>
                  <a:gd name="connsiteY22" fmla="*/ 674782 h 977664"/>
                  <a:gd name="connsiteX23" fmla="*/ 50270 w 980476"/>
                  <a:gd name="connsiteY23" fmla="*/ 704119 h 977664"/>
                  <a:gd name="connsiteX24" fmla="*/ 50936 w 980476"/>
                  <a:gd name="connsiteY24" fmla="*/ 705354 h 977664"/>
                  <a:gd name="connsiteX25" fmla="*/ 127585 w 980476"/>
                  <a:gd name="connsiteY25" fmla="*/ 777604 h 977664"/>
                  <a:gd name="connsiteX26" fmla="*/ 620101 w 980476"/>
                  <a:gd name="connsiteY26" fmla="*/ 712949 h 977664"/>
                  <a:gd name="connsiteX27" fmla="*/ 922419 w 980476"/>
                  <a:gd name="connsiteY27" fmla="*/ 319510 h 977664"/>
                  <a:gd name="connsiteX28" fmla="*/ 898549 w 980476"/>
                  <a:gd name="connsiteY28" fmla="*/ 217353 h 977664"/>
                  <a:gd name="connsiteX29" fmla="*/ 701125 w 980476"/>
                  <a:gd name="connsiteY29" fmla="*/ 852798 h 977664"/>
                  <a:gd name="connsiteX30" fmla="*/ 238851 w 980476"/>
                  <a:gd name="connsiteY30" fmla="*/ 908434 h 977664"/>
                  <a:gd name="connsiteX31" fmla="*/ 735265 w 980476"/>
                  <a:gd name="connsiteY31" fmla="*/ 912042 h 977664"/>
                  <a:gd name="connsiteX32" fmla="*/ 980429 w 980476"/>
                  <a:gd name="connsiteY32" fmla="*/ 480911 h 977664"/>
                  <a:gd name="connsiteX33" fmla="*/ 701125 w 980476"/>
                  <a:gd name="connsiteY33" fmla="*/ 852798 h 977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980476" h="977664">
                    <a:moveTo>
                      <a:pt x="546019" y="123835"/>
                    </a:moveTo>
                    <a:cubicBezTo>
                      <a:pt x="518345" y="177288"/>
                      <a:pt x="455866" y="237860"/>
                      <a:pt x="373035" y="285521"/>
                    </a:cubicBezTo>
                    <a:cubicBezTo>
                      <a:pt x="290299" y="333182"/>
                      <a:pt x="206612" y="357012"/>
                      <a:pt x="146415" y="354259"/>
                    </a:cubicBezTo>
                    <a:cubicBezTo>
                      <a:pt x="113130" y="352740"/>
                      <a:pt x="73474" y="341632"/>
                      <a:pt x="62158" y="306219"/>
                    </a:cubicBezTo>
                    <a:cubicBezTo>
                      <a:pt x="53408" y="279065"/>
                      <a:pt x="63869" y="243937"/>
                      <a:pt x="89070" y="206910"/>
                    </a:cubicBezTo>
                    <a:cubicBezTo>
                      <a:pt x="93160" y="201118"/>
                      <a:pt x="97344" y="195422"/>
                      <a:pt x="101623" y="189820"/>
                    </a:cubicBezTo>
                    <a:cubicBezTo>
                      <a:pt x="139663" y="140355"/>
                      <a:pt x="187783" y="97442"/>
                      <a:pt x="245222" y="64402"/>
                    </a:cubicBezTo>
                    <a:cubicBezTo>
                      <a:pt x="302662" y="31267"/>
                      <a:pt x="363905" y="11140"/>
                      <a:pt x="425814" y="2975"/>
                    </a:cubicBezTo>
                    <a:cubicBezTo>
                      <a:pt x="433042" y="1930"/>
                      <a:pt x="440079" y="1171"/>
                      <a:pt x="446831" y="696"/>
                    </a:cubicBezTo>
                    <a:cubicBezTo>
                      <a:pt x="491528" y="-2627"/>
                      <a:pt x="527190" y="5918"/>
                      <a:pt x="546399" y="26995"/>
                    </a:cubicBezTo>
                    <a:cubicBezTo>
                      <a:pt x="571506" y="54338"/>
                      <a:pt x="561235" y="94404"/>
                      <a:pt x="546019" y="123835"/>
                    </a:cubicBezTo>
                    <a:close/>
                    <a:moveTo>
                      <a:pt x="898549" y="217353"/>
                    </a:moveTo>
                    <a:cubicBezTo>
                      <a:pt x="891893" y="207384"/>
                      <a:pt x="884950" y="197605"/>
                      <a:pt x="877628" y="188301"/>
                    </a:cubicBezTo>
                    <a:cubicBezTo>
                      <a:pt x="834358" y="132475"/>
                      <a:pt x="780627" y="88042"/>
                      <a:pt x="720810" y="56332"/>
                    </a:cubicBezTo>
                    <a:cubicBezTo>
                      <a:pt x="737548" y="67250"/>
                      <a:pt x="750956" y="81112"/>
                      <a:pt x="760657" y="97821"/>
                    </a:cubicBezTo>
                    <a:cubicBezTo>
                      <a:pt x="765602" y="106271"/>
                      <a:pt x="769311" y="115291"/>
                      <a:pt x="771973" y="124690"/>
                    </a:cubicBezTo>
                    <a:cubicBezTo>
                      <a:pt x="782149" y="160483"/>
                      <a:pt x="776348" y="202447"/>
                      <a:pt x="757138" y="246310"/>
                    </a:cubicBezTo>
                    <a:cubicBezTo>
                      <a:pt x="718528" y="334701"/>
                      <a:pt x="625712" y="431447"/>
                      <a:pt x="499516" y="504267"/>
                    </a:cubicBezTo>
                    <a:cubicBezTo>
                      <a:pt x="373225" y="577087"/>
                      <a:pt x="242845" y="608988"/>
                      <a:pt x="146890" y="598164"/>
                    </a:cubicBezTo>
                    <a:cubicBezTo>
                      <a:pt x="99151" y="592753"/>
                      <a:pt x="59970" y="576897"/>
                      <a:pt x="34008" y="550124"/>
                    </a:cubicBezTo>
                    <a:cubicBezTo>
                      <a:pt x="27161" y="543098"/>
                      <a:pt x="21265" y="535408"/>
                      <a:pt x="16415" y="526863"/>
                    </a:cubicBezTo>
                    <a:cubicBezTo>
                      <a:pt x="6620" y="509869"/>
                      <a:pt x="1390" y="490975"/>
                      <a:pt x="343" y="470658"/>
                    </a:cubicBezTo>
                    <a:cubicBezTo>
                      <a:pt x="-2224" y="539111"/>
                      <a:pt x="9568" y="608703"/>
                      <a:pt x="36956" y="674782"/>
                    </a:cubicBezTo>
                    <a:cubicBezTo>
                      <a:pt x="41046" y="684656"/>
                      <a:pt x="45420" y="694435"/>
                      <a:pt x="50270" y="704119"/>
                    </a:cubicBezTo>
                    <a:cubicBezTo>
                      <a:pt x="50460" y="704499"/>
                      <a:pt x="50746" y="704974"/>
                      <a:pt x="50936" y="705354"/>
                    </a:cubicBezTo>
                    <a:cubicBezTo>
                      <a:pt x="68719" y="736020"/>
                      <a:pt x="94967" y="760135"/>
                      <a:pt x="127585" y="777604"/>
                    </a:cubicBezTo>
                    <a:cubicBezTo>
                      <a:pt x="242845" y="839222"/>
                      <a:pt x="437797" y="818050"/>
                      <a:pt x="620101" y="712949"/>
                    </a:cubicBezTo>
                    <a:cubicBezTo>
                      <a:pt x="802310" y="607848"/>
                      <a:pt x="918140" y="449960"/>
                      <a:pt x="922419" y="319510"/>
                    </a:cubicBezTo>
                    <a:cubicBezTo>
                      <a:pt x="923751" y="282673"/>
                      <a:pt x="916143" y="248019"/>
                      <a:pt x="898549" y="217353"/>
                    </a:cubicBezTo>
                    <a:close/>
                    <a:moveTo>
                      <a:pt x="701125" y="852798"/>
                    </a:moveTo>
                    <a:cubicBezTo>
                      <a:pt x="534702" y="948689"/>
                      <a:pt x="354205" y="965874"/>
                      <a:pt x="238851" y="908434"/>
                    </a:cubicBezTo>
                    <a:cubicBezTo>
                      <a:pt x="386444" y="996255"/>
                      <a:pt x="575975" y="1003851"/>
                      <a:pt x="735265" y="912042"/>
                    </a:cubicBezTo>
                    <a:cubicBezTo>
                      <a:pt x="894650" y="820138"/>
                      <a:pt x="982807" y="652471"/>
                      <a:pt x="980429" y="480911"/>
                    </a:cubicBezTo>
                    <a:cubicBezTo>
                      <a:pt x="972726" y="609368"/>
                      <a:pt x="867547" y="756907"/>
                      <a:pt x="701125" y="8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699D011-9111-ED4B-96D0-24ABBD0C9E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35085" y="277784"/>
              <a:ext cx="360000" cy="360000"/>
            </a:xfrm>
            <a:prstGeom prst="ellipse">
              <a:avLst/>
            </a:prstGeom>
            <a:gradFill flip="none" rotWithShape="1">
              <a:gsLst>
                <a:gs pos="40000">
                  <a:schemeClr val="bg1">
                    <a:alpha val="0"/>
                    <a:lumMod val="100000"/>
                  </a:schemeClr>
                </a:gs>
                <a:gs pos="99000">
                  <a:schemeClr val="bg1">
                    <a:alpha val="79974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7E6F7A3-320D-9949-8F53-C6F7E07B3DF8}"/>
                </a:ext>
              </a:extLst>
            </p:cNvPr>
            <p:cNvSpPr/>
            <p:nvPr userDrawn="1"/>
          </p:nvSpPr>
          <p:spPr>
            <a:xfrm>
              <a:off x="285404" y="226734"/>
              <a:ext cx="461234" cy="461234"/>
            </a:xfrm>
            <a:custGeom>
              <a:avLst/>
              <a:gdLst>
                <a:gd name="connsiteX0" fmla="*/ 231423 w 461234"/>
                <a:gd name="connsiteY0" fmla="*/ 60783 h 461234"/>
                <a:gd name="connsiteX1" fmla="*/ 62180 w 461234"/>
                <a:gd name="connsiteY1" fmla="*/ 229747 h 461234"/>
                <a:gd name="connsiteX2" fmla="*/ 231423 w 461234"/>
                <a:gd name="connsiteY2" fmla="*/ 398710 h 461234"/>
                <a:gd name="connsiteX3" fmla="*/ 400665 w 461234"/>
                <a:gd name="connsiteY3" fmla="*/ 229747 h 461234"/>
                <a:gd name="connsiteX4" fmla="*/ 231423 w 461234"/>
                <a:gd name="connsiteY4" fmla="*/ 60783 h 461234"/>
                <a:gd name="connsiteX5" fmla="*/ 230617 w 461234"/>
                <a:gd name="connsiteY5" fmla="*/ 0 h 461234"/>
                <a:gd name="connsiteX6" fmla="*/ 461234 w 461234"/>
                <a:gd name="connsiteY6" fmla="*/ 230617 h 461234"/>
                <a:gd name="connsiteX7" fmla="*/ 230617 w 461234"/>
                <a:gd name="connsiteY7" fmla="*/ 461234 h 461234"/>
                <a:gd name="connsiteX8" fmla="*/ 0 w 461234"/>
                <a:gd name="connsiteY8" fmla="*/ 230617 h 461234"/>
                <a:gd name="connsiteX9" fmla="*/ 230617 w 461234"/>
                <a:gd name="connsiteY9" fmla="*/ 0 h 46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234" h="461234">
                  <a:moveTo>
                    <a:pt x="231423" y="60783"/>
                  </a:moveTo>
                  <a:cubicBezTo>
                    <a:pt x="137952" y="60783"/>
                    <a:pt x="62180" y="136430"/>
                    <a:pt x="62180" y="229747"/>
                  </a:cubicBezTo>
                  <a:cubicBezTo>
                    <a:pt x="62180" y="323063"/>
                    <a:pt x="137952" y="398710"/>
                    <a:pt x="231423" y="398710"/>
                  </a:cubicBezTo>
                  <a:cubicBezTo>
                    <a:pt x="324893" y="398710"/>
                    <a:pt x="400665" y="323063"/>
                    <a:pt x="400665" y="229747"/>
                  </a:cubicBezTo>
                  <a:cubicBezTo>
                    <a:pt x="400665" y="136430"/>
                    <a:pt x="324893" y="60783"/>
                    <a:pt x="231423" y="60783"/>
                  </a:cubicBezTo>
                  <a:close/>
                  <a:moveTo>
                    <a:pt x="230617" y="0"/>
                  </a:moveTo>
                  <a:cubicBezTo>
                    <a:pt x="357983" y="0"/>
                    <a:pt x="461234" y="103251"/>
                    <a:pt x="461234" y="230617"/>
                  </a:cubicBezTo>
                  <a:cubicBezTo>
                    <a:pt x="461234" y="357983"/>
                    <a:pt x="357983" y="461234"/>
                    <a:pt x="230617" y="461234"/>
                  </a:cubicBezTo>
                  <a:cubicBezTo>
                    <a:pt x="103251" y="461234"/>
                    <a:pt x="0" y="357983"/>
                    <a:pt x="0" y="230617"/>
                  </a:cubicBezTo>
                  <a:cubicBezTo>
                    <a:pt x="0" y="103251"/>
                    <a:pt x="103251" y="0"/>
                    <a:pt x="2306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41F9394-278E-DB44-BB61-8C2FE668B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630100"/>
            <a:ext cx="5761037" cy="2116400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400"/>
              </a:lnSpc>
              <a:defRPr sz="54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sp>
        <p:nvSpPr>
          <p:cNvPr id="16" name="Дата 2">
            <a:extLst>
              <a:ext uri="{FF2B5EF4-FFF2-40B4-BE49-F238E27FC236}">
                <a16:creationId xmlns:a16="http://schemas.microsoft.com/office/drawing/2014/main" id="{524034E5-A815-BB4B-AC9F-6CDCD556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 anchor="t"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520ED3FA-7B48-984F-9CC2-34DCD89E0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5023676"/>
            <a:ext cx="5761037" cy="507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AC7137C-8FA8-5F45-B76A-63D19225DA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363" y="4075596"/>
            <a:ext cx="5761037" cy="10408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3">
            <a:extLst>
              <a:ext uri="{FF2B5EF4-FFF2-40B4-BE49-F238E27FC236}">
                <a16:creationId xmlns:a16="http://schemas.microsoft.com/office/drawing/2014/main" id="{7921A492-0D3C-2F40-9C2E-33D5166EC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5756964"/>
            <a:ext cx="5761037" cy="3167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ru-RU" sz="1200" dirty="0"/>
              <a:t>Город, дата. 12 </a:t>
            </a:r>
            <a:r>
              <a:rPr lang="ru-RU" sz="1200" dirty="0" err="1"/>
              <a:t>p</a:t>
            </a:r>
            <a:r>
              <a:rPr lang="en-US" sz="1200" dirty="0"/>
              <a:t>t</a:t>
            </a:r>
            <a:endParaRPr lang="ru-RU" sz="12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96B79D4-4F14-244D-ACE7-6353C2834C9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60363" y="257631"/>
            <a:ext cx="2629150" cy="297875"/>
            <a:chOff x="-3634402" y="594048"/>
            <a:chExt cx="14965938" cy="1695600"/>
          </a:xfrm>
        </p:grpSpPr>
        <p:grpSp>
          <p:nvGrpSpPr>
            <p:cNvPr id="64" name="Graphic 5">
              <a:extLst>
                <a:ext uri="{FF2B5EF4-FFF2-40B4-BE49-F238E27FC236}">
                  <a16:creationId xmlns:a16="http://schemas.microsoft.com/office/drawing/2014/main" id="{22E30A2D-40D0-6445-936F-C49A07443EE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03579804-A39E-7049-8C14-700B3AC749AE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483D2D4B-CF1F-9E4F-BE1F-4B6EE5166721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5D0E4B88-9CFD-7E4C-8DE0-EB67D341BFE9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FB7AF6F1-0B65-2B49-AD18-2C8715313A3C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92F0ABCE-3FA9-484D-A7FA-6B95E617AB83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F00E4703-F0C5-3F42-9897-042CB6C1DD71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65" name="Graphic 6">
              <a:extLst>
                <a:ext uri="{FF2B5EF4-FFF2-40B4-BE49-F238E27FC236}">
                  <a16:creationId xmlns:a16="http://schemas.microsoft.com/office/drawing/2014/main" id="{9B29886E-7A53-A14F-A666-E6F90EC11504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B50E8F33-FD6D-D047-BA56-F03FA3A506E1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B6886720-938A-1C42-BDA3-06636602B0CB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F0CC5ADC-74E5-AD44-9767-4379C5916EC2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87AF7CED-4B88-1A4B-8388-2A11883537F1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AF8EF01D-E3AE-DB4E-B59E-40BE610B9398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C5C5B8EA-45B9-4D40-9C4F-7592FBA753FF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C350ECDB-EFCE-FF48-B232-778D9D51AECF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124695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07B5B5D1-5A5B-0E47-80C9-E95951AA80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1175" y="0"/>
            <a:ext cx="720090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13FAD0D-122B-884C-87C3-B0E9D79F8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01914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4DC7D86-FCFC-4141-A2D4-6F38885FFB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54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85466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Пользовательский макет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21EF4B3-B624-3041-A342-C6957486A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517773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Пользовательский макет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6689B45-03D7-0944-B08F-36B744ABC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832968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Пользовательский маке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A0D37E4-DFAA-054F-A7B9-389D7B76FA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319344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Пользовательский маке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75D3902-8FE2-1741-AEAA-10CA70620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906405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3">
            <a:extLst>
              <a:ext uri="{FF2B5EF4-FFF2-40B4-BE49-F238E27FC236}">
                <a16:creationId xmlns:a16="http://schemas.microsoft.com/office/drawing/2014/main" id="{21B9F8A9-2801-9C4A-B8F5-A566542408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253001"/>
            <a:ext cx="558138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51858426-CF7C-8E4E-8DD7-F283587BF2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363" y="3256845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6CF61F74-0873-5348-BE36-D619E2C8D7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69275" y="1253001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О3</a:t>
            </a:r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AECB0370-EA8C-084A-8A41-77AEC86787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89721" y="3256846"/>
            <a:ext cx="3824288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359EDD0A-4DF3-BD44-8CAB-2C43736009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3134" y="1268995"/>
            <a:ext cx="3599079" cy="7579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br>
              <a:rPr lang="en-GB" dirty="0"/>
            </a:br>
            <a:r>
              <a:rPr lang="en-GB" dirty="0"/>
              <a:t>beeline sans. </a:t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51BCE453-7893-1543-9EEF-B8EBF78201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89721" y="1268994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br>
              <a:rPr lang="en-GB" dirty="0"/>
            </a:br>
            <a:r>
              <a:rPr lang="en-GB" dirty="0"/>
              <a:t>beeline sans. </a:t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6" name="Текст 13">
            <a:extLst>
              <a:ext uri="{FF2B5EF4-FFF2-40B4-BE49-F238E27FC236}">
                <a16:creationId xmlns:a16="http://schemas.microsoft.com/office/drawing/2014/main" id="{9763252D-D805-CB49-8DC9-18CA0131990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69275" y="3252283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6426CB11-88C5-3A42-A295-7120FA79041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83134" y="3268277"/>
            <a:ext cx="3599079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020471C-EFA1-3041-9F7B-0B37C2ABF0C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9721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US" dirty="0"/>
              <a:t>04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r>
              <a:rPr lang="en-US" dirty="0"/>
              <a:t>05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06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0172D42D-2C23-FF42-9948-3845673F2E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89721" y="3820733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07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08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10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12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14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59D5DC8-5BF3-ED40-A1DA-79608BFF37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6912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16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20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b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21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B5A4C9C8-9BD1-0348-9FE1-A6E0FC28ED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6912" y="3820733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23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27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29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30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82086ED6-7054-AF4E-A4D8-88E8A451A46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05.09.2022</a:t>
            </a:fld>
            <a:endParaRPr lang="ru-RU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68BA1543-7AA8-A048-97A8-2D260DFB595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10C5C0A6-6083-484F-834D-F7D996B9849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9BF057-7F29-E144-AA64-2FE0E06F0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5805091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20950" y="1220420"/>
            <a:ext cx="6119812" cy="17208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32101" y="4148943"/>
            <a:ext cx="6119812" cy="1834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CCB861CA-4A82-8147-90EA-B3624AF4D3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1450" y="3251743"/>
            <a:ext cx="7199311" cy="5135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31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1692718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1400" y="1586294"/>
            <a:ext cx="5046665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2086497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6559FB5A-D0E5-D84A-9858-569B9100378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0"/>
            <a:ext cx="5761038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87419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99F3D996-EBB5-6F49-93AF-D07FC01D46CB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87AB065-5FE1-4741-AB13-7648478CB02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BCB45B33-FB1D-934F-ADA9-239FC78FDDC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E36578-7223-414A-B61C-C1540924D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E3C97F8E-B38C-144E-8F6E-23CE03AFEB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54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1400" b="0" i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350967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0"/>
            <a:ext cx="5761038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59953A-3CE2-7044-8DC5-35FA4A6660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1" name="Текст 24">
            <a:extLst>
              <a:ext uri="{FF2B5EF4-FFF2-40B4-BE49-F238E27FC236}">
                <a16:creationId xmlns:a16="http://schemas.microsoft.com/office/drawing/2014/main" id="{A9495DCD-9F8C-0E45-BE6B-658C281C706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4252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0875043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921625" y="0"/>
            <a:ext cx="360045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252" y="2066322"/>
            <a:ext cx="2119755" cy="3407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140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BF4780-F2BE-1F4D-A230-65519C2DE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8932061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0" y="0"/>
            <a:ext cx="2881313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5109346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0" y="0"/>
            <a:ext cx="5392305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1038" y="228599"/>
            <a:ext cx="2879726" cy="995363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en-US" dirty="0"/>
              <a:t>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4417792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0" y="982173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5400675" cy="28166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9A345701-2B5B-3743-A923-E4C13F051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19237" y="982409"/>
            <a:ext cx="2271236" cy="4922040"/>
          </a:xfrm>
          <a:custGeom>
            <a:avLst/>
            <a:gdLst>
              <a:gd name="connsiteX0" fmla="*/ 221786 w 2271236"/>
              <a:gd name="connsiteY0" fmla="*/ 0 h 4922040"/>
              <a:gd name="connsiteX1" fmla="*/ 502989 w 2271236"/>
              <a:gd name="connsiteY1" fmla="*/ 0 h 4922040"/>
              <a:gd name="connsiteX2" fmla="*/ 502989 w 2271236"/>
              <a:gd name="connsiteY2" fmla="*/ 58275 h 4922040"/>
              <a:gd name="connsiteX3" fmla="*/ 625404 w 2271236"/>
              <a:gd name="connsiteY3" fmla="*/ 180690 h 4922040"/>
              <a:gd name="connsiteX4" fmla="*/ 1634187 w 2271236"/>
              <a:gd name="connsiteY4" fmla="*/ 180690 h 4922040"/>
              <a:gd name="connsiteX5" fmla="*/ 1756602 w 2271236"/>
              <a:gd name="connsiteY5" fmla="*/ 58275 h 4922040"/>
              <a:gd name="connsiteX6" fmla="*/ 1756602 w 2271236"/>
              <a:gd name="connsiteY6" fmla="*/ 0 h 4922040"/>
              <a:gd name="connsiteX7" fmla="*/ 2049450 w 2271236"/>
              <a:gd name="connsiteY7" fmla="*/ 0 h 4922040"/>
              <a:gd name="connsiteX8" fmla="*/ 2271236 w 2271236"/>
              <a:gd name="connsiteY8" fmla="*/ 221786 h 4922040"/>
              <a:gd name="connsiteX9" fmla="*/ 2271236 w 2271236"/>
              <a:gd name="connsiteY9" fmla="*/ 4700254 h 4922040"/>
              <a:gd name="connsiteX10" fmla="*/ 2049450 w 2271236"/>
              <a:gd name="connsiteY10" fmla="*/ 4922040 h 4922040"/>
              <a:gd name="connsiteX11" fmla="*/ 221786 w 2271236"/>
              <a:gd name="connsiteY11" fmla="*/ 4922040 h 4922040"/>
              <a:gd name="connsiteX12" fmla="*/ 0 w 2271236"/>
              <a:gd name="connsiteY12" fmla="*/ 4700254 h 4922040"/>
              <a:gd name="connsiteX13" fmla="*/ 0 w 2271236"/>
              <a:gd name="connsiteY13" fmla="*/ 221786 h 4922040"/>
              <a:gd name="connsiteX14" fmla="*/ 221786 w 2271236"/>
              <a:gd name="connsiteY14" fmla="*/ 0 h 4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1236" h="4922040">
                <a:moveTo>
                  <a:pt x="221786" y="0"/>
                </a:moveTo>
                <a:lnTo>
                  <a:pt x="502989" y="0"/>
                </a:lnTo>
                <a:lnTo>
                  <a:pt x="502989" y="58275"/>
                </a:lnTo>
                <a:cubicBezTo>
                  <a:pt x="502989" y="125883"/>
                  <a:pt x="557796" y="180690"/>
                  <a:pt x="625404" y="180690"/>
                </a:cubicBezTo>
                <a:lnTo>
                  <a:pt x="1634187" y="180690"/>
                </a:lnTo>
                <a:cubicBezTo>
                  <a:pt x="1701795" y="180690"/>
                  <a:pt x="1756602" y="125883"/>
                  <a:pt x="1756602" y="58275"/>
                </a:cubicBezTo>
                <a:lnTo>
                  <a:pt x="1756602" y="0"/>
                </a:lnTo>
                <a:lnTo>
                  <a:pt x="2049450" y="0"/>
                </a:lnTo>
                <a:cubicBezTo>
                  <a:pt x="2171939" y="0"/>
                  <a:pt x="2271236" y="99297"/>
                  <a:pt x="2271236" y="221786"/>
                </a:cubicBezTo>
                <a:lnTo>
                  <a:pt x="2271236" y="4700254"/>
                </a:lnTo>
                <a:cubicBezTo>
                  <a:pt x="2271236" y="4822743"/>
                  <a:pt x="2171939" y="4922040"/>
                  <a:pt x="2049450" y="4922040"/>
                </a:cubicBezTo>
                <a:lnTo>
                  <a:pt x="221786" y="4922040"/>
                </a:lnTo>
                <a:cubicBezTo>
                  <a:pt x="99297" y="4922040"/>
                  <a:pt x="0" y="4822743"/>
                  <a:pt x="0" y="4700254"/>
                </a:cubicBezTo>
                <a:lnTo>
                  <a:pt x="0" y="221786"/>
                </a:lnTo>
                <a:cubicBezTo>
                  <a:pt x="0" y="99297"/>
                  <a:pt x="99297" y="0"/>
                  <a:pt x="2217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8A4AAD4-DD7C-A649-8D8A-906F4FACAB6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FFF3D0CD-EFE0-8A4F-BF95-2BC6EA550D0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CEFBA52-F0B3-E743-A7CA-5D7CD55BEB03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47E16-1B04-E341-A0CC-F09B54E7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24861097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0" y="982174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540067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07086" y="1112077"/>
            <a:ext cx="2298927" cy="4756150"/>
          </a:xfrm>
          <a:prstGeom prst="roundRect">
            <a:avLst>
              <a:gd name="adj" fmla="val 9470"/>
            </a:avLst>
          </a:prstGeo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7146525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95922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8036D8-02B1-A646-B101-4277E98435B7}"/>
              </a:ext>
            </a:extLst>
          </p:cNvPr>
          <p:cNvSpPr/>
          <p:nvPr userDrawn="1"/>
        </p:nvSpPr>
        <p:spPr>
          <a:xfrm>
            <a:off x="5806440" y="1973580"/>
            <a:ext cx="4846320" cy="3634740"/>
          </a:xfrm>
          <a:prstGeom prst="roundRect">
            <a:avLst>
              <a:gd name="adj" fmla="val 19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806440" y="1973580"/>
            <a:ext cx="4846320" cy="3634740"/>
          </a:xfrm>
          <a:prstGeom prst="roundRect">
            <a:avLst>
              <a:gd name="adj" fmla="val 1923"/>
            </a:avLst>
          </a:prstGeom>
        </p:spPr>
        <p:txBody>
          <a:bodyPr anchor="ctr">
            <a:no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0835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5027835" y="1891494"/>
            <a:ext cx="5410504" cy="3602884"/>
          </a:xfrm>
          <a:prstGeom prst="roundRect">
            <a:avLst>
              <a:gd name="adj" fmla="val 542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045C2F9-4523-9541-A2B8-07250EE83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12418" y="2011363"/>
            <a:ext cx="5226970" cy="3321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0168490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4756580" y="1830417"/>
            <a:ext cx="6373144" cy="360288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55F263C2-8005-0145-A440-E8B0099A793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796731" y="1865725"/>
            <a:ext cx="6284925" cy="35294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23696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0088" y="4441221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2" y="44412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80874" y="4441222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C27796F8-DA26-D646-B6CF-E20196C2CB6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95473" y="44412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2" y="38441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261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7661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E6DC524C-60DA-5A44-815E-E4E1DFECF6F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807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231BAEF8-9A0E-4C49-B637-C5BA3BB15024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1BB5DA1-4736-0A4C-AB84-F16B321C9BEA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636B8C22-B57B-6E4B-82AF-19CD1F9D8ABD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50E025-9080-034B-AEE0-151AF9DDA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09360561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35111" y="2066321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75984" y="2066322"/>
            <a:ext cx="3229397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4692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1175" y="14692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61263" y="14692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5111" y="4441221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2" y="44412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75985" y="4441222"/>
            <a:ext cx="322939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3" y="38441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21175" y="38441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61263" y="38441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77A554A-7DBE-1B4A-AB54-75BF3333DD74}"/>
              </a:ext>
            </a:extLst>
          </p:cNvPr>
          <p:cNvSpPr>
            <a:spLocks noGrp="1"/>
          </p:cNvSpPr>
          <p:nvPr>
            <p:ph type="dt" sz="half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B261ED17-9BCF-604C-9546-98A1A69EC6DE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2C62546D-9E8C-8544-9568-F11173B05269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626813-7C90-8445-9BC8-09C3B45D63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6483439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3F6552D-2F5C-6945-9E8B-C8023EBBBF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3F27ED09-E00C-42B4-812A-B88B87C95C8B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A0E11D-B9C6-AD47-8452-0BC9D701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Таблица 6">
            <a:extLst>
              <a:ext uri="{FF2B5EF4-FFF2-40B4-BE49-F238E27FC236}">
                <a16:creationId xmlns:a16="http://schemas.microsoft.com/office/drawing/2014/main" id="{710417F5-2911-3C4F-A98F-AEEE1C0F443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60363" y="1223963"/>
            <a:ext cx="10801350" cy="46227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ED3059-F1AE-0B4D-B15E-FCF548E660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E629E9-07F9-FA43-B772-4FF760CC2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9754979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3">
            <a:extLst>
              <a:ext uri="{FF2B5EF4-FFF2-40B4-BE49-F238E27FC236}">
                <a16:creationId xmlns:a16="http://schemas.microsoft.com/office/drawing/2014/main" id="{5754DFE5-36CE-CE4A-BCA3-F69C55F293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2" name="Текст 13">
            <a:extLst>
              <a:ext uri="{FF2B5EF4-FFF2-40B4-BE49-F238E27FC236}">
                <a16:creationId xmlns:a16="http://schemas.microsoft.com/office/drawing/2014/main" id="{CFCE9A71-CA21-DF45-931F-DA6936474E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2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90E73677-8CAD-8349-8D30-B6F2DB0FB3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1563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15" name="Текст 13">
            <a:extLst>
              <a:ext uri="{FF2B5EF4-FFF2-40B4-BE49-F238E27FC236}">
                <a16:creationId xmlns:a16="http://schemas.microsoft.com/office/drawing/2014/main" id="{73DC0F2E-B252-8744-9538-A1C7B0849D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1562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О5</a:t>
            </a:r>
          </a:p>
        </p:txBody>
      </p:sp>
      <p:sp>
        <p:nvSpPr>
          <p:cNvPr id="17" name="Текст 13">
            <a:extLst>
              <a:ext uri="{FF2B5EF4-FFF2-40B4-BE49-F238E27FC236}">
                <a16:creationId xmlns:a16="http://schemas.microsoft.com/office/drawing/2014/main" id="{6C521555-7583-8D40-9707-D875913E3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11106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О7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DBC1D448-B51C-9E43-8CA3-0751AA8B97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11105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О8</a:t>
            </a:r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68637" y="1830334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84287" y="1830334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60065" y="1819443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8887" y="123559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54701" y="1235590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45343" y="1235590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66B516A-7550-B742-8231-0A30F3D5809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37" y="4283609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D54AAF5-A639-7F48-849E-6C4093CFCA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4287" y="4283609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40D1C8AE-2AE5-3B45-9FB5-7C88FCA2C0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960065" y="4272718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B7D77C2-FEAE-CD4A-9713-48B16974D9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58887" y="3675613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2" name="Текст 24">
            <a:extLst>
              <a:ext uri="{FF2B5EF4-FFF2-40B4-BE49-F238E27FC236}">
                <a16:creationId xmlns:a16="http://schemas.microsoft.com/office/drawing/2014/main" id="{0B619C5A-03A1-2E41-A4D6-019B19CD12D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54701" y="3675613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3" name="Текст 24">
            <a:extLst>
              <a:ext uri="{FF2B5EF4-FFF2-40B4-BE49-F238E27FC236}">
                <a16:creationId xmlns:a16="http://schemas.microsoft.com/office/drawing/2014/main" id="{A5BCC699-3029-2B40-9793-43486290DA1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45343" y="3675613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D2BFCFD7-A0E2-5645-A945-49608DE09A1E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C308710-C149-0C4B-93BC-ED84522E9C86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7951DB5-5119-7544-838F-43224C1B8CAE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B0CD5D-EE9F-9F49-BBF9-0C056F3A5C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9573144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8" y="2857398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8" y="1234319"/>
            <a:ext cx="537946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2" y="4655183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703501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97E6374-DFEA-F64D-BB2E-FD5A9AFBE926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BB4F9FD-A8D5-554B-9BD2-870B3155874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5EFA7B2-4CFA-4D45-BCE1-B8ED940F59C1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CBC8FB-C31E-1A4D-A834-B99C91092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F76C491-0EAC-0949-A05E-EE7E72A772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7799789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3C97F4F9-07CD-F541-B6FD-19F7120647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61297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4D463F1-6970-8845-9700-5B32E27023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8EC2F212-7E05-2943-83D0-6EDA5D9789D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259922" y="465518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14787146-1A29-FC4C-9D9E-BE998C337D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7A59FE8C-F422-4C48-A15A-9B109BBA7F4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5132C2A-B96D-5145-8107-3C668F2B19F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465518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6BD270EA-62BB-D743-9543-C74FAE0B7D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703501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CB56C84-2284-E449-83DE-9634B09D866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52E4AB1C-CCE6-0C48-B5A5-6E402177A6E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DB8AD288-0082-9C43-A0FE-C3388F7F932F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5843E9F-D28D-EE44-9252-3427CA59DEDC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FA921-8BAD-7C49-B8AD-4C4200055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21754C9A-E5B1-FD41-B916-D04D32974B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297071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7" y="2514671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2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41979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367615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9A4CF9E0-CD45-D345-B15E-3B4CB0690FB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59922" y="5043252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EA508B7-997B-044C-8A70-2DBB895F12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4252" y="4946159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BD380D2E-3573-E841-8E4B-016CC2162C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09183" y="2514671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665BE4BC-C96D-AE41-87A5-FBF32ABA4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77FC05A8-2007-1F45-9C8E-BB4048D0EB3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7808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27328BA-3901-9E40-9F0F-BC4992AABA4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5043252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49823CB-1CAB-BE42-916E-ADE88ABD3B68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7AE7A4B-A68D-C646-A497-6C8139A2A7C3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8D2549F-E1FB-EC42-B3C5-19267BF6BCE2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EB21AA-563E-0344-972B-7C00B0D30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7970904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3" y="1223963"/>
            <a:ext cx="10801350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4352366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0281354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3"/>
            <a:ext cx="10801350" cy="45751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1864231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228600"/>
            <a:ext cx="9361487" cy="4524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3"/>
            <a:ext cx="10801350" cy="457517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C6492-919E-874B-8364-8B6D6AD4A1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771525"/>
            <a:ext cx="9361487" cy="452438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pPr lvl="0"/>
            <a:r>
              <a:rPr lang="ru-RU" dirty="0" err="1"/>
              <a:t>подзаголов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51673944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3" y="1223963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1" y="1225387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0F2CA6-2684-AD4E-8F62-353128D35DA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ADB0D9-ABA4-164D-9BC3-9918C57587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5D823F-429F-D94B-BFF8-58EA2559589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6E8354-469E-7F40-B036-CE5618FA7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3281027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1" y="1225387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6242146D-3E27-AD41-9ED8-D26F377D1F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FF3D7E83-0CA2-754B-8F35-1B947B02C4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2119755" cy="34077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28E856C4-65CA-0140-9469-E8BD6EAF0AD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448D4E6-5159-3244-98C5-2FD6AAEF43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0F5E72E8-52DC-7447-B8B2-CD5FF8F47CD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83E50869-6093-884B-B7D9-5B09CA333E8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4B02C61-FCEC-6B42-A0CD-888A1756405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594DB5-E87E-4442-A8B6-5841274D5B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18244291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tags" Target="../tags/tag3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4676781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3" imgW="360" imgH="360" progId="TCLayout.ActiveDocument.1">
                  <p:embed/>
                </p:oleObj>
              </mc:Choice>
              <mc:Fallback>
                <p:oleObj name="Слайд think-cell" r:id="rId13" imgW="360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Date Placeholder 44"/>
          <p:cNvSpPr>
            <a:spLocks noGrp="1"/>
          </p:cNvSpPr>
          <p:nvPr>
            <p:ph type="dt" sz="half" idx="2"/>
          </p:nvPr>
        </p:nvSpPr>
        <p:spPr>
          <a:xfrm>
            <a:off x="7200900" y="6658673"/>
            <a:ext cx="1844676" cy="697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700" b="0" i="0" kern="120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4"/>
          </p:nvPr>
        </p:nvSpPr>
        <p:spPr>
          <a:xfrm>
            <a:off x="10440987" y="6001875"/>
            <a:ext cx="720726" cy="697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 b="0" i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3" y="228599"/>
            <a:ext cx="10369550" cy="995363"/>
          </a:xfrm>
          <a:prstGeom prst="rect">
            <a:avLst/>
          </a:prstGeom>
        </p:spPr>
        <p:txBody>
          <a:bodyPr vert="horz" wrap="none" lIns="0" tIns="0" rIns="0" bIns="108000" rtlCol="0" anchor="t">
            <a:noAutofit/>
          </a:bodyPr>
          <a:lstStyle/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99B9253-9BC8-E447-9F4A-509310A3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988" y="6001875"/>
            <a:ext cx="3602039" cy="697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</p:spTree>
    <p:extLst>
      <p:ext uri="{BB962C8B-B14F-4D97-AF65-F5344CB8AC3E}">
        <p14:creationId xmlns:p14="http://schemas.microsoft.com/office/powerpoint/2010/main" val="38292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2" r:id="rId2"/>
    <p:sldLayoutId id="2147483691" r:id="rId3"/>
    <p:sldLayoutId id="2147483855" r:id="rId4"/>
    <p:sldLayoutId id="2147483739" r:id="rId5"/>
    <p:sldLayoutId id="2147483847" r:id="rId6"/>
    <p:sldLayoutId id="2147483848" r:id="rId7"/>
    <p:sldLayoutId id="2147483852" r:id="rId8"/>
    <p:sldLayoutId id="2147483853" r:id="rId9"/>
    <p:sldLayoutId id="2147483854" r:id="rId10"/>
  </p:sldLayoutIdLst>
  <p:transition>
    <p:fade/>
  </p:transition>
  <p:hf hdr="0" dt="0"/>
  <p:txStyles>
    <p:titleStyle>
      <a:lvl1pPr algn="l" defTabSz="914400" rtl="0" eaLnBrk="1" latinLnBrk="0" hangingPunct="1">
        <a:lnSpc>
          <a:spcPts val="3300"/>
        </a:lnSpc>
        <a:spcBef>
          <a:spcPct val="0"/>
        </a:spcBef>
        <a:buNone/>
        <a:defRPr lang="ru-RU" sz="3100" b="0" i="0" kern="1200" cap="none" spc="100" baseline="0">
          <a:solidFill>
            <a:schemeClr val="tx1"/>
          </a:solidFill>
          <a:latin typeface="+mn-lt"/>
          <a:ea typeface="Beeline Sans V0.3 Regular" pitchFamily="2" charset="0"/>
          <a:cs typeface="Arial Black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725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4082">
          <p15:clr>
            <a:srgbClr val="FBAE40"/>
          </p15:clr>
        </p15:guide>
        <p15:guide id="5" pos="227" userDrawn="1">
          <p15:clr>
            <a:srgbClr val="C35EA4"/>
          </p15:clr>
        </p15:guide>
        <p15:guide id="6" pos="1361" userDrawn="1">
          <p15:clr>
            <a:srgbClr val="5ACBF0"/>
          </p15:clr>
        </p15:guide>
        <p15:guide id="7" orient="horz" pos="227">
          <p15:clr>
            <a:srgbClr val="FDE53C"/>
          </p15:clr>
        </p15:guide>
        <p15:guide id="8" orient="horz" pos="3855">
          <p15:clr>
            <a:srgbClr val="FDE53C"/>
          </p15:clr>
        </p15:guide>
        <p15:guide id="36" orient="horz" pos="2041">
          <p15:clr>
            <a:srgbClr val="FDE53C"/>
          </p15:clr>
        </p15:guide>
        <p15:guide id="37" pos="454" userDrawn="1">
          <p15:clr>
            <a:srgbClr val="5ACBF0"/>
          </p15:clr>
        </p15:guide>
        <p15:guide id="38" pos="681" userDrawn="1">
          <p15:clr>
            <a:srgbClr val="5ACBF0"/>
          </p15:clr>
        </p15:guide>
        <p15:guide id="39" pos="907" userDrawn="1">
          <p15:clr>
            <a:srgbClr val="5ACBF0"/>
          </p15:clr>
        </p15:guide>
        <p15:guide id="40" pos="1134" userDrawn="1">
          <p15:clr>
            <a:srgbClr val="5ACBF0"/>
          </p15:clr>
        </p15:guide>
        <p15:guide id="41" pos="1588" userDrawn="1">
          <p15:clr>
            <a:srgbClr val="5ACBF0"/>
          </p15:clr>
        </p15:guide>
        <p15:guide id="42" pos="1815" userDrawn="1">
          <p15:clr>
            <a:srgbClr val="5ACBF0"/>
          </p15:clr>
        </p15:guide>
        <p15:guide id="43" pos="2041" userDrawn="1">
          <p15:clr>
            <a:srgbClr val="5ACBF0"/>
          </p15:clr>
        </p15:guide>
        <p15:guide id="44" pos="2268" userDrawn="1">
          <p15:clr>
            <a:srgbClr val="5ACBF0"/>
          </p15:clr>
        </p15:guide>
        <p15:guide id="46" pos="2949" userDrawn="1">
          <p15:clr>
            <a:srgbClr val="5ACBF0"/>
          </p15:clr>
        </p15:guide>
        <p15:guide id="48" pos="2495" userDrawn="1">
          <p15:clr>
            <a:srgbClr val="5ACBF0"/>
          </p15:clr>
        </p15:guide>
        <p15:guide id="49" pos="2722" userDrawn="1">
          <p15:clr>
            <a:srgbClr val="5ACBF0"/>
          </p15:clr>
        </p15:guide>
        <p15:guide id="50" pos="3629" userDrawn="1">
          <p15:clr>
            <a:srgbClr val="5ACBF0"/>
          </p15:clr>
        </p15:guide>
        <p15:guide id="51" pos="3402" userDrawn="1">
          <p15:clr>
            <a:srgbClr val="5ACBF0"/>
          </p15:clr>
        </p15:guide>
        <p15:guide id="52" pos="3175" userDrawn="1">
          <p15:clr>
            <a:srgbClr val="5ACBF0"/>
          </p15:clr>
        </p15:guide>
        <p15:guide id="53" pos="3856" userDrawn="1">
          <p15:clr>
            <a:srgbClr val="5ACBF0"/>
          </p15:clr>
        </p15:guide>
        <p15:guide id="54" pos="4083" userDrawn="1">
          <p15:clr>
            <a:srgbClr val="5ACBF0"/>
          </p15:clr>
        </p15:guide>
        <p15:guide id="55" pos="4309" userDrawn="1">
          <p15:clr>
            <a:srgbClr val="5ACBF0"/>
          </p15:clr>
        </p15:guide>
        <p15:guide id="56" pos="4536" userDrawn="1">
          <p15:clr>
            <a:srgbClr val="5ACBF0"/>
          </p15:clr>
        </p15:guide>
        <p15:guide id="57" pos="4763" userDrawn="1">
          <p15:clr>
            <a:srgbClr val="5ACBF0"/>
          </p15:clr>
        </p15:guide>
        <p15:guide id="58" pos="4990" userDrawn="1">
          <p15:clr>
            <a:srgbClr val="5ACBF0"/>
          </p15:clr>
        </p15:guide>
        <p15:guide id="59" pos="5217" userDrawn="1">
          <p15:clr>
            <a:srgbClr val="5ACBF0"/>
          </p15:clr>
        </p15:guide>
        <p15:guide id="60" pos="5443" userDrawn="1">
          <p15:clr>
            <a:srgbClr val="5ACBF0"/>
          </p15:clr>
        </p15:guide>
        <p15:guide id="61" pos="5670" userDrawn="1">
          <p15:clr>
            <a:srgbClr val="5ACBF0"/>
          </p15:clr>
        </p15:guide>
        <p15:guide id="62" pos="7031" userDrawn="1">
          <p15:clr>
            <a:srgbClr val="C35EA4"/>
          </p15:clr>
        </p15:guide>
        <p15:guide id="63" pos="5897" userDrawn="1">
          <p15:clr>
            <a:srgbClr val="5ACBF0"/>
          </p15:clr>
        </p15:guide>
        <p15:guide id="64" pos="6124" userDrawn="1">
          <p15:clr>
            <a:srgbClr val="5ACBF0"/>
          </p15:clr>
        </p15:guide>
        <p15:guide id="65" pos="6351" userDrawn="1">
          <p15:clr>
            <a:srgbClr val="5ACBF0"/>
          </p15:clr>
        </p15:guide>
        <p15:guide id="66" pos="6577" userDrawn="1">
          <p15:clr>
            <a:srgbClr val="5ACBF0"/>
          </p15:clr>
        </p15:guide>
        <p15:guide id="67" pos="6804" userDrawn="1">
          <p15:clr>
            <a:srgbClr val="5ACBF0"/>
          </p15:clr>
        </p15:guide>
        <p15:guide id="69" orient="horz" pos="612" userDrawn="1">
          <p15:clr>
            <a:srgbClr val="5ACBF0"/>
          </p15:clr>
        </p15:guide>
        <p15:guide id="70" orient="horz" pos="159" userDrawn="1">
          <p15:clr>
            <a:srgbClr val="FDE53C"/>
          </p15:clr>
        </p15:guide>
        <p15:guide id="71" orient="horz" pos="77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/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12780826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0" imgW="360" imgH="360" progId="TCLayout.ActiveDocument.1">
                  <p:embed/>
                </p:oleObj>
              </mc:Choice>
              <mc:Fallback>
                <p:oleObj name="Слайд think-cell" r:id="rId30" imgW="360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Date Placeholder 44"/>
          <p:cNvSpPr>
            <a:spLocks noGrp="1"/>
          </p:cNvSpPr>
          <p:nvPr>
            <p:ph type="dt" sz="half" idx="2"/>
          </p:nvPr>
        </p:nvSpPr>
        <p:spPr>
          <a:xfrm>
            <a:off x="7200900" y="6658673"/>
            <a:ext cx="1844676" cy="697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700" b="0" i="0" kern="120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EBC65712-EF34-447A-9FD7-A381423AB0E0}" type="datetime1">
              <a:rPr lang="ru-RU" smtClean="0"/>
              <a:pPr/>
              <a:t>05.09.2022</a:t>
            </a:fld>
            <a:endParaRPr lang="ru-RU" dirty="0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4"/>
          </p:nvPr>
        </p:nvSpPr>
        <p:spPr>
          <a:xfrm>
            <a:off x="10440987" y="6001875"/>
            <a:ext cx="720726" cy="697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 b="0" i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28599"/>
            <a:ext cx="8279078" cy="995363"/>
          </a:xfrm>
          <a:prstGeom prst="rect">
            <a:avLst/>
          </a:prstGeom>
        </p:spPr>
        <p:txBody>
          <a:bodyPr vert="horz" wrap="square" lIns="0" tIns="0" rIns="0" bIns="108000" rtlCol="0" anchor="t">
            <a:noAutofit/>
          </a:bodyPr>
          <a:lstStyle/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99B9253-9BC8-E447-9F4A-509310A3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988" y="6001875"/>
            <a:ext cx="3602039" cy="697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r>
              <a:rPr lang="ru-RU"/>
              <a:t>Ссылка на источник: www.link.com. 7pt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D37E1-4A2E-F34E-9597-9E5CF181B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987" y="1266549"/>
            <a:ext cx="10784725" cy="4111625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ru-RU" dirty="0"/>
              <a:t>текст слайда. </a:t>
            </a:r>
            <a:r>
              <a:rPr lang="en-US" dirty="0"/>
              <a:t>beeline sans. 14 </a:t>
            </a:r>
            <a:r>
              <a:rPr lang="en-US" dirty="0" err="1"/>
              <a:t>pt</a:t>
            </a:r>
            <a:endParaRPr lang="en-R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EF6501-BE74-7947-ACF8-A2C8FCFFFA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951311" y="251407"/>
            <a:ext cx="2210400" cy="318654"/>
            <a:chOff x="-6416384" y="251406"/>
            <a:chExt cx="17747920" cy="2558564"/>
          </a:xfrm>
        </p:grpSpPr>
        <p:grpSp>
          <p:nvGrpSpPr>
            <p:cNvPr id="36" name="Graphic 5">
              <a:extLst>
                <a:ext uri="{FF2B5EF4-FFF2-40B4-BE49-F238E27FC236}">
                  <a16:creationId xmlns:a16="http://schemas.microsoft.com/office/drawing/2014/main" id="{A5A515FC-0276-B544-A7AF-5D9E11A625A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B67CCC9E-C211-FB4F-952C-BE495E3700DE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67CAAC14-6B68-2441-88D3-71C89B76495C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CC98B913-0B4E-D749-903D-E9D1BBDCFF36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4F0497D0-AC46-6C41-A366-A96500D7D5DF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40512A8-B167-C547-9DC0-862532049103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489E5C85-BF65-2744-919B-08D7FAD8393D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41" name="Graphic 6">
              <a:extLst>
                <a:ext uri="{FF2B5EF4-FFF2-40B4-BE49-F238E27FC236}">
                  <a16:creationId xmlns:a16="http://schemas.microsoft.com/office/drawing/2014/main" id="{481EF5B3-B50F-A042-B3FD-3E5323E6D095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5E720A9F-2566-DA4F-BF8C-6A1BD33E3A59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E77C9A1-6A8C-1648-B2ED-CAA41B5BAE91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B10BD1A8-CB41-0448-90DC-6052675A7226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C25CEB4-5367-D24D-83ED-5F6A20235682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95CB5CC9-112C-6A43-90B7-6B48F3BE442A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174E6260-B1AC-D74F-8A2B-9C26D81D38E9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4188CB2B-07F0-084B-AF42-DC304803D4EC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1298FD8-CF73-D240-AD7E-4FEC2E8D0987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43" name="Graphic 6">
                <a:extLst>
                  <a:ext uri="{FF2B5EF4-FFF2-40B4-BE49-F238E27FC236}">
                    <a16:creationId xmlns:a16="http://schemas.microsoft.com/office/drawing/2014/main" id="{B0FABCDF-BEA2-164E-AD7C-B6EBDF8C7648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F0E9A31C-93B5-A140-8F01-EF061843DA98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6548D5ED-7816-214B-95CA-E5F91D87BA82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8A3F5AC-FBBF-9147-83E5-00200E2CC24E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0BF7D922-A905-304C-85E5-E1A5FE7CC6D4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548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826" r:id="rId2"/>
    <p:sldLayoutId id="2147483827" r:id="rId3"/>
    <p:sldLayoutId id="2147483846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74" r:id="rId12"/>
    <p:sldLayoutId id="2147483835" r:id="rId13"/>
    <p:sldLayoutId id="2147483872" r:id="rId14"/>
    <p:sldLayoutId id="2147483836" r:id="rId15"/>
    <p:sldLayoutId id="2147483837" r:id="rId16"/>
    <p:sldLayoutId id="2147483838" r:id="rId17"/>
    <p:sldLayoutId id="2147483839" r:id="rId18"/>
    <p:sldLayoutId id="2147483840" r:id="rId19"/>
    <p:sldLayoutId id="2147483841" r:id="rId20"/>
    <p:sldLayoutId id="2147483842" r:id="rId21"/>
    <p:sldLayoutId id="2147483843" r:id="rId22"/>
    <p:sldLayoutId id="2147483875" r:id="rId23"/>
    <p:sldLayoutId id="2147483876" r:id="rId24"/>
    <p:sldLayoutId id="2147483877" r:id="rId25"/>
    <p:sldLayoutId id="2147483844" r:id="rId26"/>
    <p:sldLayoutId id="2147483845" r:id="rId27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100" b="0" i="0" kern="1200" cap="none" spc="100" baseline="0">
          <a:solidFill>
            <a:schemeClr val="tx1"/>
          </a:solidFill>
          <a:latin typeface="+mn-lt"/>
          <a:ea typeface="Beeline Sans V0.3 Regular" pitchFamily="2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725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4082">
          <p15:clr>
            <a:srgbClr val="FBAE40"/>
          </p15:clr>
        </p15:guide>
        <p15:guide id="5" pos="227" userDrawn="1">
          <p15:clr>
            <a:srgbClr val="C35EA4"/>
          </p15:clr>
        </p15:guide>
        <p15:guide id="6" pos="1361" userDrawn="1">
          <p15:clr>
            <a:srgbClr val="5ACBF0"/>
          </p15:clr>
        </p15:guide>
        <p15:guide id="7" orient="horz" pos="227">
          <p15:clr>
            <a:srgbClr val="FDE53C"/>
          </p15:clr>
        </p15:guide>
        <p15:guide id="8" orient="horz" pos="3855">
          <p15:clr>
            <a:srgbClr val="FDE53C"/>
          </p15:clr>
        </p15:guide>
        <p15:guide id="36" orient="horz" pos="2064" userDrawn="1">
          <p15:clr>
            <a:srgbClr val="FDE53C"/>
          </p15:clr>
        </p15:guide>
        <p15:guide id="37" pos="454" userDrawn="1">
          <p15:clr>
            <a:srgbClr val="5ACBF0"/>
          </p15:clr>
        </p15:guide>
        <p15:guide id="38" pos="681" userDrawn="1">
          <p15:clr>
            <a:srgbClr val="5ACBF0"/>
          </p15:clr>
        </p15:guide>
        <p15:guide id="39" pos="907" userDrawn="1">
          <p15:clr>
            <a:srgbClr val="5ACBF0"/>
          </p15:clr>
        </p15:guide>
        <p15:guide id="40" pos="1134" userDrawn="1">
          <p15:clr>
            <a:srgbClr val="5ACBF0"/>
          </p15:clr>
        </p15:guide>
        <p15:guide id="41" pos="1588" userDrawn="1">
          <p15:clr>
            <a:srgbClr val="5ACBF0"/>
          </p15:clr>
        </p15:guide>
        <p15:guide id="42" pos="1815" userDrawn="1">
          <p15:clr>
            <a:srgbClr val="5ACBF0"/>
          </p15:clr>
        </p15:guide>
        <p15:guide id="43" pos="2041" userDrawn="1">
          <p15:clr>
            <a:srgbClr val="5ACBF0"/>
          </p15:clr>
        </p15:guide>
        <p15:guide id="44" pos="2268" userDrawn="1">
          <p15:clr>
            <a:srgbClr val="5ACBF0"/>
          </p15:clr>
        </p15:guide>
        <p15:guide id="46" pos="2949" userDrawn="1">
          <p15:clr>
            <a:srgbClr val="5ACBF0"/>
          </p15:clr>
        </p15:guide>
        <p15:guide id="48" pos="2495" userDrawn="1">
          <p15:clr>
            <a:srgbClr val="5ACBF0"/>
          </p15:clr>
        </p15:guide>
        <p15:guide id="49" pos="2699" userDrawn="1">
          <p15:clr>
            <a:srgbClr val="5ACBF0"/>
          </p15:clr>
        </p15:guide>
        <p15:guide id="50" pos="3629" userDrawn="1">
          <p15:clr>
            <a:srgbClr val="5ACBF0"/>
          </p15:clr>
        </p15:guide>
        <p15:guide id="51" pos="3402" userDrawn="1">
          <p15:clr>
            <a:srgbClr val="5ACBF0"/>
          </p15:clr>
        </p15:guide>
        <p15:guide id="52" pos="3175" userDrawn="1">
          <p15:clr>
            <a:srgbClr val="5ACBF0"/>
          </p15:clr>
        </p15:guide>
        <p15:guide id="53" pos="3856" userDrawn="1">
          <p15:clr>
            <a:srgbClr val="5ACBF0"/>
          </p15:clr>
        </p15:guide>
        <p15:guide id="54" pos="4083" userDrawn="1">
          <p15:clr>
            <a:srgbClr val="5ACBF0"/>
          </p15:clr>
        </p15:guide>
        <p15:guide id="55" pos="4309" userDrawn="1">
          <p15:clr>
            <a:srgbClr val="5ACBF0"/>
          </p15:clr>
        </p15:guide>
        <p15:guide id="56" pos="4536" userDrawn="1">
          <p15:clr>
            <a:srgbClr val="5ACBF0"/>
          </p15:clr>
        </p15:guide>
        <p15:guide id="57" pos="4763" userDrawn="1">
          <p15:clr>
            <a:srgbClr val="5ACBF0"/>
          </p15:clr>
        </p15:guide>
        <p15:guide id="58" pos="4990" userDrawn="1">
          <p15:clr>
            <a:srgbClr val="5ACBF0"/>
          </p15:clr>
        </p15:guide>
        <p15:guide id="59" pos="5217" userDrawn="1">
          <p15:clr>
            <a:srgbClr val="5ACBF0"/>
          </p15:clr>
        </p15:guide>
        <p15:guide id="60" pos="5443" userDrawn="1">
          <p15:clr>
            <a:srgbClr val="5ACBF0"/>
          </p15:clr>
        </p15:guide>
        <p15:guide id="61" pos="5670" userDrawn="1">
          <p15:clr>
            <a:srgbClr val="5ACBF0"/>
          </p15:clr>
        </p15:guide>
        <p15:guide id="62" pos="7031" userDrawn="1">
          <p15:clr>
            <a:srgbClr val="C35EA4"/>
          </p15:clr>
        </p15:guide>
        <p15:guide id="63" pos="5897" userDrawn="1">
          <p15:clr>
            <a:srgbClr val="5ACBF0"/>
          </p15:clr>
        </p15:guide>
        <p15:guide id="64" pos="6124" userDrawn="1">
          <p15:clr>
            <a:srgbClr val="5ACBF0"/>
          </p15:clr>
        </p15:guide>
        <p15:guide id="65" pos="6351" userDrawn="1">
          <p15:clr>
            <a:srgbClr val="5ACBF0"/>
          </p15:clr>
        </p15:guide>
        <p15:guide id="66" pos="6577" userDrawn="1">
          <p15:clr>
            <a:srgbClr val="5ACBF0"/>
          </p15:clr>
        </p15:guide>
        <p15:guide id="67" pos="6804" userDrawn="1">
          <p15:clr>
            <a:srgbClr val="5ACBF0"/>
          </p15:clr>
        </p15:guide>
        <p15:guide id="69" orient="horz" pos="612" userDrawn="1">
          <p15:clr>
            <a:srgbClr val="5ACBF0"/>
          </p15:clr>
        </p15:guide>
        <p15:guide id="70" orient="horz" pos="159" userDrawn="1">
          <p15:clr>
            <a:srgbClr val="FDE53C"/>
          </p15:clr>
        </p15:guide>
        <p15:guide id="71" orient="horz" pos="771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cyberprotect.r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06592F0-D999-C540-BEE1-A48D614AC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8845" y="1935867"/>
            <a:ext cx="11522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cxnSp>
        <p:nvCxnSpPr>
          <p:cNvPr id="13" name="Соединительная линия уступом 12">
            <a:extLst>
              <a:ext uri="{FF2B5EF4-FFF2-40B4-BE49-F238E27FC236}">
                <a16:creationId xmlns:a16="http://schemas.microsoft.com/office/drawing/2014/main" id="{AAF15483-5E27-5141-92AC-1BAC9CEBB5FD}"/>
              </a:ext>
            </a:extLst>
          </p:cNvPr>
          <p:cNvCxnSpPr>
            <a:cxnSpLocks/>
          </p:cNvCxnSpPr>
          <p:nvPr/>
        </p:nvCxnSpPr>
        <p:spPr>
          <a:xfrm flipH="1">
            <a:off x="2529840" y="1324621"/>
            <a:ext cx="7273867" cy="1481954"/>
          </a:xfrm>
          <a:prstGeom prst="bentConnector3">
            <a:avLst>
              <a:gd name="adj1" fmla="val -3143"/>
            </a:avLst>
          </a:prstGeom>
          <a:ln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48A59B7-36B0-B242-B83E-B195C6764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42" y="4471186"/>
            <a:ext cx="10087888" cy="185231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47D0812-95FB-AB41-9E9D-4180AB92C1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1827"/>
            <a:ext cx="10238630" cy="234499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C65AFCB-E9A3-FE49-AB48-20860898CF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13" y="365760"/>
            <a:ext cx="9927527" cy="2133429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55F0FA4-A320-DF49-B2BC-F116BCFF80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797" y="156672"/>
            <a:ext cx="2240916" cy="49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4357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55F0FA4-A320-DF49-B2BC-F116BCFF8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797" y="156672"/>
            <a:ext cx="2240916" cy="4902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2BF69D1-6A6E-9742-82A7-51697B2E3BF7}"/>
              </a:ext>
            </a:extLst>
          </p:cNvPr>
          <p:cNvSpPr/>
          <p:nvPr/>
        </p:nvSpPr>
        <p:spPr>
          <a:xfrm>
            <a:off x="249405" y="115657"/>
            <a:ext cx="6618755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1069025" fontAlgn="base">
              <a:spcBef>
                <a:spcPct val="0"/>
              </a:spcBef>
              <a:spcAft>
                <a:spcPct val="0"/>
              </a:spcAft>
            </a:pPr>
            <a:r>
              <a:rPr lang="ru-RU" sz="2400" b="1" dirty="0">
                <a:solidFill>
                  <a:prstClr val="black"/>
                </a:solidFill>
                <a:latin typeface="Beeline Sans" panose="020B0500040202020204" pitchFamily="34" charset="0"/>
                <a:ea typeface="ＭＳ Ｐゴシック" pitchFamily="34" charset="-128"/>
                <a:cs typeface="Arial" pitchFamily="34" charset="0"/>
              </a:rPr>
              <a:t>Продуктовое развитие</a:t>
            </a:r>
            <a:endParaRPr lang="ru-RU" sz="2400" dirty="0">
              <a:solidFill>
                <a:prstClr val="black"/>
              </a:solidFill>
              <a:latin typeface="Beeline Sans" panose="020B0500040202020204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701C0C3-EA3D-EB43-9515-AA9D2131A52B}"/>
              </a:ext>
            </a:extLst>
          </p:cNvPr>
          <p:cNvSpPr/>
          <p:nvPr/>
        </p:nvSpPr>
        <p:spPr>
          <a:xfrm>
            <a:off x="281006" y="1001742"/>
            <a:ext cx="11104544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1069025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solidFill>
                  <a:prstClr val="black"/>
                </a:solidFill>
                <a:latin typeface="Beeline Sans" panose="020B0500040202020204" pitchFamily="34" charset="0"/>
                <a:ea typeface="ＭＳ Ｐゴシック" pitchFamily="34" charset="-128"/>
                <a:cs typeface="Arial" pitchFamily="34" charset="0"/>
              </a:rPr>
              <a:t>Матрица продуктового развития по направлениям решений и стратегии запуска решений</a:t>
            </a:r>
            <a:endParaRPr lang="ru-RU" sz="1600" dirty="0">
              <a:solidFill>
                <a:prstClr val="black"/>
              </a:solidFill>
              <a:ea typeface="ＭＳ Ｐゴシック" pitchFamily="34" charset="-128"/>
              <a:cs typeface="Arial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14DEC93-BF6B-1A42-9448-602D6F459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52973"/>
              </p:ext>
            </p:extLst>
          </p:nvPr>
        </p:nvGraphicFramePr>
        <p:xfrm>
          <a:off x="328810" y="1460646"/>
          <a:ext cx="10735427" cy="4714508"/>
        </p:xfrm>
        <a:graphic>
          <a:graphicData uri="http://schemas.openxmlformats.org/drawingml/2006/table">
            <a:tbl>
              <a:tblPr/>
              <a:tblGrid>
                <a:gridCol w="1186364">
                  <a:extLst>
                    <a:ext uri="{9D8B030D-6E8A-4147-A177-3AD203B41FA5}">
                      <a16:colId xmlns:a16="http://schemas.microsoft.com/office/drawing/2014/main" val="183250066"/>
                    </a:ext>
                  </a:extLst>
                </a:gridCol>
                <a:gridCol w="1070053">
                  <a:extLst>
                    <a:ext uri="{9D8B030D-6E8A-4147-A177-3AD203B41FA5}">
                      <a16:colId xmlns:a16="http://schemas.microsoft.com/office/drawing/2014/main" val="2158150678"/>
                    </a:ext>
                  </a:extLst>
                </a:gridCol>
                <a:gridCol w="1070053">
                  <a:extLst>
                    <a:ext uri="{9D8B030D-6E8A-4147-A177-3AD203B41FA5}">
                      <a16:colId xmlns:a16="http://schemas.microsoft.com/office/drawing/2014/main" val="2367053323"/>
                    </a:ext>
                  </a:extLst>
                </a:gridCol>
                <a:gridCol w="1093316">
                  <a:extLst>
                    <a:ext uri="{9D8B030D-6E8A-4147-A177-3AD203B41FA5}">
                      <a16:colId xmlns:a16="http://schemas.microsoft.com/office/drawing/2014/main" val="441365773"/>
                    </a:ext>
                  </a:extLst>
                </a:gridCol>
                <a:gridCol w="1093316">
                  <a:extLst>
                    <a:ext uri="{9D8B030D-6E8A-4147-A177-3AD203B41FA5}">
                      <a16:colId xmlns:a16="http://schemas.microsoft.com/office/drawing/2014/main" val="1914809611"/>
                    </a:ext>
                  </a:extLst>
                </a:gridCol>
                <a:gridCol w="1035160">
                  <a:extLst>
                    <a:ext uri="{9D8B030D-6E8A-4147-A177-3AD203B41FA5}">
                      <a16:colId xmlns:a16="http://schemas.microsoft.com/office/drawing/2014/main" val="2451408687"/>
                    </a:ext>
                  </a:extLst>
                </a:gridCol>
                <a:gridCol w="1035160">
                  <a:extLst>
                    <a:ext uri="{9D8B030D-6E8A-4147-A177-3AD203B41FA5}">
                      <a16:colId xmlns:a16="http://schemas.microsoft.com/office/drawing/2014/main" val="2749976922"/>
                    </a:ext>
                  </a:extLst>
                </a:gridCol>
                <a:gridCol w="1035160">
                  <a:extLst>
                    <a:ext uri="{9D8B030D-6E8A-4147-A177-3AD203B41FA5}">
                      <a16:colId xmlns:a16="http://schemas.microsoft.com/office/drawing/2014/main" val="3545274738"/>
                    </a:ext>
                  </a:extLst>
                </a:gridCol>
                <a:gridCol w="1035160">
                  <a:extLst>
                    <a:ext uri="{9D8B030D-6E8A-4147-A177-3AD203B41FA5}">
                      <a16:colId xmlns:a16="http://schemas.microsoft.com/office/drawing/2014/main" val="610756608"/>
                    </a:ext>
                  </a:extLst>
                </a:gridCol>
                <a:gridCol w="1081685">
                  <a:extLst>
                    <a:ext uri="{9D8B030D-6E8A-4147-A177-3AD203B41FA5}">
                      <a16:colId xmlns:a16="http://schemas.microsoft.com/office/drawing/2014/main" val="2056658674"/>
                    </a:ext>
                  </a:extLst>
                </a:gridCol>
              </a:tblGrid>
              <a:tr h="932749">
                <a:tc>
                  <a:txBody>
                    <a:bodyPr/>
                    <a:lstStyle/>
                    <a:p>
                      <a:pPr fontAlgn="t"/>
                      <a:br>
                        <a:rPr lang="ru-RU" sz="1500">
                          <a:effectLst/>
                        </a:rPr>
                      </a:br>
                      <a:endParaRPr lang="ru-RU" sz="1500">
                        <a:effectLst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IaaS (DF Cloud) &amp; Backup Internal &amp; Disaster Recovery</a:t>
                      </a: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VDI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 (</a:t>
                      </a:r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S3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 &amp; </a:t>
                      </a:r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Backup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External</a:t>
                      </a:r>
                      <a:endParaRPr lang="en-US" sz="1500" dirty="0">
                        <a:effectLst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Работа с контентом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Network 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(CDN, SD-WAN, Load Balancing)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Security</a:t>
                      </a:r>
                      <a: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(NGFW, WAF, SOC)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PaaS</a:t>
                      </a:r>
                      <a:r>
                        <a:rPr lang="ru-RU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(K8S, DBaaS)</a:t>
                      </a:r>
                      <a:endParaRPr lang="en-US" sz="1500" dirty="0">
                        <a:effectLst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SaaS</a:t>
                      </a:r>
                      <a:endParaRPr lang="en-US" sz="1500" dirty="0">
                        <a:effectLst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Professional and Managed Services </a:t>
                      </a:r>
                      <a:endParaRPr lang="en-US" sz="1500">
                        <a:effectLst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295275"/>
                  </a:ext>
                </a:extLst>
              </a:tr>
              <a:tr h="79471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Запуск сервисов на базе </a:t>
                      </a: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open-source </a:t>
                      </a:r>
                      <a: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продуктов</a:t>
                      </a: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Потенциально 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OpenStack/KVM</a:t>
                      </a:r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Native K8S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Workspace 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DF Chat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687204"/>
                  </a:ext>
                </a:extLst>
              </a:tr>
              <a:tr h="93274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Запуск сервисов на базе отечественных решений</a:t>
                      </a:r>
                      <a:endParaRPr lang="ru-RU" sz="1500">
                        <a:effectLst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>
                          <a:effectLst/>
                        </a:rPr>
                        <a:t>Скала-Р</a:t>
                      </a:r>
                      <a:br>
                        <a:rPr lang="ru-RU" sz="1500" dirty="0">
                          <a:effectLst/>
                        </a:rPr>
                      </a:br>
                      <a:endParaRPr lang="ru-RU" sz="1500" dirty="0">
                        <a:effectLst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TIONIX VDI</a:t>
                      </a:r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b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en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PlatformCraft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- S3</a:t>
                      </a:r>
                    </a:p>
                    <a:p>
                      <a:r>
                        <a:rPr lang="ru-RU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Киберпротек</a:t>
                      </a:r>
                      <a:r>
                        <a:rPr lang="ru-RU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т</a:t>
                      </a:r>
                      <a: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(ранее 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Acronis)- Backup</a:t>
                      </a:r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fontAlgn="t"/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b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UserGate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- NGFW</a:t>
                      </a:r>
                    </a:p>
                    <a:p>
                      <a:pPr fontAlgn="t"/>
                      <a:b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en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Онлайн редактор Р7-Офис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CommuniGate Pro - email </a:t>
                      </a:r>
                      <a: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сервер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7624336"/>
                  </a:ext>
                </a:extLst>
              </a:tr>
              <a:tr h="65668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Собственная разработка сервисов </a:t>
                      </a:r>
                      <a:endParaRPr lang="ru-RU" sz="1500">
                        <a:effectLst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1500">
                          <a:effectLst/>
                        </a:rPr>
                      </a:br>
                      <a:endParaRPr lang="ru-RU" sz="1500">
                        <a:effectLst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9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потенциально 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S3 </a:t>
                      </a:r>
                      <a: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на 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CEPH </a:t>
                      </a:r>
                      <a: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или купить </a:t>
                      </a:r>
                      <a:r>
                        <a:rPr lang="en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PlatformCraft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потенциально купить </a:t>
                      </a:r>
                      <a:r>
                        <a:rPr lang="en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PlatformCraft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форкнуть </a:t>
                      </a:r>
                      <a:r>
                        <a:rPr lang="en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Native K8S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форкнуть </a:t>
                      </a:r>
                      <a:r>
                        <a:rPr lang="en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Workspace </a:t>
                      </a:r>
                      <a: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и </a:t>
                      </a:r>
                      <a:r>
                        <a:rPr lang="en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DF Chat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потенциально </a:t>
                      </a:r>
                      <a:r>
                        <a:rPr lang="en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iRedAdmin - </a:t>
                      </a:r>
                      <a: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в качестве почтового сервера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285818"/>
                  </a:ext>
                </a:extLst>
              </a:tr>
              <a:tr h="79471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Подключение технологических партнеров</a:t>
                      </a:r>
                      <a:endParaRPr lang="ru-RU" sz="1500">
                        <a:effectLst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1500">
                          <a:effectLst/>
                        </a:rPr>
                      </a:br>
                      <a:endParaRPr lang="ru-RU" sz="1500">
                        <a:effectLst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PlatformCraft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запись потока видео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облачный 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play-out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Sangfor</a:t>
                      </a:r>
                      <a:r>
                        <a:rPr lang="e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- NGFW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endParaRPr lang="ru-RU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2284" marR="52284" marT="52284" marB="5228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43033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06592F0-D999-C540-BEE1-A48D614AC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8845" y="1935867"/>
            <a:ext cx="11522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06281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uotone. Title">
  <a:themeElements>
    <a:clrScheme name="Custom 24">
      <a:dk1>
        <a:srgbClr val="1E1E1E"/>
      </a:dk1>
      <a:lt1>
        <a:srgbClr val="FFFFFF"/>
      </a:lt1>
      <a:dk2>
        <a:srgbClr val="1E1E1E"/>
      </a:dk2>
      <a:lt2>
        <a:srgbClr val="F8F8F8"/>
      </a:lt2>
      <a:accent1>
        <a:srgbClr val="FFC800"/>
      </a:accent1>
      <a:accent2>
        <a:srgbClr val="F59B19"/>
      </a:accent2>
      <a:accent3>
        <a:srgbClr val="00C8F0"/>
      </a:accent3>
      <a:accent4>
        <a:srgbClr val="1EBEAA"/>
      </a:accent4>
      <a:accent5>
        <a:srgbClr val="0032FA"/>
      </a:accent5>
      <a:accent6>
        <a:srgbClr val="6332C8"/>
      </a:accent6>
      <a:hlink>
        <a:srgbClr val="F07300"/>
      </a:hlink>
      <a:folHlink>
        <a:srgbClr val="E5093B"/>
      </a:folHlink>
    </a:clrScheme>
    <a:fontScheme name="Custom 4">
      <a:majorFont>
        <a:latin typeface="Beeline Sans"/>
        <a:ea typeface=""/>
        <a:cs typeface=""/>
      </a:majorFont>
      <a:minorFont>
        <a:latin typeface="Beelin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2.xml><?xml version="1.0" encoding="utf-8"?>
<a:theme xmlns:a="http://schemas.openxmlformats.org/drawingml/2006/main" name="Duotone. Content">
  <a:themeElements>
    <a:clrScheme name="Custom 24">
      <a:dk1>
        <a:srgbClr val="1E1E1E"/>
      </a:dk1>
      <a:lt1>
        <a:srgbClr val="FFFFFF"/>
      </a:lt1>
      <a:dk2>
        <a:srgbClr val="1E1E1E"/>
      </a:dk2>
      <a:lt2>
        <a:srgbClr val="F8F8F8"/>
      </a:lt2>
      <a:accent1>
        <a:srgbClr val="FFC800"/>
      </a:accent1>
      <a:accent2>
        <a:srgbClr val="F59B19"/>
      </a:accent2>
      <a:accent3>
        <a:srgbClr val="00C8F0"/>
      </a:accent3>
      <a:accent4>
        <a:srgbClr val="1EBEAA"/>
      </a:accent4>
      <a:accent5>
        <a:srgbClr val="0032FA"/>
      </a:accent5>
      <a:accent6>
        <a:srgbClr val="6332C8"/>
      </a:accent6>
      <a:hlink>
        <a:srgbClr val="F07300"/>
      </a:hlink>
      <a:folHlink>
        <a:srgbClr val="E5093B"/>
      </a:folHlink>
    </a:clrScheme>
    <a:fontScheme name="Custom 4">
      <a:majorFont>
        <a:latin typeface="Beeline Sans"/>
        <a:ea typeface=""/>
        <a:cs typeface=""/>
      </a:majorFont>
      <a:minorFont>
        <a:latin typeface="Beelin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27972</TotalTime>
  <Words>172</Words>
  <Application>Microsoft Macintosh PowerPoint</Application>
  <PresentationFormat>Произвольный</PresentationFormat>
  <Paragraphs>55</Paragraphs>
  <Slides>2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0" baseType="lpstr">
      <vt:lpstr>Arial</vt:lpstr>
      <vt:lpstr>Beeline Sans</vt:lpstr>
      <vt:lpstr>Beeline Sans V0.3 Black</vt:lpstr>
      <vt:lpstr>Beeline Sans V0.3 Regular</vt:lpstr>
      <vt:lpstr>Calibri</vt:lpstr>
      <vt:lpstr>Duotone. Title</vt:lpstr>
      <vt:lpstr>Duotone. Content</vt:lpstr>
      <vt:lpstr>Слайд think-cell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530</cp:revision>
  <cp:lastPrinted>2017-08-06T18:41:35Z</cp:lastPrinted>
  <dcterms:created xsi:type="dcterms:W3CDTF">2017-08-04T16:03:42Z</dcterms:created>
  <dcterms:modified xsi:type="dcterms:W3CDTF">2022-09-05T12:04:44Z</dcterms:modified>
</cp:coreProperties>
</file>