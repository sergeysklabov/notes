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49134-564E-4C5B-BF25-81416510A1FE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66C90E-FEA7-4C36-8A42-94AA24087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14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8F6BB-C386-4BAD-9F6B-8585808BC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C2DFDC-39B2-457B-9C30-324EBC7D2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D896EB-0D41-4795-9701-41D6A962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769967-E2D5-4D2F-A669-5A629FC8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05AC1D-AFFD-49F1-B1F5-561155E2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14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56025-6388-4B5E-9055-A2087DA91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51274A-402D-4E11-A186-2068D31D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450633-11A5-485D-B0CD-7D2BA89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ACF6C0-EFFB-4D62-AA49-B8413DAB4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7C5E74-34B9-4AD4-80D9-131D7C21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0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03116-FF24-45C0-999D-C46058FC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9B5BEC-BD7A-453A-B3B1-B1153AA61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0D48B1-768F-4836-BC02-A4887A7A7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5E4342-E198-42A9-8C48-603CAAE3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67E683-BB74-4803-BD7E-73D82B77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773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B3C24-DAD9-4B1A-9C9E-60E144CA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1A5424-606B-4D6A-9BD6-0F9AA8834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4B6A0B-84BA-43F6-80EA-194D1B62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E9E480-DB50-402E-987B-5346F9A9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FD9D5F-F250-47CA-856B-D392C654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628C93-9FA8-464D-8CA5-0898A6AC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25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B8297-F69F-424C-851B-764EA613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CCBD82-45E8-4373-A254-39813E20C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F501F3-0446-48C4-8143-285B9EECB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343632-2C12-4EF2-9121-14977CF92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BF9C801-D670-48E8-9C58-348BE278B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668381-5208-47E0-A916-6FDC978C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08DE58-AEFF-4FC3-99E8-5C3ADA554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A2EB17E-E976-433E-A657-847072EF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908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CA5FC-777E-4FA9-8AA6-3CC98BF3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4BAD43-0211-4E6A-95CB-EC892FCD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8DCBF0-C717-4C67-B14C-622D035D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1421AB-A615-464E-8483-6CD9A41D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36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E5DFA4-D015-4C42-A2E2-C05C8FDB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F2EEE6-DD75-4C67-B555-A006D689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47AD9D-71B2-4096-94E2-999D443A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68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ACE60-176E-4726-B6DB-E8100A33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37A434-1CD3-4078-9314-CE0D44707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B27775-A2E2-4C1E-9326-673328B0F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B26F6B-B3D4-46DE-B9CC-4F7BF792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A7CE9C-4C7F-4DBA-85DF-E7E909F4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003A37-442E-451E-864A-91D3A33B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56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C1E4F-4B80-4AB4-8683-677AA0A5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E7F4DF-DAD4-4BE7-85D3-73686C3C8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850EEB-B249-4A59-92F1-0A5F80015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09666F-0853-436B-94D5-C3D60CB2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25DBAE-E774-4CEF-8BAD-421FEF4F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436CE1-6C29-4916-ADEE-9C11294E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44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76183-958D-45DF-A745-8026770E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ABD2D2-B9D9-417A-9852-8BBC16E64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70B806-B9DE-4A9C-9A8C-D344FEA17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E66B16-5BCD-4EBD-AAE0-5171AEC8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A42DC-9714-4A59-A195-49D1ED43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97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2C5F2E-D483-4697-9145-6C87A92C2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B524AC-CBEE-407B-B921-DAF979F30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FD18A4-5946-45ED-968D-8230F84C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E9D057-5639-450B-AFE5-2C4BE6B0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23C927-69BA-45BE-82CA-58D83E51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472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256F47-5A40-492B-88F3-D6181292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CD4E40-C60E-4DB3-A28B-8284F6613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57C9D0-328B-4572-8B0B-4AED8DBF5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2A08B-B46C-49DC-9F91-D978781D1E72}" type="datetimeFigureOut">
              <a:rPr lang="ru-RU" smtClean="0"/>
              <a:t>15.11.2021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2B7F4D-1DB2-49D8-93F9-829D43764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5042A4-4437-4EE8-B0C2-F83A3156E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30FB-463B-4BEE-801C-AF3E3BFBC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64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3375A-B95D-4CBC-88E8-A78847AD5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8631"/>
            <a:ext cx="9144000" cy="983274"/>
          </a:xfrm>
        </p:spPr>
        <p:txBody>
          <a:bodyPr/>
          <a:lstStyle/>
          <a:p>
            <a:r>
              <a:rPr lang="ru-RU" dirty="0"/>
              <a:t>Виды </a:t>
            </a:r>
            <a:r>
              <a:rPr lang="en-US" dirty="0" err="1"/>
              <a:t>DaaS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9F82C-D674-4F11-B758-6DDEAABC73D7}"/>
              </a:ext>
            </a:extLst>
          </p:cNvPr>
          <p:cNvSpPr txBox="1"/>
          <p:nvPr/>
        </p:nvSpPr>
        <p:spPr>
          <a:xfrm>
            <a:off x="1114337" y="1392571"/>
            <a:ext cx="3464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Cloud</a:t>
            </a:r>
            <a:endParaRPr lang="ru-RU" sz="28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DD9BB-8DF9-4EE8-A08B-4223756D89DA}"/>
              </a:ext>
            </a:extLst>
          </p:cNvPr>
          <p:cNvSpPr txBox="1"/>
          <p:nvPr/>
        </p:nvSpPr>
        <p:spPr>
          <a:xfrm>
            <a:off x="7306811" y="1392571"/>
            <a:ext cx="2038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Classic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20BF70-4659-4A2E-8F63-AF1348F8FF8C}"/>
              </a:ext>
            </a:extLst>
          </p:cNvPr>
          <p:cNvSpPr txBox="1"/>
          <p:nvPr/>
        </p:nvSpPr>
        <p:spPr>
          <a:xfrm>
            <a:off x="1082181" y="2016457"/>
            <a:ext cx="36240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Быстрое разворачивание</a:t>
            </a:r>
          </a:p>
          <a:p>
            <a:pPr marL="342900" indent="-342900">
              <a:buAutoNum type="arabicPeriod"/>
            </a:pPr>
            <a:r>
              <a:rPr lang="ru-RU" dirty="0"/>
              <a:t>Только </a:t>
            </a:r>
            <a:r>
              <a:rPr lang="en-US" dirty="0"/>
              <a:t>Windows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«Сырой» продукт, из за чего есть множество проблем</a:t>
            </a:r>
            <a:endParaRPr lang="en-US" dirty="0"/>
          </a:p>
          <a:p>
            <a:pPr marL="342900" indent="-342900">
              <a:buAutoNum type="arabicPeriod"/>
            </a:pPr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D6146A5-4D62-48D7-A512-FDC961871FF4}"/>
              </a:ext>
            </a:extLst>
          </p:cNvPr>
          <p:cNvCxnSpPr>
            <a:cxnSpLocks/>
          </p:cNvCxnSpPr>
          <p:nvPr/>
        </p:nvCxnSpPr>
        <p:spPr>
          <a:xfrm>
            <a:off x="5813571" y="1291905"/>
            <a:ext cx="0" cy="5134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A451BB-B211-4C20-9E2F-F4B6B04100EA}"/>
              </a:ext>
            </a:extLst>
          </p:cNvPr>
          <p:cNvSpPr txBox="1"/>
          <p:nvPr/>
        </p:nvSpPr>
        <p:spPr>
          <a:xfrm>
            <a:off x="6378430" y="2016457"/>
            <a:ext cx="3624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Долгое разворачивание</a:t>
            </a:r>
          </a:p>
          <a:p>
            <a:pPr marL="342900" indent="-342900">
              <a:buAutoNum type="arabicPeriod"/>
            </a:pPr>
            <a:r>
              <a:rPr lang="ru-RU" dirty="0"/>
              <a:t>Дороже</a:t>
            </a:r>
          </a:p>
          <a:p>
            <a:pPr marL="342900" indent="-342900">
              <a:buAutoNum type="arabicPeriod"/>
            </a:pPr>
            <a:r>
              <a:rPr lang="ru-RU" dirty="0"/>
              <a:t>Стабильное решение</a:t>
            </a:r>
            <a:endParaRPr lang="en-US" dirty="0"/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150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30A2203-40C6-447B-BEBA-724C5715E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62" y="1000125"/>
            <a:ext cx="974407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0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8D23D6-5A19-4AB2-850D-252E311C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66675"/>
            <a:ext cx="9715500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79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188DA6-89C1-4095-83A0-57856597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21" y="0"/>
            <a:ext cx="9204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7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AC2B5D-598F-44BC-B018-CCD569527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15" y="0"/>
            <a:ext cx="9994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1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732272-90CD-4A9C-AE82-4CA9F064F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07" y="0"/>
            <a:ext cx="9624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506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24</Words>
  <Application>Microsoft Office PowerPoint</Application>
  <PresentationFormat>Широкоэкранный</PresentationFormat>
  <Paragraphs>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Виды DaaS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Виды DaaS</dc:title>
  <dc:creator>Каранчук Андрей Геннадиевич</dc:creator>
  <cp:lastModifiedBy>Каранчук Андрей Геннадиевич</cp:lastModifiedBy>
  <cp:revision>9</cp:revision>
  <dcterms:created xsi:type="dcterms:W3CDTF">2021-11-15T08:51:52Z</dcterms:created>
  <dcterms:modified xsi:type="dcterms:W3CDTF">2021-11-16T15:55:48Z</dcterms:modified>
</cp:coreProperties>
</file>