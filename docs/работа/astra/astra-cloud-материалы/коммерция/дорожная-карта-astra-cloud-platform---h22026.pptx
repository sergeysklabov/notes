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3.xml" ContentType="application/vnd.openxmlformats-officedocument.theme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theme/theme4.xml" ContentType="application/vnd.openxmlformats-officedocument.theme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theme/theme5.xml" ContentType="application/vnd.openxmlformats-officedocument.theme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61" r:id="rId2"/>
    <p:sldMasterId id="2147483674" r:id="rId3"/>
    <p:sldMasterId id="2147483687" r:id="rId4"/>
    <p:sldMasterId id="2147483700" r:id="rId5"/>
    <p:sldMasterId id="2147483713" r:id="rId6"/>
  </p:sldMasterIdLst>
  <p:notesMasterIdLst>
    <p:notesMasterId r:id="rId8"/>
  </p:notesMasterIdLst>
  <p:handoutMasterIdLst>
    <p:handoutMasterId r:id="rId9"/>
  </p:handoutMasterIdLst>
  <p:sldIdLst>
    <p:sldId id="256" r:id="rId7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">
    <a:wholeTbl>
      <a:tcStyle>
        <a:tcBdr/>
      </a:tcStyle>
    </a:wholeTbl>
    <a:band1H>
      <a:tcStyle>
        <a:tcBdr/>
      </a:tcStyle>
    </a:band1H>
    <a:band2H>
      <a:tcStyle>
        <a:tcBdr/>
      </a:tcStyle>
    </a:band2H>
    <a:band1V>
      <a:tcStyle>
        <a:tcBdr/>
      </a:tcStyle>
    </a:band1V>
    <a:band2V>
      <a:tcStyle>
        <a:tcBdr/>
      </a:tcStyle>
    </a:band2V>
    <a:lastCol>
      <a:tcStyle>
        <a:tcBdr/>
      </a:tcStyle>
    </a:lastCol>
    <a:firstCol>
      <a:tcStyle>
        <a:tcBdr/>
      </a:tcStyle>
    </a:firstCol>
    <a:lastRow>
      <a:tcStyle>
        <a:tcBdr/>
      </a:tcStyle>
    </a:lastRow>
    <a:firstRow>
      <a:tcStyle>
        <a:tcBdr/>
      </a:tcStyle>
    </a:firstRow>
  </a:tblStyle>
  <a:tblStyle styleId="{073A0DAA-6AF3-43AB-8588-CEC1D06C72B9}" styleName="">
    <a:wholeTbl>
      <a:tcStyle>
        <a:tcBdr/>
      </a:tcStyle>
    </a:wholeTbl>
    <a:band1H>
      <a:tcStyle>
        <a:tcBdr/>
      </a:tcStyle>
    </a:band1H>
    <a:band2H>
      <a:tcStyle>
        <a:tcBdr/>
      </a:tcStyle>
    </a:band2H>
    <a:band1V>
      <a:tcStyle>
        <a:tcBdr/>
      </a:tcStyle>
    </a:band1V>
    <a:band2V>
      <a:tcStyle>
        <a:tcBdr/>
      </a:tcStyle>
    </a:band2V>
    <a:lastCol>
      <a:tcStyle>
        <a:tcBdr/>
      </a:tcStyle>
    </a:lastCol>
    <a:firstCol>
      <a:tcStyle>
        <a:tcBdr/>
      </a:tcStyle>
    </a:firstCol>
    <a:lastRow>
      <a:tcStyle>
        <a:tcBdr/>
      </a:tcStyle>
    </a:lastRow>
    <a:firstRow>
      <a:tcStyle>
        <a:tcBdr/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945"/>
    <p:restoredTop sz="94562"/>
  </p:normalViewPr>
  <p:slideViewPr>
    <p:cSldViewPr snapToGrid="0">
      <p:cViewPr varScale="1">
        <p:scale>
          <a:sx n="108" d="100"/>
          <a:sy n="108" d="100"/>
        </p:scale>
        <p:origin x="41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1.xml"/><Relationship Id="rId12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viewProps" Target="viewProps.xml"/><Relationship Id="rId5" Type="http://schemas.openxmlformats.org/officeDocument/2006/relationships/slideMaster" Target="slideMasters/slideMaster5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4.xml"/><Relationship Id="rId9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>
            <a:extLst>
              <a:ext uri="{FF2B5EF4-FFF2-40B4-BE49-F238E27FC236}">
                <a16:creationId xmlns:a16="http://schemas.microsoft.com/office/drawing/2014/main" id="{08EB5EBE-C1B9-B307-AEAD-98936175DA6C}"/>
              </a:ext>
            </a:extLst>
          </p:cNvPr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2976173" cy="45690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78903" tIns="39452" rIns="78903" bIns="39452" anchorCtr="0" compatLnSpc="0">
            <a:noAutofit/>
          </a:bodyPr>
          <a:lstStyle/>
          <a:p>
            <a:pPr hangingPunct="0">
              <a:defRPr sz="1400"/>
            </a:pPr>
            <a:endParaRPr lang="ru-RU" sz="1200">
              <a:latin typeface="Liberation Sans" pitchFamily="18"/>
              <a:ea typeface="Noto Sans CJK SC" pitchFamily="2"/>
              <a:cs typeface="FreeSans" pitchFamily="2"/>
            </a:endParaRP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A9F51580-114A-1E96-EEA1-42F8536CC9C2}"/>
              </a:ext>
            </a:extLst>
          </p:cNvPr>
          <p:cNvSpPr txBox="1">
            <a:spLocks noGrp="1"/>
          </p:cNvSpPr>
          <p:nvPr>
            <p:ph type="dt" sz="quarter" idx="1"/>
          </p:nvPr>
        </p:nvSpPr>
        <p:spPr>
          <a:xfrm>
            <a:off x="3881795" y="0"/>
            <a:ext cx="2976173" cy="45690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78903" tIns="39452" rIns="78903" bIns="39452" anchorCtr="0" compatLnSpc="0">
            <a:noAutofit/>
          </a:bodyPr>
          <a:lstStyle/>
          <a:p>
            <a:pPr algn="r" hangingPunct="0">
              <a:defRPr sz="1400"/>
            </a:pPr>
            <a:endParaRPr lang="ru-RU" sz="1200">
              <a:latin typeface="Liberation Sans" pitchFamily="18"/>
              <a:ea typeface="Noto Sans CJK SC" pitchFamily="2"/>
              <a:cs typeface="FreeSans" pitchFamily="2"/>
            </a:endParaRPr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BD6489F8-2FB5-B78F-6590-E32B0CF8CFDE}"/>
              </a:ext>
            </a:extLst>
          </p:cNvPr>
          <p:cNvSpPr txBox="1">
            <a:spLocks noGrp="1"/>
          </p:cNvSpPr>
          <p:nvPr>
            <p:ph type="ftr" sz="quarter" idx="2"/>
          </p:nvPr>
        </p:nvSpPr>
        <p:spPr>
          <a:xfrm>
            <a:off x="0" y="8686952"/>
            <a:ext cx="2976173" cy="45690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78903" tIns="39452" rIns="78903" bIns="39452" anchor="b" anchorCtr="0" compatLnSpc="0">
            <a:noAutofit/>
          </a:bodyPr>
          <a:lstStyle/>
          <a:p>
            <a:pPr hangingPunct="0">
              <a:defRPr sz="1400"/>
            </a:pPr>
            <a:endParaRPr lang="ru-RU" sz="1200">
              <a:latin typeface="Liberation Sans" pitchFamily="18"/>
              <a:ea typeface="Noto Sans CJK SC" pitchFamily="2"/>
              <a:cs typeface="FreeSans" pitchFamily="2"/>
            </a:endParaRP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E562D6BA-2DDD-9BD8-6CD8-0B25EA327449}"/>
              </a:ext>
            </a:extLst>
          </p:cNvPr>
          <p:cNvSpPr txBox="1">
            <a:spLocks noGrp="1"/>
          </p:cNvSpPr>
          <p:nvPr>
            <p:ph type="sldNum" sz="quarter" idx="3"/>
          </p:nvPr>
        </p:nvSpPr>
        <p:spPr>
          <a:xfrm>
            <a:off x="3881795" y="8686952"/>
            <a:ext cx="2976173" cy="45690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78903" tIns="39452" rIns="78903" bIns="39452" anchor="b" anchorCtr="0" compatLnSpc="0">
            <a:noAutofit/>
          </a:bodyPr>
          <a:lstStyle/>
          <a:p>
            <a:pPr algn="r" hangingPunct="0">
              <a:defRPr sz="1400"/>
            </a:pPr>
            <a:fld id="{14C5D70E-9473-1F41-828B-3C14FFB50513}" type="slidenum">
              <a:t>‹#›</a:t>
            </a:fld>
            <a:endParaRPr lang="ru-RU" sz="1200">
              <a:latin typeface="Liberation Sans" pitchFamily="18"/>
              <a:ea typeface="Noto Sans CJK SC" pitchFamily="2"/>
              <a:cs typeface="FreeSans" pitchFamily="2"/>
            </a:endParaRPr>
          </a:p>
        </p:txBody>
      </p:sp>
    </p:spTree>
    <p:extLst>
      <p:ext uri="{BB962C8B-B14F-4D97-AF65-F5344CB8AC3E}">
        <p14:creationId xmlns:p14="http://schemas.microsoft.com/office/powerpoint/2010/main" val="36070256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>
            <a:extLst>
              <a:ext uri="{FF2B5EF4-FFF2-40B4-BE49-F238E27FC236}">
                <a16:creationId xmlns:a16="http://schemas.microsoft.com/office/drawing/2014/main" id="{057E59C8-9539-4BC6-4576-DD7C94443B5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6000" y="812520"/>
            <a:ext cx="7127279" cy="4008959"/>
          </a:xfrm>
          <a:prstGeom prst="rect">
            <a:avLst/>
          </a:prstGeom>
          <a:noFill/>
          <a:ln>
            <a:noFill/>
            <a:prstDash val="solid"/>
          </a:ln>
        </p:spPr>
      </p:sp>
      <p:sp>
        <p:nvSpPr>
          <p:cNvPr id="3" name="PlaceHolder 2">
            <a:extLst>
              <a:ext uri="{FF2B5EF4-FFF2-40B4-BE49-F238E27FC236}">
                <a16:creationId xmlns:a16="http://schemas.microsoft.com/office/drawing/2014/main" id="{8C834097-CE8C-1153-4606-5EAB16F1FD14}"/>
              </a:ext>
            </a:extLst>
          </p:cNvPr>
          <p:cNvSpPr txBox="1">
            <a:spLocks noGrp="1"/>
          </p:cNvSpPr>
          <p:nvPr>
            <p:ph type="body" sz="quarter" idx="3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>
            <a:noAutofit/>
          </a:bodyPr>
          <a:lstStyle/>
          <a:p>
            <a:pPr lvl="0"/>
            <a:r>
              <a:rPr lang="ru-RU"/>
              <a:t>Для правки формата примечаний щёлкните мышью</a:t>
            </a:r>
          </a:p>
        </p:txBody>
      </p:sp>
      <p:sp>
        <p:nvSpPr>
          <p:cNvPr id="4" name="PlaceHolder 3">
            <a:extLst>
              <a:ext uri="{FF2B5EF4-FFF2-40B4-BE49-F238E27FC236}">
                <a16:creationId xmlns:a16="http://schemas.microsoft.com/office/drawing/2014/main" id="{DE4D3711-087E-F001-7AA8-26DC26B935FF}"/>
              </a:ext>
            </a:extLst>
          </p:cNvPr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>
            <a:noAutofit/>
          </a:bodyPr>
          <a:lstStyle>
            <a:lvl1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ru-RU" sz="1400" b="0" i="0" u="none" strike="noStrike" kern="1200" cap="none" spc="0" baseline="0">
                <a:solidFill>
                  <a:srgbClr val="000000"/>
                </a:solidFill>
                <a:latin typeface="Times New Roman"/>
                <a:ea typeface="DejaVu Sans"/>
                <a:cs typeface="DejaVu Sans"/>
              </a:defRPr>
            </a:lvl1pPr>
          </a:lstStyle>
          <a:p>
            <a:pPr lvl="0"/>
            <a:r>
              <a:rPr lang="ru-RU"/>
              <a:t>&lt;верхний колонтитул&gt;</a:t>
            </a:r>
          </a:p>
        </p:txBody>
      </p:sp>
      <p:sp>
        <p:nvSpPr>
          <p:cNvPr id="5" name="PlaceHolder 4">
            <a:extLst>
              <a:ext uri="{FF2B5EF4-FFF2-40B4-BE49-F238E27FC236}">
                <a16:creationId xmlns:a16="http://schemas.microsoft.com/office/drawing/2014/main" id="{98F19EFB-CCC5-D1B7-F34B-084F4610B029}"/>
              </a:ext>
            </a:extLst>
          </p:cNvPr>
          <p:cNvSpPr txBox="1"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>
            <a:noAutofit/>
          </a:bodyPr>
          <a:lstStyle>
            <a:lvl1pPr marL="0" marR="0" lvl="0" indent="0" algn="r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ru-RU" sz="1400" b="0" i="0" u="none" strike="noStrike" kern="1200" cap="none" spc="0" baseline="0">
                <a:solidFill>
                  <a:srgbClr val="000000"/>
                </a:solidFill>
                <a:latin typeface="Times New Roman"/>
                <a:ea typeface="DejaVu Sans"/>
                <a:cs typeface="DejaVu Sans"/>
              </a:defRPr>
            </a:lvl1pPr>
          </a:lstStyle>
          <a:p>
            <a:pPr lvl="0"/>
            <a:r>
              <a:rPr lang="ru-RU"/>
              <a:t>&lt;дата/время&gt;</a:t>
            </a:r>
          </a:p>
        </p:txBody>
      </p:sp>
      <p:sp>
        <p:nvSpPr>
          <p:cNvPr id="6" name="PlaceHolder 5">
            <a:extLst>
              <a:ext uri="{FF2B5EF4-FFF2-40B4-BE49-F238E27FC236}">
                <a16:creationId xmlns:a16="http://schemas.microsoft.com/office/drawing/2014/main" id="{3EC1EC53-C2CB-DDD5-8137-64574A62B81B}"/>
              </a:ext>
            </a:extLst>
          </p:cNvPr>
          <p:cNvSpPr txBox="1">
            <a:spLocks noGrp="1"/>
          </p:cNvSpPr>
          <p:nvPr>
            <p:ph type="ftr" sz="quarter" idx="4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b" anchorCtr="0">
            <a:noAutofit/>
          </a:bodyPr>
          <a:lstStyle>
            <a:lvl1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ru-RU" sz="1400" b="0" i="0" u="none" strike="noStrike" kern="1200" cap="none" spc="0" baseline="0">
                <a:solidFill>
                  <a:srgbClr val="000000"/>
                </a:solidFill>
                <a:latin typeface="Times New Roman"/>
                <a:ea typeface="DejaVu Sans"/>
                <a:cs typeface="DejaVu Sans"/>
              </a:defRPr>
            </a:lvl1pPr>
          </a:lstStyle>
          <a:p>
            <a:pPr lvl="0"/>
            <a:r>
              <a:rPr lang="ru-RU"/>
              <a:t>&lt;нижний колонтитул&gt;</a:t>
            </a:r>
          </a:p>
        </p:txBody>
      </p:sp>
      <p:sp>
        <p:nvSpPr>
          <p:cNvPr id="7" name="PlaceHolder 6">
            <a:extLst>
              <a:ext uri="{FF2B5EF4-FFF2-40B4-BE49-F238E27FC236}">
                <a16:creationId xmlns:a16="http://schemas.microsoft.com/office/drawing/2014/main" id="{01C96BCF-009D-5880-223B-9317CC88F706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b" anchorCtr="0">
            <a:noAutofit/>
          </a:bodyPr>
          <a:lstStyle>
            <a:lvl1pPr marL="0" marR="0" lvl="0" indent="0" algn="r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ru-RU" sz="1400" b="0" i="0" u="none" strike="noStrike" kern="1200" cap="none" spc="0" baseline="0">
                <a:solidFill>
                  <a:srgbClr val="000000"/>
                </a:solidFill>
                <a:latin typeface="Times New Roman"/>
                <a:ea typeface="DejaVu Sans"/>
                <a:cs typeface="DejaVu Sans"/>
              </a:defRPr>
            </a:lvl1pPr>
          </a:lstStyle>
          <a:p>
            <a:pPr lvl="0"/>
            <a:fld id="{20803C83-2CB9-1942-8403-3E9EF79E8759}" type="slidenum"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925374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216000" marR="0" lvl="0" indent="0" algn="l" rtl="0" hangingPunct="1">
      <a:lnSpc>
        <a:spcPct val="100000"/>
      </a:lnSpc>
      <a:spcBef>
        <a:spcPts val="0"/>
      </a:spcBef>
      <a:spcAft>
        <a:spcPts val="0"/>
      </a:spcAft>
      <a:buNone/>
      <a:tabLst/>
      <a:defRPr lang="ru-RU" sz="2000" b="0" i="0" u="none" strike="noStrike" kern="1200" cap="none" spc="0" baseline="0">
        <a:ln>
          <a:noFill/>
        </a:ln>
        <a:solidFill>
          <a:srgbClr val="000000"/>
        </a:solidFill>
        <a:highlight>
          <a:scrgbClr r="0" g="0" b="0">
            <a:alpha val="0"/>
          </a:scrgbClr>
        </a:highlight>
        <a:latin typeface="Arial" pitchFamily="18"/>
        <a:ea typeface="DejaVu Sans" pitchFamily="2"/>
        <a:cs typeface="DejaVu Sans" pitchFamily="2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3">
            <a:extLst>
              <a:ext uri="{FF2B5EF4-FFF2-40B4-BE49-F238E27FC236}">
                <a16:creationId xmlns:a16="http://schemas.microsoft.com/office/drawing/2014/main" id="{6EFBC5A9-D3F1-9889-4B30-A9B44AF03A98}"/>
              </a:ext>
            </a:extLst>
          </p:cNvPr>
          <p:cNvSpPr txBox="1">
            <a:spLocks noGrp="1"/>
          </p:cNvSpPr>
          <p:nvPr>
            <p:ph type="hdr" sz="quarter"/>
          </p:nvPr>
        </p:nvSpPr>
        <p:spPr>
          <a:ln/>
        </p:spPr>
        <p:txBody>
          <a:bodyPr vert="horz" wrap="square" lIns="0" tIns="0" rIns="0" bIns="0" anchor="t" anchorCtr="0">
            <a:noAutofit/>
          </a:bodyPr>
          <a:lstStyle/>
          <a:p>
            <a:pPr lvl="0"/>
            <a:r>
              <a:rPr lang="ru-RU"/>
              <a:t>&lt;верхний колонтитул&gt;</a:t>
            </a:r>
          </a:p>
        </p:txBody>
      </p:sp>
      <p:sp>
        <p:nvSpPr>
          <p:cNvPr id="5" name="PlaceHolder 4">
            <a:extLst>
              <a:ext uri="{FF2B5EF4-FFF2-40B4-BE49-F238E27FC236}">
                <a16:creationId xmlns:a16="http://schemas.microsoft.com/office/drawing/2014/main" id="{91767FEB-01B4-D153-EEB1-FC884F5CA323}"/>
              </a:ext>
            </a:extLst>
          </p:cNvPr>
          <p:cNvSpPr txBox="1">
            <a:spLocks noGrp="1"/>
          </p:cNvSpPr>
          <p:nvPr>
            <p:ph type="dt" idx="1"/>
          </p:nvPr>
        </p:nvSpPr>
        <p:spPr>
          <a:ln/>
        </p:spPr>
        <p:txBody>
          <a:bodyPr vert="horz" wrap="square" lIns="0" tIns="0" rIns="0" bIns="0" anchor="t" anchorCtr="0">
            <a:noAutofit/>
          </a:bodyPr>
          <a:lstStyle/>
          <a:p>
            <a:pPr lvl="0"/>
            <a:r>
              <a:rPr lang="ru-RU"/>
              <a:t>&lt;дата/время&gt;</a:t>
            </a:r>
          </a:p>
        </p:txBody>
      </p:sp>
      <p:sp>
        <p:nvSpPr>
          <p:cNvPr id="6" name="PlaceHolder 5">
            <a:extLst>
              <a:ext uri="{FF2B5EF4-FFF2-40B4-BE49-F238E27FC236}">
                <a16:creationId xmlns:a16="http://schemas.microsoft.com/office/drawing/2014/main" id="{4FA4880D-B9B5-8ADF-5304-938D4AF5BFCE}"/>
              </a:ext>
            </a:extLst>
          </p:cNvPr>
          <p:cNvSpPr txBox="1">
            <a:spLocks noGrp="1"/>
          </p:cNvSpPr>
          <p:nvPr>
            <p:ph type="ftr" sz="quarter" idx="4"/>
          </p:nvPr>
        </p:nvSpPr>
        <p:spPr>
          <a:ln/>
        </p:spPr>
        <p:txBody>
          <a:bodyPr vert="horz" wrap="square" lIns="0" tIns="0" rIns="0" bIns="0" anchor="b" anchorCtr="0">
            <a:noAutofit/>
          </a:bodyPr>
          <a:lstStyle/>
          <a:p>
            <a:pPr lvl="0"/>
            <a:r>
              <a:rPr lang="ru-RU"/>
              <a:t>&lt;нижний колонтитул&gt;</a:t>
            </a:r>
          </a:p>
        </p:txBody>
      </p:sp>
      <p:sp>
        <p:nvSpPr>
          <p:cNvPr id="7" name="PlaceHolder 6">
            <a:extLst>
              <a:ext uri="{FF2B5EF4-FFF2-40B4-BE49-F238E27FC236}">
                <a16:creationId xmlns:a16="http://schemas.microsoft.com/office/drawing/2014/main" id="{E312B805-E4D5-47D3-7F0B-11A965512563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wrap="square" lIns="0" tIns="0" rIns="0" bIns="0" anchor="b" anchorCtr="0">
            <a:noAutofit/>
          </a:bodyPr>
          <a:lstStyle/>
          <a:p>
            <a:pPr lvl="0"/>
            <a:fld id="{335E2BB0-5BCF-A945-994A-19C08668DC62}" type="slidenum">
              <a:t>1</a:t>
            </a:fld>
            <a:endParaRPr lang="ru-RU"/>
          </a:p>
        </p:txBody>
      </p:sp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835AACB3-FED9-4A35-BAAF-BD4CB515581B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217488" y="812800"/>
            <a:ext cx="7124700" cy="4008438"/>
          </a:xfrm>
          <a:solidFill>
            <a:srgbClr val="00A2FF"/>
          </a:solidFill>
          <a:ln w="12600" cap="flat">
            <a:solidFill>
              <a:srgbClr val="0076BC"/>
            </a:solidFill>
            <a:prstDash val="solid"/>
            <a:miter/>
          </a:ln>
        </p:spPr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DBCA68EC-141F-3119-0A63-3A7048CFCA12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pPr marL="0" indent="-216000" hangingPunct="0"/>
            <a:endParaRPr lang="ru-RU" dirty="0">
              <a:latin typeface="Liberation Sans" pitchFamily="18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>
            <a:extLst>
              <a:ext uri="{FF2B5EF4-FFF2-40B4-BE49-F238E27FC236}">
                <a16:creationId xmlns:a16="http://schemas.microsoft.com/office/drawing/2014/main" id="{313E4995-C16A-3C96-66C9-67F007ECFB2D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95EE70BB-7ED5-1849-8367-1B1FEB0703EF}" type="slidenum">
              <a:t>‹#›</a:t>
            </a:fld>
            <a:endParaRPr lang="ru-RU"/>
          </a:p>
        </p:txBody>
      </p:sp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D94139A9-3638-BDE6-1AFB-481C078F2FA0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/>
          <a:lstStyle>
            <a:lvl1pPr hangingPunct="0">
              <a:defRPr>
                <a:latin typeface="Liberation Sans" pitchFamily="18"/>
              </a:defRPr>
            </a:lvl1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543EECA6-D905-E2DA-A4DD-C8996BB2796A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/>
        <p:txBody>
          <a:bodyPr/>
          <a:lstStyle>
            <a:lvl1pPr hangingPunct="0">
              <a:spcBef>
                <a:spcPts val="1417"/>
              </a:spcBef>
              <a:defRPr>
                <a:latin typeface="Liberation Sans" pitchFamily="18"/>
              </a:defRPr>
            </a:lvl1pPr>
          </a:lstStyle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909409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>
            <a:extLst>
              <a:ext uri="{FF2B5EF4-FFF2-40B4-BE49-F238E27FC236}">
                <a16:creationId xmlns:a16="http://schemas.microsoft.com/office/drawing/2014/main" id="{C171753D-1E74-0A7A-F4ED-D2CE1F26272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09480" y="221040"/>
            <a:ext cx="10972440" cy="1250280"/>
          </a:xfrm>
        </p:spPr>
        <p:txBody>
          <a:bodyPr/>
          <a:lstStyle>
            <a:lvl1pPr hangingPunct="0">
              <a:defRPr>
                <a:latin typeface="Liberation Sans" pitchFamily="18"/>
                <a:ea typeface="Noto Sans CJK SC" pitchFamily="2"/>
                <a:cs typeface="FreeSans" pitchFamily="2"/>
              </a:defRPr>
            </a:lvl1pPr>
          </a:lstStyle>
          <a:p>
            <a:pPr lvl="0"/>
            <a:endParaRPr lang="ru-RU"/>
          </a:p>
        </p:txBody>
      </p:sp>
      <p:sp>
        <p:nvSpPr>
          <p:cNvPr id="3" name="PlaceHolder 2">
            <a:extLst>
              <a:ext uri="{FF2B5EF4-FFF2-40B4-BE49-F238E27FC236}">
                <a16:creationId xmlns:a16="http://schemas.microsoft.com/office/drawing/2014/main" id="{94BDE686-5B92-8BA5-786D-949DA25A8959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/>
        <p:txBody>
          <a:bodyPr anchor="ctr" anchorCtr="1">
            <a:noAutofit/>
          </a:bodyPr>
          <a:lstStyle>
            <a:lvl1pPr marL="0" indent="0" algn="ctr" hangingPunct="0">
              <a:buNone/>
              <a:defRPr>
                <a:latin typeface="Liberation Sans" pitchFamily="18"/>
                <a:ea typeface="Noto Sans CJK SC" pitchFamily="2"/>
                <a:cs typeface="FreeSans" pitchFamily="2"/>
              </a:defRPr>
            </a:lvl1pPr>
          </a:lstStyle>
          <a:p>
            <a:pPr lvl="0"/>
            <a:endParaRPr lang="ru-RU"/>
          </a:p>
        </p:txBody>
      </p:sp>
      <p:sp>
        <p:nvSpPr>
          <p:cNvPr id="4" name="PlaceHolder 3">
            <a:extLst>
              <a:ext uri="{FF2B5EF4-FFF2-40B4-BE49-F238E27FC236}">
                <a16:creationId xmlns:a16="http://schemas.microsoft.com/office/drawing/2014/main" id="{36F18976-CEF3-B2BD-6352-6F0C21055973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060D2643-BF91-1D4F-ADFA-4D3BC67031F3}" type="slidenum"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948229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_2c_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>
            <a:extLst>
              <a:ext uri="{FF2B5EF4-FFF2-40B4-BE49-F238E27FC236}">
                <a16:creationId xmlns:a16="http://schemas.microsoft.com/office/drawing/2014/main" id="{CD1AB064-5727-A304-1A3D-8E07E942116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09480" y="221040"/>
            <a:ext cx="10972440" cy="1250280"/>
          </a:xfrm>
        </p:spPr>
        <p:txBody>
          <a:bodyPr/>
          <a:lstStyle>
            <a:lvl1pPr hangingPunct="0">
              <a:defRPr>
                <a:latin typeface="Liberation Sans" pitchFamily="18"/>
                <a:ea typeface="Noto Sans CJK SC" pitchFamily="2"/>
                <a:cs typeface="FreeSans" pitchFamily="2"/>
              </a:defRPr>
            </a:lvl1pPr>
          </a:lstStyle>
          <a:p>
            <a:pPr lvl="0"/>
            <a:endParaRPr lang="ru-RU"/>
          </a:p>
        </p:txBody>
      </p:sp>
      <p:sp>
        <p:nvSpPr>
          <p:cNvPr id="3" name="PlaceHolder 2">
            <a:extLst>
              <a:ext uri="{FF2B5EF4-FFF2-40B4-BE49-F238E27FC236}">
                <a16:creationId xmlns:a16="http://schemas.microsoft.com/office/drawing/2014/main" id="{EBC9A51F-82B5-1323-B022-9514B77754C7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609480" y="1604520"/>
            <a:ext cx="10972440" cy="3977279"/>
          </a:xfrm>
        </p:spPr>
        <p:txBody>
          <a:bodyPr anchor="t" anchorCtr="0">
            <a:normAutofit/>
          </a:bodyPr>
          <a:lstStyle>
            <a:lvl1pPr hangingPunct="0">
              <a:defRPr>
                <a:latin typeface="Liberation Sans" pitchFamily="18"/>
                <a:ea typeface="Noto Sans CJK SC" pitchFamily="2"/>
                <a:cs typeface="FreeSans" pitchFamily="2"/>
              </a:defRPr>
            </a:lvl1pPr>
          </a:lstStyle>
          <a:p>
            <a:pPr lvl="0"/>
            <a:endParaRPr lang="ru-RU"/>
          </a:p>
        </p:txBody>
      </p:sp>
      <p:sp>
        <p:nvSpPr>
          <p:cNvPr id="4" name="PlaceHolder 3">
            <a:extLst>
              <a:ext uri="{FF2B5EF4-FFF2-40B4-BE49-F238E27FC236}">
                <a16:creationId xmlns:a16="http://schemas.microsoft.com/office/drawing/2014/main" id="{E8C036B3-689E-500C-758A-4F05399FCBAE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BF24AA07-42BC-BB44-80C7-001CF4BC5640}" type="slidenum"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144231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_2c_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>
            <a:extLst>
              <a:ext uri="{FF2B5EF4-FFF2-40B4-BE49-F238E27FC236}">
                <a16:creationId xmlns:a16="http://schemas.microsoft.com/office/drawing/2014/main" id="{D8B11939-CD19-2D7E-CA42-1A5FA4339D8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09480" y="221040"/>
            <a:ext cx="10972440" cy="1250280"/>
          </a:xfrm>
        </p:spPr>
        <p:txBody>
          <a:bodyPr/>
          <a:lstStyle>
            <a:lvl1pPr hangingPunct="0">
              <a:defRPr>
                <a:latin typeface="Liberation Sans" pitchFamily="18"/>
                <a:ea typeface="Noto Sans CJK SC" pitchFamily="2"/>
                <a:cs typeface="FreeSans" pitchFamily="2"/>
              </a:defRPr>
            </a:lvl1pPr>
          </a:lstStyle>
          <a:p>
            <a:pPr lvl="0"/>
            <a:endParaRPr lang="ru-RU"/>
          </a:p>
        </p:txBody>
      </p:sp>
      <p:sp>
        <p:nvSpPr>
          <p:cNvPr id="3" name="PlaceHolder 2">
            <a:extLst>
              <a:ext uri="{FF2B5EF4-FFF2-40B4-BE49-F238E27FC236}">
                <a16:creationId xmlns:a16="http://schemas.microsoft.com/office/drawing/2014/main" id="{B1474796-9768-2F97-DF55-221777FA4874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609480" y="1604520"/>
            <a:ext cx="5354280" cy="3977279"/>
          </a:xfrm>
        </p:spPr>
        <p:txBody>
          <a:bodyPr anchor="t" anchorCtr="0">
            <a:normAutofit/>
          </a:bodyPr>
          <a:lstStyle>
            <a:lvl1pPr hangingPunct="0">
              <a:defRPr>
                <a:latin typeface="Liberation Sans" pitchFamily="18"/>
                <a:ea typeface="Noto Sans CJK SC" pitchFamily="2"/>
                <a:cs typeface="FreeSans" pitchFamily="2"/>
              </a:defRPr>
            </a:lvl1pPr>
          </a:lstStyle>
          <a:p>
            <a:pPr lvl="0"/>
            <a:endParaRPr lang="ru-RU"/>
          </a:p>
        </p:txBody>
      </p:sp>
      <p:sp>
        <p:nvSpPr>
          <p:cNvPr id="4" name="PlaceHolder 3">
            <a:extLst>
              <a:ext uri="{FF2B5EF4-FFF2-40B4-BE49-F238E27FC236}">
                <a16:creationId xmlns:a16="http://schemas.microsoft.com/office/drawing/2014/main" id="{437D447D-EDE7-367D-5D20-AAFE4DCCACE6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6231960" y="1604520"/>
            <a:ext cx="5354280" cy="3977279"/>
          </a:xfrm>
        </p:spPr>
        <p:txBody>
          <a:bodyPr anchor="t" anchorCtr="0">
            <a:normAutofit/>
          </a:bodyPr>
          <a:lstStyle>
            <a:lvl1pPr hangingPunct="0">
              <a:defRPr>
                <a:latin typeface="Liberation Sans" pitchFamily="18"/>
                <a:ea typeface="Noto Sans CJK SC" pitchFamily="2"/>
                <a:cs typeface="FreeSans" pitchFamily="2"/>
              </a:defRPr>
            </a:lvl1pPr>
          </a:lstStyle>
          <a:p>
            <a:pPr lvl="0"/>
            <a:endParaRPr lang="ru-RU"/>
          </a:p>
        </p:txBody>
      </p:sp>
      <p:sp>
        <p:nvSpPr>
          <p:cNvPr id="5" name="PlaceHolder 4">
            <a:extLst>
              <a:ext uri="{FF2B5EF4-FFF2-40B4-BE49-F238E27FC236}">
                <a16:creationId xmlns:a16="http://schemas.microsoft.com/office/drawing/2014/main" id="{52DEF3D3-A6D0-C0A8-3BAF-7FD1C8AB3BDC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229AC251-F1DE-4242-B4EB-8246FB91BA84}" type="slidenum"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657491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>
            <a:extLst>
              <a:ext uri="{FF2B5EF4-FFF2-40B4-BE49-F238E27FC236}">
                <a16:creationId xmlns:a16="http://schemas.microsoft.com/office/drawing/2014/main" id="{4041BCBA-2B41-D090-1397-694B6459599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09480" y="221040"/>
            <a:ext cx="10972440" cy="1250280"/>
          </a:xfrm>
        </p:spPr>
        <p:txBody>
          <a:bodyPr/>
          <a:lstStyle>
            <a:lvl1pPr hangingPunct="0">
              <a:defRPr>
                <a:latin typeface="Liberation Sans" pitchFamily="18"/>
                <a:ea typeface="Noto Sans CJK SC" pitchFamily="2"/>
                <a:cs typeface="FreeSans" pitchFamily="2"/>
              </a:defRPr>
            </a:lvl1pPr>
          </a:lstStyle>
          <a:p>
            <a:pPr lvl="0"/>
            <a:endParaRPr lang="ru-RU"/>
          </a:p>
        </p:txBody>
      </p:sp>
      <p:sp>
        <p:nvSpPr>
          <p:cNvPr id="3" name="PlaceHolder 2">
            <a:extLst>
              <a:ext uri="{FF2B5EF4-FFF2-40B4-BE49-F238E27FC236}">
                <a16:creationId xmlns:a16="http://schemas.microsoft.com/office/drawing/2014/main" id="{EF656E45-61DD-5A3A-7853-1018B8375E53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70553AFF-AC19-9144-921B-1817CAFCF4FD}" type="slidenum"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600743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>
            <a:extLst>
              <a:ext uri="{FF2B5EF4-FFF2-40B4-BE49-F238E27FC236}">
                <a16:creationId xmlns:a16="http://schemas.microsoft.com/office/drawing/2014/main" id="{679672B8-DF65-D5B5-8D6C-75B8A88EEA74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609480" y="273600"/>
            <a:ext cx="10972440" cy="5307839"/>
          </a:xfrm>
        </p:spPr>
        <p:txBody>
          <a:bodyPr anchor="ctr" anchorCtr="1">
            <a:noAutofit/>
          </a:bodyPr>
          <a:lstStyle>
            <a:lvl1pPr marL="0" indent="0" algn="ctr" hangingPunct="0">
              <a:buNone/>
              <a:defRPr>
                <a:latin typeface="Liberation Sans" pitchFamily="18"/>
                <a:ea typeface="Noto Sans CJK SC" pitchFamily="2"/>
                <a:cs typeface="FreeSans" pitchFamily="2"/>
              </a:defRPr>
            </a:lvl1pPr>
          </a:lstStyle>
          <a:p>
            <a:pPr lvl="0"/>
            <a:endParaRPr lang="ru-RU"/>
          </a:p>
        </p:txBody>
      </p:sp>
      <p:sp>
        <p:nvSpPr>
          <p:cNvPr id="3" name="PlaceHolder 2">
            <a:extLst>
              <a:ext uri="{FF2B5EF4-FFF2-40B4-BE49-F238E27FC236}">
                <a16:creationId xmlns:a16="http://schemas.microsoft.com/office/drawing/2014/main" id="{CEC23FB9-8572-67A8-1477-302854EB9748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38B87C93-698D-9F49-9816-E133749E2E78}" type="slidenum"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752736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_2c_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>
            <a:extLst>
              <a:ext uri="{FF2B5EF4-FFF2-40B4-BE49-F238E27FC236}">
                <a16:creationId xmlns:a16="http://schemas.microsoft.com/office/drawing/2014/main" id="{59C5203F-3324-5489-B729-DDFA99CC9F0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09480" y="221040"/>
            <a:ext cx="10972440" cy="1250280"/>
          </a:xfrm>
        </p:spPr>
        <p:txBody>
          <a:bodyPr/>
          <a:lstStyle>
            <a:lvl1pPr hangingPunct="0">
              <a:defRPr>
                <a:latin typeface="Liberation Sans" pitchFamily="18"/>
                <a:ea typeface="Noto Sans CJK SC" pitchFamily="2"/>
                <a:cs typeface="FreeSans" pitchFamily="2"/>
              </a:defRPr>
            </a:lvl1pPr>
          </a:lstStyle>
          <a:p>
            <a:pPr lvl="0"/>
            <a:endParaRPr lang="ru-RU"/>
          </a:p>
        </p:txBody>
      </p:sp>
      <p:sp>
        <p:nvSpPr>
          <p:cNvPr id="3" name="PlaceHolder 2">
            <a:extLst>
              <a:ext uri="{FF2B5EF4-FFF2-40B4-BE49-F238E27FC236}">
                <a16:creationId xmlns:a16="http://schemas.microsoft.com/office/drawing/2014/main" id="{B4AD9B42-2085-61A1-F52E-FA15A1E604BF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609480" y="1604520"/>
            <a:ext cx="5354280" cy="1896840"/>
          </a:xfrm>
        </p:spPr>
        <p:txBody>
          <a:bodyPr anchor="t" anchorCtr="0">
            <a:normAutofit/>
          </a:bodyPr>
          <a:lstStyle>
            <a:lvl1pPr hangingPunct="0">
              <a:defRPr>
                <a:latin typeface="Liberation Sans" pitchFamily="18"/>
                <a:ea typeface="Noto Sans CJK SC" pitchFamily="2"/>
                <a:cs typeface="FreeSans" pitchFamily="2"/>
              </a:defRPr>
            </a:lvl1pPr>
          </a:lstStyle>
          <a:p>
            <a:pPr lvl="0"/>
            <a:endParaRPr lang="ru-RU"/>
          </a:p>
        </p:txBody>
      </p:sp>
      <p:sp>
        <p:nvSpPr>
          <p:cNvPr id="4" name="PlaceHolder 3">
            <a:extLst>
              <a:ext uri="{FF2B5EF4-FFF2-40B4-BE49-F238E27FC236}">
                <a16:creationId xmlns:a16="http://schemas.microsoft.com/office/drawing/2014/main" id="{F6E91D35-E02C-AE7E-090A-66E8FDD0CDDA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6231960" y="1604520"/>
            <a:ext cx="5354280" cy="3977279"/>
          </a:xfrm>
        </p:spPr>
        <p:txBody>
          <a:bodyPr anchor="t" anchorCtr="0">
            <a:normAutofit/>
          </a:bodyPr>
          <a:lstStyle>
            <a:lvl1pPr hangingPunct="0">
              <a:defRPr>
                <a:latin typeface="Liberation Sans" pitchFamily="18"/>
                <a:ea typeface="Noto Sans CJK SC" pitchFamily="2"/>
                <a:cs typeface="FreeSans" pitchFamily="2"/>
              </a:defRPr>
            </a:lvl1pPr>
          </a:lstStyle>
          <a:p>
            <a:pPr lvl="0"/>
            <a:endParaRPr lang="ru-RU"/>
          </a:p>
        </p:txBody>
      </p:sp>
      <p:sp>
        <p:nvSpPr>
          <p:cNvPr id="5" name="PlaceHolder 4">
            <a:extLst>
              <a:ext uri="{FF2B5EF4-FFF2-40B4-BE49-F238E27FC236}">
                <a16:creationId xmlns:a16="http://schemas.microsoft.com/office/drawing/2014/main" id="{A148DEA7-9C10-7F81-EE4D-9B87FC56A7ED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609480" y="3682079"/>
            <a:ext cx="5354280" cy="1896840"/>
          </a:xfrm>
        </p:spPr>
        <p:txBody>
          <a:bodyPr anchor="t" anchorCtr="0">
            <a:normAutofit/>
          </a:bodyPr>
          <a:lstStyle>
            <a:lvl1pPr hangingPunct="0">
              <a:defRPr>
                <a:latin typeface="Liberation Sans" pitchFamily="18"/>
                <a:ea typeface="Noto Sans CJK SC" pitchFamily="2"/>
                <a:cs typeface="FreeSans" pitchFamily="2"/>
              </a:defRPr>
            </a:lvl1pPr>
          </a:lstStyle>
          <a:p>
            <a:pPr lvl="0"/>
            <a:endParaRPr lang="ru-RU"/>
          </a:p>
        </p:txBody>
      </p:sp>
      <p:sp>
        <p:nvSpPr>
          <p:cNvPr id="6" name="PlaceHolder 5">
            <a:extLst>
              <a:ext uri="{FF2B5EF4-FFF2-40B4-BE49-F238E27FC236}">
                <a16:creationId xmlns:a16="http://schemas.microsoft.com/office/drawing/2014/main" id="{7AA3AADA-043D-E479-A84B-032C01B7DA84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3BCE2454-EE23-F443-8220-886AC625AD23}" type="slidenum"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189996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>
            <a:extLst>
              <a:ext uri="{FF2B5EF4-FFF2-40B4-BE49-F238E27FC236}">
                <a16:creationId xmlns:a16="http://schemas.microsoft.com/office/drawing/2014/main" id="{2ACFED8F-1921-7B81-CD65-EAF6BD4472A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09480" y="221040"/>
            <a:ext cx="10972440" cy="1250280"/>
          </a:xfrm>
        </p:spPr>
        <p:txBody>
          <a:bodyPr/>
          <a:lstStyle>
            <a:lvl1pPr hangingPunct="0">
              <a:defRPr>
                <a:latin typeface="Liberation Sans" pitchFamily="18"/>
                <a:ea typeface="Noto Sans CJK SC" pitchFamily="2"/>
                <a:cs typeface="FreeSans" pitchFamily="2"/>
              </a:defRPr>
            </a:lvl1pPr>
          </a:lstStyle>
          <a:p>
            <a:pPr lvl="0"/>
            <a:endParaRPr lang="ru-RU"/>
          </a:p>
        </p:txBody>
      </p:sp>
      <p:sp>
        <p:nvSpPr>
          <p:cNvPr id="3" name="PlaceHolder 2">
            <a:extLst>
              <a:ext uri="{FF2B5EF4-FFF2-40B4-BE49-F238E27FC236}">
                <a16:creationId xmlns:a16="http://schemas.microsoft.com/office/drawing/2014/main" id="{E4B03E8E-4AE5-792D-8B61-5ED9D71E2CD7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609480" y="1604520"/>
            <a:ext cx="5354280" cy="3977279"/>
          </a:xfrm>
        </p:spPr>
        <p:txBody>
          <a:bodyPr anchor="t" anchorCtr="0">
            <a:normAutofit/>
          </a:bodyPr>
          <a:lstStyle>
            <a:lvl1pPr hangingPunct="0">
              <a:defRPr>
                <a:latin typeface="Liberation Sans" pitchFamily="18"/>
                <a:ea typeface="Noto Sans CJK SC" pitchFamily="2"/>
                <a:cs typeface="FreeSans" pitchFamily="2"/>
              </a:defRPr>
            </a:lvl1pPr>
          </a:lstStyle>
          <a:p>
            <a:pPr lvl="0"/>
            <a:endParaRPr lang="ru-RU"/>
          </a:p>
        </p:txBody>
      </p:sp>
      <p:sp>
        <p:nvSpPr>
          <p:cNvPr id="4" name="PlaceHolder 3">
            <a:extLst>
              <a:ext uri="{FF2B5EF4-FFF2-40B4-BE49-F238E27FC236}">
                <a16:creationId xmlns:a16="http://schemas.microsoft.com/office/drawing/2014/main" id="{A676E555-9427-98C8-5ABE-111D9C18018D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6231960" y="1604520"/>
            <a:ext cx="5354280" cy="1896840"/>
          </a:xfrm>
        </p:spPr>
        <p:txBody>
          <a:bodyPr anchor="t" anchorCtr="0">
            <a:normAutofit/>
          </a:bodyPr>
          <a:lstStyle>
            <a:lvl1pPr hangingPunct="0">
              <a:defRPr>
                <a:latin typeface="Liberation Sans" pitchFamily="18"/>
                <a:ea typeface="Noto Sans CJK SC" pitchFamily="2"/>
                <a:cs typeface="FreeSans" pitchFamily="2"/>
              </a:defRPr>
            </a:lvl1pPr>
          </a:lstStyle>
          <a:p>
            <a:pPr lvl="0"/>
            <a:endParaRPr lang="ru-RU"/>
          </a:p>
        </p:txBody>
      </p:sp>
      <p:sp>
        <p:nvSpPr>
          <p:cNvPr id="5" name="PlaceHolder 4">
            <a:extLst>
              <a:ext uri="{FF2B5EF4-FFF2-40B4-BE49-F238E27FC236}">
                <a16:creationId xmlns:a16="http://schemas.microsoft.com/office/drawing/2014/main" id="{D4C89869-7ED9-E8B4-AB31-AEF8E0904236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6231960" y="3682079"/>
            <a:ext cx="5354280" cy="1896840"/>
          </a:xfrm>
        </p:spPr>
        <p:txBody>
          <a:bodyPr anchor="t" anchorCtr="0">
            <a:normAutofit/>
          </a:bodyPr>
          <a:lstStyle>
            <a:lvl1pPr hangingPunct="0">
              <a:defRPr>
                <a:latin typeface="Liberation Sans" pitchFamily="18"/>
                <a:ea typeface="Noto Sans CJK SC" pitchFamily="2"/>
                <a:cs typeface="FreeSans" pitchFamily="2"/>
              </a:defRPr>
            </a:lvl1pPr>
          </a:lstStyle>
          <a:p>
            <a:pPr lvl="0"/>
            <a:endParaRPr lang="ru-RU"/>
          </a:p>
        </p:txBody>
      </p:sp>
      <p:sp>
        <p:nvSpPr>
          <p:cNvPr id="6" name="PlaceHolder 5">
            <a:extLst>
              <a:ext uri="{FF2B5EF4-FFF2-40B4-BE49-F238E27FC236}">
                <a16:creationId xmlns:a16="http://schemas.microsoft.com/office/drawing/2014/main" id="{64247889-BED0-D6EA-3F5C-762DEA0BDDB8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2D4F4698-997F-2F40-9C99-6E9CAE05701A}" type="slidenum"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997573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_2c_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>
            <a:extLst>
              <a:ext uri="{FF2B5EF4-FFF2-40B4-BE49-F238E27FC236}">
                <a16:creationId xmlns:a16="http://schemas.microsoft.com/office/drawing/2014/main" id="{E88184AC-03BE-6CC4-585D-2A6600A9B02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09480" y="221040"/>
            <a:ext cx="10972440" cy="1250280"/>
          </a:xfrm>
        </p:spPr>
        <p:txBody>
          <a:bodyPr/>
          <a:lstStyle>
            <a:lvl1pPr hangingPunct="0">
              <a:defRPr>
                <a:latin typeface="Liberation Sans" pitchFamily="18"/>
                <a:ea typeface="Noto Sans CJK SC" pitchFamily="2"/>
                <a:cs typeface="FreeSans" pitchFamily="2"/>
              </a:defRPr>
            </a:lvl1pPr>
          </a:lstStyle>
          <a:p>
            <a:pPr lvl="0"/>
            <a:endParaRPr lang="ru-RU"/>
          </a:p>
        </p:txBody>
      </p:sp>
      <p:sp>
        <p:nvSpPr>
          <p:cNvPr id="3" name="PlaceHolder 2">
            <a:extLst>
              <a:ext uri="{FF2B5EF4-FFF2-40B4-BE49-F238E27FC236}">
                <a16:creationId xmlns:a16="http://schemas.microsoft.com/office/drawing/2014/main" id="{E9C021E9-7E8F-EA06-529F-FF571624AD36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609480" y="1604520"/>
            <a:ext cx="5354280" cy="1896840"/>
          </a:xfrm>
        </p:spPr>
        <p:txBody>
          <a:bodyPr anchor="t" anchorCtr="0">
            <a:normAutofit/>
          </a:bodyPr>
          <a:lstStyle>
            <a:lvl1pPr hangingPunct="0">
              <a:defRPr>
                <a:latin typeface="Liberation Sans" pitchFamily="18"/>
                <a:ea typeface="Noto Sans CJK SC" pitchFamily="2"/>
                <a:cs typeface="FreeSans" pitchFamily="2"/>
              </a:defRPr>
            </a:lvl1pPr>
          </a:lstStyle>
          <a:p>
            <a:pPr lvl="0"/>
            <a:endParaRPr lang="ru-RU"/>
          </a:p>
        </p:txBody>
      </p:sp>
      <p:sp>
        <p:nvSpPr>
          <p:cNvPr id="4" name="PlaceHolder 3">
            <a:extLst>
              <a:ext uri="{FF2B5EF4-FFF2-40B4-BE49-F238E27FC236}">
                <a16:creationId xmlns:a16="http://schemas.microsoft.com/office/drawing/2014/main" id="{2EBC8C9C-BC4E-52FE-EEB9-372AF64188D6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6231960" y="1604520"/>
            <a:ext cx="5354280" cy="1896840"/>
          </a:xfrm>
        </p:spPr>
        <p:txBody>
          <a:bodyPr anchor="t" anchorCtr="0">
            <a:normAutofit/>
          </a:bodyPr>
          <a:lstStyle>
            <a:lvl1pPr hangingPunct="0">
              <a:defRPr>
                <a:latin typeface="Liberation Sans" pitchFamily="18"/>
                <a:ea typeface="Noto Sans CJK SC" pitchFamily="2"/>
                <a:cs typeface="FreeSans" pitchFamily="2"/>
              </a:defRPr>
            </a:lvl1pPr>
          </a:lstStyle>
          <a:p>
            <a:pPr lvl="0"/>
            <a:endParaRPr lang="ru-RU"/>
          </a:p>
        </p:txBody>
      </p:sp>
      <p:sp>
        <p:nvSpPr>
          <p:cNvPr id="5" name="PlaceHolder 4">
            <a:extLst>
              <a:ext uri="{FF2B5EF4-FFF2-40B4-BE49-F238E27FC236}">
                <a16:creationId xmlns:a16="http://schemas.microsoft.com/office/drawing/2014/main" id="{0E32A3D5-DA0B-AA0F-25E5-6AE7512D9EAE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609480" y="3682079"/>
            <a:ext cx="10972440" cy="1896840"/>
          </a:xfrm>
        </p:spPr>
        <p:txBody>
          <a:bodyPr anchor="t" anchorCtr="0">
            <a:normAutofit/>
          </a:bodyPr>
          <a:lstStyle>
            <a:lvl1pPr hangingPunct="0">
              <a:defRPr>
                <a:latin typeface="Liberation Sans" pitchFamily="18"/>
                <a:ea typeface="Noto Sans CJK SC" pitchFamily="2"/>
                <a:cs typeface="FreeSans" pitchFamily="2"/>
              </a:defRPr>
            </a:lvl1pPr>
          </a:lstStyle>
          <a:p>
            <a:pPr lvl="0"/>
            <a:endParaRPr lang="ru-RU"/>
          </a:p>
        </p:txBody>
      </p:sp>
      <p:sp>
        <p:nvSpPr>
          <p:cNvPr id="6" name="PlaceHolder 5">
            <a:extLst>
              <a:ext uri="{FF2B5EF4-FFF2-40B4-BE49-F238E27FC236}">
                <a16:creationId xmlns:a16="http://schemas.microsoft.com/office/drawing/2014/main" id="{1A924B40-3142-38D9-4561-1D3F80A96F91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D6A3A94B-B815-1F42-B2E8-22ED646EA3F0}" type="slidenum"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163250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_2c_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>
            <a:extLst>
              <a:ext uri="{FF2B5EF4-FFF2-40B4-BE49-F238E27FC236}">
                <a16:creationId xmlns:a16="http://schemas.microsoft.com/office/drawing/2014/main" id="{12EEF4F2-5202-1D8D-E365-FCFA13218C3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09480" y="221040"/>
            <a:ext cx="10972440" cy="1250280"/>
          </a:xfrm>
        </p:spPr>
        <p:txBody>
          <a:bodyPr/>
          <a:lstStyle>
            <a:lvl1pPr hangingPunct="0">
              <a:defRPr>
                <a:latin typeface="Liberation Sans" pitchFamily="18"/>
                <a:ea typeface="Noto Sans CJK SC" pitchFamily="2"/>
                <a:cs typeface="FreeSans" pitchFamily="2"/>
              </a:defRPr>
            </a:lvl1pPr>
          </a:lstStyle>
          <a:p>
            <a:pPr lvl="0"/>
            <a:endParaRPr lang="ru-RU"/>
          </a:p>
        </p:txBody>
      </p:sp>
      <p:sp>
        <p:nvSpPr>
          <p:cNvPr id="3" name="PlaceHolder 2">
            <a:extLst>
              <a:ext uri="{FF2B5EF4-FFF2-40B4-BE49-F238E27FC236}">
                <a16:creationId xmlns:a16="http://schemas.microsoft.com/office/drawing/2014/main" id="{14837B0B-1E20-1ECD-9186-8A5D0F1E7205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609480" y="1604520"/>
            <a:ext cx="10972440" cy="1896840"/>
          </a:xfrm>
        </p:spPr>
        <p:txBody>
          <a:bodyPr anchor="t" anchorCtr="0">
            <a:normAutofit/>
          </a:bodyPr>
          <a:lstStyle>
            <a:lvl1pPr hangingPunct="0">
              <a:defRPr>
                <a:latin typeface="Liberation Sans" pitchFamily="18"/>
                <a:ea typeface="Noto Sans CJK SC" pitchFamily="2"/>
                <a:cs typeface="FreeSans" pitchFamily="2"/>
              </a:defRPr>
            </a:lvl1pPr>
          </a:lstStyle>
          <a:p>
            <a:pPr lvl="0"/>
            <a:endParaRPr lang="ru-RU"/>
          </a:p>
        </p:txBody>
      </p:sp>
      <p:sp>
        <p:nvSpPr>
          <p:cNvPr id="4" name="PlaceHolder 3">
            <a:extLst>
              <a:ext uri="{FF2B5EF4-FFF2-40B4-BE49-F238E27FC236}">
                <a16:creationId xmlns:a16="http://schemas.microsoft.com/office/drawing/2014/main" id="{3703EE22-B1C8-8DB5-3D33-AEDCABAE5B57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609480" y="3682079"/>
            <a:ext cx="10972440" cy="1896840"/>
          </a:xfrm>
        </p:spPr>
        <p:txBody>
          <a:bodyPr anchor="t" anchorCtr="0">
            <a:normAutofit/>
          </a:bodyPr>
          <a:lstStyle>
            <a:lvl1pPr hangingPunct="0">
              <a:defRPr>
                <a:latin typeface="Liberation Sans" pitchFamily="18"/>
                <a:ea typeface="Noto Sans CJK SC" pitchFamily="2"/>
                <a:cs typeface="FreeSans" pitchFamily="2"/>
              </a:defRPr>
            </a:lvl1pPr>
          </a:lstStyle>
          <a:p>
            <a:pPr lvl="0"/>
            <a:endParaRPr lang="ru-RU"/>
          </a:p>
        </p:txBody>
      </p:sp>
      <p:sp>
        <p:nvSpPr>
          <p:cNvPr id="5" name="PlaceHolder 4">
            <a:extLst>
              <a:ext uri="{FF2B5EF4-FFF2-40B4-BE49-F238E27FC236}">
                <a16:creationId xmlns:a16="http://schemas.microsoft.com/office/drawing/2014/main" id="{AD906910-8F7E-3B07-5709-C08A7D4148D2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F595C3F6-E4DD-1745-A0A8-7238E912BCFD}" type="slidenum"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366023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_2c_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>
            <a:extLst>
              <a:ext uri="{FF2B5EF4-FFF2-40B4-BE49-F238E27FC236}">
                <a16:creationId xmlns:a16="http://schemas.microsoft.com/office/drawing/2014/main" id="{ECF2A2EA-98AA-2C4C-30D3-56F1CD33118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09480" y="221040"/>
            <a:ext cx="10972440" cy="1250280"/>
          </a:xfrm>
        </p:spPr>
        <p:txBody>
          <a:bodyPr/>
          <a:lstStyle>
            <a:lvl1pPr hangingPunct="0">
              <a:defRPr>
                <a:latin typeface="Liberation Sans" pitchFamily="18"/>
                <a:ea typeface="Noto Sans CJK SC" pitchFamily="2"/>
                <a:cs typeface="FreeSans" pitchFamily="2"/>
              </a:defRPr>
            </a:lvl1pPr>
          </a:lstStyle>
          <a:p>
            <a:pPr lvl="0"/>
            <a:endParaRPr lang="ru-RU"/>
          </a:p>
        </p:txBody>
      </p:sp>
      <p:sp>
        <p:nvSpPr>
          <p:cNvPr id="3" name="PlaceHolder 2">
            <a:extLst>
              <a:ext uri="{FF2B5EF4-FFF2-40B4-BE49-F238E27FC236}">
                <a16:creationId xmlns:a16="http://schemas.microsoft.com/office/drawing/2014/main" id="{72D65055-440C-DC2E-0088-12F33B56B8B8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609480" y="1604520"/>
            <a:ext cx="5354280" cy="1896840"/>
          </a:xfrm>
        </p:spPr>
        <p:txBody>
          <a:bodyPr anchor="t" anchorCtr="0">
            <a:normAutofit/>
          </a:bodyPr>
          <a:lstStyle>
            <a:lvl1pPr hangingPunct="0">
              <a:defRPr>
                <a:latin typeface="Liberation Sans" pitchFamily="18"/>
                <a:ea typeface="Noto Sans CJK SC" pitchFamily="2"/>
                <a:cs typeface="FreeSans" pitchFamily="2"/>
              </a:defRPr>
            </a:lvl1pPr>
          </a:lstStyle>
          <a:p>
            <a:pPr lvl="0"/>
            <a:endParaRPr lang="ru-RU"/>
          </a:p>
        </p:txBody>
      </p:sp>
      <p:sp>
        <p:nvSpPr>
          <p:cNvPr id="4" name="PlaceHolder 3">
            <a:extLst>
              <a:ext uri="{FF2B5EF4-FFF2-40B4-BE49-F238E27FC236}">
                <a16:creationId xmlns:a16="http://schemas.microsoft.com/office/drawing/2014/main" id="{A236B165-3020-1B38-7908-1D0B90688BD7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6231960" y="1604520"/>
            <a:ext cx="5354280" cy="1896840"/>
          </a:xfrm>
        </p:spPr>
        <p:txBody>
          <a:bodyPr anchor="t" anchorCtr="0">
            <a:normAutofit/>
          </a:bodyPr>
          <a:lstStyle>
            <a:lvl1pPr hangingPunct="0">
              <a:defRPr>
                <a:latin typeface="Liberation Sans" pitchFamily="18"/>
                <a:ea typeface="Noto Sans CJK SC" pitchFamily="2"/>
                <a:cs typeface="FreeSans" pitchFamily="2"/>
              </a:defRPr>
            </a:lvl1pPr>
          </a:lstStyle>
          <a:p>
            <a:pPr lvl="0"/>
            <a:endParaRPr lang="ru-RU"/>
          </a:p>
        </p:txBody>
      </p:sp>
      <p:sp>
        <p:nvSpPr>
          <p:cNvPr id="5" name="PlaceHolder 4">
            <a:extLst>
              <a:ext uri="{FF2B5EF4-FFF2-40B4-BE49-F238E27FC236}">
                <a16:creationId xmlns:a16="http://schemas.microsoft.com/office/drawing/2014/main" id="{81FECDAD-6800-9338-4B9B-83AC7C0D9754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609480" y="3682079"/>
            <a:ext cx="5354280" cy="1896840"/>
          </a:xfrm>
        </p:spPr>
        <p:txBody>
          <a:bodyPr anchor="t" anchorCtr="0">
            <a:normAutofit/>
          </a:bodyPr>
          <a:lstStyle>
            <a:lvl1pPr hangingPunct="0">
              <a:defRPr>
                <a:latin typeface="Liberation Sans" pitchFamily="18"/>
                <a:ea typeface="Noto Sans CJK SC" pitchFamily="2"/>
                <a:cs typeface="FreeSans" pitchFamily="2"/>
              </a:defRPr>
            </a:lvl1pPr>
          </a:lstStyle>
          <a:p>
            <a:pPr lvl="0"/>
            <a:endParaRPr lang="ru-RU"/>
          </a:p>
        </p:txBody>
      </p:sp>
      <p:sp>
        <p:nvSpPr>
          <p:cNvPr id="6" name="PlaceHolder 5">
            <a:extLst>
              <a:ext uri="{FF2B5EF4-FFF2-40B4-BE49-F238E27FC236}">
                <a16:creationId xmlns:a16="http://schemas.microsoft.com/office/drawing/2014/main" id="{5EB6C234-6094-6B63-67D9-8DEC1EC6ADCE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6231960" y="3682079"/>
            <a:ext cx="5354280" cy="1896840"/>
          </a:xfrm>
        </p:spPr>
        <p:txBody>
          <a:bodyPr anchor="t" anchorCtr="0">
            <a:normAutofit/>
          </a:bodyPr>
          <a:lstStyle>
            <a:lvl1pPr hangingPunct="0">
              <a:defRPr>
                <a:latin typeface="Liberation Sans" pitchFamily="18"/>
                <a:ea typeface="Noto Sans CJK SC" pitchFamily="2"/>
                <a:cs typeface="FreeSans" pitchFamily="2"/>
              </a:defRPr>
            </a:lvl1pPr>
          </a:lstStyle>
          <a:p>
            <a:pPr lvl="0"/>
            <a:endParaRPr lang="ru-RU"/>
          </a:p>
        </p:txBody>
      </p:sp>
      <p:sp>
        <p:nvSpPr>
          <p:cNvPr id="7" name="PlaceHolder 6">
            <a:extLst>
              <a:ext uri="{FF2B5EF4-FFF2-40B4-BE49-F238E27FC236}">
                <a16:creationId xmlns:a16="http://schemas.microsoft.com/office/drawing/2014/main" id="{FB7A3889-62F3-89D8-31BF-2CCA1320CAAB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DE90FC42-036C-3D4A-8969-BDED5D590E0E}" type="slidenum"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4483352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_2c_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>
            <a:extLst>
              <a:ext uri="{FF2B5EF4-FFF2-40B4-BE49-F238E27FC236}">
                <a16:creationId xmlns:a16="http://schemas.microsoft.com/office/drawing/2014/main" id="{E6C34FAF-C3D1-283B-33B4-F807341EBAB3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609480" y="221040"/>
            <a:ext cx="10972440" cy="1250280"/>
          </a:xfrm>
        </p:spPr>
        <p:txBody>
          <a:bodyPr/>
          <a:lstStyle>
            <a:lvl1pPr hangingPunct="0">
              <a:defRPr>
                <a:latin typeface="Liberation Sans" pitchFamily="18"/>
                <a:ea typeface="Noto Sans CJK SC" pitchFamily="2"/>
                <a:cs typeface="FreeSans" pitchFamily="2"/>
              </a:defRPr>
            </a:lvl1pPr>
          </a:lstStyle>
          <a:p>
            <a:pPr lvl="0"/>
            <a:endParaRPr lang="ru-RU"/>
          </a:p>
        </p:txBody>
      </p:sp>
      <p:sp>
        <p:nvSpPr>
          <p:cNvPr id="3" name="PlaceHolder 2">
            <a:extLst>
              <a:ext uri="{FF2B5EF4-FFF2-40B4-BE49-F238E27FC236}">
                <a16:creationId xmlns:a16="http://schemas.microsoft.com/office/drawing/2014/main" id="{263694D7-83B5-7BD8-6D06-1721F05E51B9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609480" y="1604520"/>
            <a:ext cx="3533040" cy="1896840"/>
          </a:xfrm>
        </p:spPr>
        <p:txBody>
          <a:bodyPr anchor="t" anchorCtr="0">
            <a:normAutofit/>
          </a:bodyPr>
          <a:lstStyle>
            <a:lvl1pPr hangingPunct="0">
              <a:defRPr>
                <a:latin typeface="Liberation Sans" pitchFamily="18"/>
                <a:ea typeface="Noto Sans CJK SC" pitchFamily="2"/>
                <a:cs typeface="FreeSans" pitchFamily="2"/>
              </a:defRPr>
            </a:lvl1pPr>
          </a:lstStyle>
          <a:p>
            <a:pPr lvl="0"/>
            <a:endParaRPr lang="ru-RU"/>
          </a:p>
        </p:txBody>
      </p:sp>
      <p:sp>
        <p:nvSpPr>
          <p:cNvPr id="4" name="PlaceHolder 3">
            <a:extLst>
              <a:ext uri="{FF2B5EF4-FFF2-40B4-BE49-F238E27FC236}">
                <a16:creationId xmlns:a16="http://schemas.microsoft.com/office/drawing/2014/main" id="{B5B46F6D-0470-4FCB-15BA-6E22D3D4C45E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4319640" y="1604520"/>
            <a:ext cx="3533040" cy="1896840"/>
          </a:xfrm>
        </p:spPr>
        <p:txBody>
          <a:bodyPr anchor="t" anchorCtr="0">
            <a:normAutofit/>
          </a:bodyPr>
          <a:lstStyle>
            <a:lvl1pPr hangingPunct="0">
              <a:defRPr>
                <a:latin typeface="Liberation Sans" pitchFamily="18"/>
                <a:ea typeface="Noto Sans CJK SC" pitchFamily="2"/>
                <a:cs typeface="FreeSans" pitchFamily="2"/>
              </a:defRPr>
            </a:lvl1pPr>
          </a:lstStyle>
          <a:p>
            <a:pPr lvl="0"/>
            <a:endParaRPr lang="ru-RU"/>
          </a:p>
        </p:txBody>
      </p:sp>
      <p:sp>
        <p:nvSpPr>
          <p:cNvPr id="5" name="PlaceHolder 4">
            <a:extLst>
              <a:ext uri="{FF2B5EF4-FFF2-40B4-BE49-F238E27FC236}">
                <a16:creationId xmlns:a16="http://schemas.microsoft.com/office/drawing/2014/main" id="{E1918B16-1A1C-DACB-A45E-A727B752AB6A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8029800" y="1604520"/>
            <a:ext cx="3533040" cy="1896840"/>
          </a:xfrm>
        </p:spPr>
        <p:txBody>
          <a:bodyPr anchor="t" anchorCtr="0">
            <a:normAutofit/>
          </a:bodyPr>
          <a:lstStyle>
            <a:lvl1pPr hangingPunct="0">
              <a:defRPr>
                <a:latin typeface="Liberation Sans" pitchFamily="18"/>
                <a:ea typeface="Noto Sans CJK SC" pitchFamily="2"/>
                <a:cs typeface="FreeSans" pitchFamily="2"/>
              </a:defRPr>
            </a:lvl1pPr>
          </a:lstStyle>
          <a:p>
            <a:pPr lvl="0"/>
            <a:endParaRPr lang="ru-RU"/>
          </a:p>
        </p:txBody>
      </p:sp>
      <p:sp>
        <p:nvSpPr>
          <p:cNvPr id="6" name="PlaceHolder 5">
            <a:extLst>
              <a:ext uri="{FF2B5EF4-FFF2-40B4-BE49-F238E27FC236}">
                <a16:creationId xmlns:a16="http://schemas.microsoft.com/office/drawing/2014/main" id="{EA35E131-CFFC-478D-235F-0E101613E374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609480" y="3682079"/>
            <a:ext cx="3533040" cy="1896840"/>
          </a:xfrm>
        </p:spPr>
        <p:txBody>
          <a:bodyPr anchor="t" anchorCtr="0">
            <a:normAutofit/>
          </a:bodyPr>
          <a:lstStyle>
            <a:lvl1pPr hangingPunct="0">
              <a:defRPr>
                <a:latin typeface="Liberation Sans" pitchFamily="18"/>
                <a:ea typeface="Noto Sans CJK SC" pitchFamily="2"/>
                <a:cs typeface="FreeSans" pitchFamily="2"/>
              </a:defRPr>
            </a:lvl1pPr>
          </a:lstStyle>
          <a:p>
            <a:pPr lvl="0"/>
            <a:endParaRPr lang="ru-RU"/>
          </a:p>
        </p:txBody>
      </p:sp>
      <p:sp>
        <p:nvSpPr>
          <p:cNvPr id="7" name="PlaceHolder 6">
            <a:extLst>
              <a:ext uri="{FF2B5EF4-FFF2-40B4-BE49-F238E27FC236}">
                <a16:creationId xmlns:a16="http://schemas.microsoft.com/office/drawing/2014/main" id="{8725F5A0-B5CF-8AC4-45AF-CD663AC935AE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4319640" y="3682079"/>
            <a:ext cx="3533040" cy="1896840"/>
          </a:xfrm>
        </p:spPr>
        <p:txBody>
          <a:bodyPr anchor="t" anchorCtr="0">
            <a:normAutofit/>
          </a:bodyPr>
          <a:lstStyle>
            <a:lvl1pPr hangingPunct="0">
              <a:defRPr>
                <a:latin typeface="Liberation Sans" pitchFamily="18"/>
                <a:ea typeface="Noto Sans CJK SC" pitchFamily="2"/>
                <a:cs typeface="FreeSans" pitchFamily="2"/>
              </a:defRPr>
            </a:lvl1pPr>
          </a:lstStyle>
          <a:p>
            <a:pPr lvl="0"/>
            <a:endParaRPr lang="ru-RU"/>
          </a:p>
        </p:txBody>
      </p:sp>
      <p:sp>
        <p:nvSpPr>
          <p:cNvPr id="8" name="PlaceHolder 7">
            <a:extLst>
              <a:ext uri="{FF2B5EF4-FFF2-40B4-BE49-F238E27FC236}">
                <a16:creationId xmlns:a16="http://schemas.microsoft.com/office/drawing/2014/main" id="{DDBB82C1-3CB2-FAD1-9EA3-E84D30377560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8029800" y="3682079"/>
            <a:ext cx="3533040" cy="1896840"/>
          </a:xfrm>
        </p:spPr>
        <p:txBody>
          <a:bodyPr anchor="t" anchorCtr="0">
            <a:normAutofit/>
          </a:bodyPr>
          <a:lstStyle>
            <a:lvl1pPr hangingPunct="0">
              <a:defRPr>
                <a:latin typeface="Liberation Sans" pitchFamily="18"/>
                <a:ea typeface="Noto Sans CJK SC" pitchFamily="2"/>
                <a:cs typeface="FreeSans" pitchFamily="2"/>
              </a:defRPr>
            </a:lvl1pPr>
          </a:lstStyle>
          <a:p>
            <a:pPr lvl="0"/>
            <a:endParaRPr lang="ru-RU"/>
          </a:p>
        </p:txBody>
      </p:sp>
      <p:sp>
        <p:nvSpPr>
          <p:cNvPr id="9" name="PlaceHolder 8">
            <a:extLst>
              <a:ext uri="{FF2B5EF4-FFF2-40B4-BE49-F238E27FC236}">
                <a16:creationId xmlns:a16="http://schemas.microsoft.com/office/drawing/2014/main" id="{FDFDE119-88D7-7628-8AFF-022978E293D5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A855DE21-4A5A-364C-9529-D4AB16E60137}" type="slidenum"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7470844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>
            <a:extLst>
              <a:ext uri="{FF2B5EF4-FFF2-40B4-BE49-F238E27FC236}">
                <a16:creationId xmlns:a16="http://schemas.microsoft.com/office/drawing/2014/main" id="{E2C3E47F-5D03-3917-34F9-35E9CB82C4E3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F1977809-CBD2-6647-824C-32BC7D313786}" type="slidenum">
              <a:t>‹#›</a:t>
            </a:fld>
            <a:endParaRPr lang="ru-RU"/>
          </a:p>
        </p:txBody>
      </p:sp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FEB945F4-98B9-C145-A1C5-4F31D5BA6FA0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/>
          <a:lstStyle>
            <a:lvl1pPr hangingPunct="0">
              <a:defRPr>
                <a:latin typeface="Liberation Sans" pitchFamily="18"/>
              </a:defRPr>
            </a:lvl1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73CE3E7E-22FC-F261-0151-F39D281C7DA5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/>
        <p:txBody>
          <a:bodyPr/>
          <a:lstStyle>
            <a:lvl1pPr hangingPunct="0">
              <a:spcBef>
                <a:spcPts val="1417"/>
              </a:spcBef>
              <a:defRPr>
                <a:latin typeface="Liberation Sans" pitchFamily="18"/>
              </a:defRPr>
            </a:lvl1pPr>
          </a:lstStyle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3268818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>
            <a:extLst>
              <a:ext uri="{FF2B5EF4-FFF2-40B4-BE49-F238E27FC236}">
                <a16:creationId xmlns:a16="http://schemas.microsoft.com/office/drawing/2014/main" id="{A877C5F2-17A0-0541-BA59-6559D1D6A73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09480" y="221040"/>
            <a:ext cx="10972440" cy="1250280"/>
          </a:xfrm>
        </p:spPr>
        <p:txBody>
          <a:bodyPr/>
          <a:lstStyle>
            <a:lvl1pPr hangingPunct="0">
              <a:defRPr>
                <a:latin typeface="Liberation Sans" pitchFamily="18"/>
                <a:ea typeface="Noto Sans CJK SC" pitchFamily="2"/>
                <a:cs typeface="FreeSans" pitchFamily="2"/>
              </a:defRPr>
            </a:lvl1pPr>
          </a:lstStyle>
          <a:p>
            <a:pPr lvl="0"/>
            <a:endParaRPr lang="ru-RU"/>
          </a:p>
        </p:txBody>
      </p:sp>
      <p:sp>
        <p:nvSpPr>
          <p:cNvPr id="3" name="PlaceHolder 2">
            <a:extLst>
              <a:ext uri="{FF2B5EF4-FFF2-40B4-BE49-F238E27FC236}">
                <a16:creationId xmlns:a16="http://schemas.microsoft.com/office/drawing/2014/main" id="{C96F7F04-DA94-39E5-C1E4-922102BD3011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/>
        <p:txBody>
          <a:bodyPr anchor="ctr" anchorCtr="1">
            <a:noAutofit/>
          </a:bodyPr>
          <a:lstStyle>
            <a:lvl1pPr marL="0" indent="0" algn="ctr" hangingPunct="0">
              <a:buNone/>
              <a:defRPr>
                <a:latin typeface="Liberation Sans" pitchFamily="18"/>
                <a:ea typeface="Noto Sans CJK SC" pitchFamily="2"/>
                <a:cs typeface="FreeSans" pitchFamily="2"/>
              </a:defRPr>
            </a:lvl1pPr>
          </a:lstStyle>
          <a:p>
            <a:pPr lvl="0"/>
            <a:endParaRPr lang="ru-RU"/>
          </a:p>
        </p:txBody>
      </p:sp>
      <p:sp>
        <p:nvSpPr>
          <p:cNvPr id="4" name="PlaceHolder 3">
            <a:extLst>
              <a:ext uri="{FF2B5EF4-FFF2-40B4-BE49-F238E27FC236}">
                <a16:creationId xmlns:a16="http://schemas.microsoft.com/office/drawing/2014/main" id="{1D10BD28-6E67-9A59-C561-AA14195E1096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68EDF06F-F400-EB41-AE44-81460362EEEF}" type="slidenum"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9197315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_2c_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>
            <a:extLst>
              <a:ext uri="{FF2B5EF4-FFF2-40B4-BE49-F238E27FC236}">
                <a16:creationId xmlns:a16="http://schemas.microsoft.com/office/drawing/2014/main" id="{4C9C1F05-A1C1-E0F2-1C87-8BD606BBF14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09480" y="221040"/>
            <a:ext cx="10972440" cy="1250280"/>
          </a:xfrm>
        </p:spPr>
        <p:txBody>
          <a:bodyPr/>
          <a:lstStyle>
            <a:lvl1pPr hangingPunct="0">
              <a:defRPr>
                <a:latin typeface="Liberation Sans" pitchFamily="18"/>
                <a:ea typeface="Noto Sans CJK SC" pitchFamily="2"/>
                <a:cs typeface="FreeSans" pitchFamily="2"/>
              </a:defRPr>
            </a:lvl1pPr>
          </a:lstStyle>
          <a:p>
            <a:pPr lvl="0"/>
            <a:endParaRPr lang="ru-RU"/>
          </a:p>
        </p:txBody>
      </p:sp>
      <p:sp>
        <p:nvSpPr>
          <p:cNvPr id="3" name="PlaceHolder 2">
            <a:extLst>
              <a:ext uri="{FF2B5EF4-FFF2-40B4-BE49-F238E27FC236}">
                <a16:creationId xmlns:a16="http://schemas.microsoft.com/office/drawing/2014/main" id="{F7DD75CC-BD94-BC0A-4B77-6BCAEBF3FDF2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609480" y="1604520"/>
            <a:ext cx="10972440" cy="3977279"/>
          </a:xfrm>
        </p:spPr>
        <p:txBody>
          <a:bodyPr anchor="t" anchorCtr="0">
            <a:normAutofit/>
          </a:bodyPr>
          <a:lstStyle>
            <a:lvl1pPr hangingPunct="0">
              <a:defRPr>
                <a:latin typeface="Liberation Sans" pitchFamily="18"/>
                <a:ea typeface="Noto Sans CJK SC" pitchFamily="2"/>
                <a:cs typeface="FreeSans" pitchFamily="2"/>
              </a:defRPr>
            </a:lvl1pPr>
          </a:lstStyle>
          <a:p>
            <a:pPr lvl="0"/>
            <a:endParaRPr lang="ru-RU"/>
          </a:p>
        </p:txBody>
      </p:sp>
      <p:sp>
        <p:nvSpPr>
          <p:cNvPr id="4" name="PlaceHolder 3">
            <a:extLst>
              <a:ext uri="{FF2B5EF4-FFF2-40B4-BE49-F238E27FC236}">
                <a16:creationId xmlns:a16="http://schemas.microsoft.com/office/drawing/2014/main" id="{79C2E22D-63BB-41DE-D8C9-60FDF232DD35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40747467-59A4-C944-B971-F29A341D846E}" type="slidenum"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8754777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_2c_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>
            <a:extLst>
              <a:ext uri="{FF2B5EF4-FFF2-40B4-BE49-F238E27FC236}">
                <a16:creationId xmlns:a16="http://schemas.microsoft.com/office/drawing/2014/main" id="{3B159E85-3354-442B-D24B-9CBA461AD8B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09480" y="221040"/>
            <a:ext cx="10972440" cy="1250280"/>
          </a:xfrm>
        </p:spPr>
        <p:txBody>
          <a:bodyPr/>
          <a:lstStyle>
            <a:lvl1pPr hangingPunct="0">
              <a:defRPr>
                <a:latin typeface="Liberation Sans" pitchFamily="18"/>
                <a:ea typeface="Noto Sans CJK SC" pitchFamily="2"/>
                <a:cs typeface="FreeSans" pitchFamily="2"/>
              </a:defRPr>
            </a:lvl1pPr>
          </a:lstStyle>
          <a:p>
            <a:pPr lvl="0"/>
            <a:endParaRPr lang="ru-RU"/>
          </a:p>
        </p:txBody>
      </p:sp>
      <p:sp>
        <p:nvSpPr>
          <p:cNvPr id="3" name="PlaceHolder 2">
            <a:extLst>
              <a:ext uri="{FF2B5EF4-FFF2-40B4-BE49-F238E27FC236}">
                <a16:creationId xmlns:a16="http://schemas.microsoft.com/office/drawing/2014/main" id="{8E281C9F-68E9-7D84-ACC4-2301BD95C2BA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609480" y="1604520"/>
            <a:ext cx="5354280" cy="3977279"/>
          </a:xfrm>
        </p:spPr>
        <p:txBody>
          <a:bodyPr anchor="t" anchorCtr="0">
            <a:normAutofit/>
          </a:bodyPr>
          <a:lstStyle>
            <a:lvl1pPr hangingPunct="0">
              <a:defRPr>
                <a:latin typeface="Liberation Sans" pitchFamily="18"/>
                <a:ea typeface="Noto Sans CJK SC" pitchFamily="2"/>
                <a:cs typeface="FreeSans" pitchFamily="2"/>
              </a:defRPr>
            </a:lvl1pPr>
          </a:lstStyle>
          <a:p>
            <a:pPr lvl="0"/>
            <a:endParaRPr lang="ru-RU"/>
          </a:p>
        </p:txBody>
      </p:sp>
      <p:sp>
        <p:nvSpPr>
          <p:cNvPr id="4" name="PlaceHolder 3">
            <a:extLst>
              <a:ext uri="{FF2B5EF4-FFF2-40B4-BE49-F238E27FC236}">
                <a16:creationId xmlns:a16="http://schemas.microsoft.com/office/drawing/2014/main" id="{6ED064E7-839A-CB6F-9820-41788B1436D8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6231960" y="1604520"/>
            <a:ext cx="5354280" cy="3977279"/>
          </a:xfrm>
        </p:spPr>
        <p:txBody>
          <a:bodyPr anchor="t" anchorCtr="0">
            <a:normAutofit/>
          </a:bodyPr>
          <a:lstStyle>
            <a:lvl1pPr hangingPunct="0">
              <a:defRPr>
                <a:latin typeface="Liberation Sans" pitchFamily="18"/>
                <a:ea typeface="Noto Sans CJK SC" pitchFamily="2"/>
                <a:cs typeface="FreeSans" pitchFamily="2"/>
              </a:defRPr>
            </a:lvl1pPr>
          </a:lstStyle>
          <a:p>
            <a:pPr lvl="0"/>
            <a:endParaRPr lang="ru-RU"/>
          </a:p>
        </p:txBody>
      </p:sp>
      <p:sp>
        <p:nvSpPr>
          <p:cNvPr id="5" name="PlaceHolder 4">
            <a:extLst>
              <a:ext uri="{FF2B5EF4-FFF2-40B4-BE49-F238E27FC236}">
                <a16:creationId xmlns:a16="http://schemas.microsoft.com/office/drawing/2014/main" id="{2C3A145D-8E21-37AB-593B-CE458002FD17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C15B0F06-1B61-1F48-B2E6-609885DA9244}" type="slidenum"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3305525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>
            <a:extLst>
              <a:ext uri="{FF2B5EF4-FFF2-40B4-BE49-F238E27FC236}">
                <a16:creationId xmlns:a16="http://schemas.microsoft.com/office/drawing/2014/main" id="{815A7E98-F2C4-7E4D-A757-2355C5D23A4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09480" y="221040"/>
            <a:ext cx="10972440" cy="1250280"/>
          </a:xfrm>
        </p:spPr>
        <p:txBody>
          <a:bodyPr/>
          <a:lstStyle>
            <a:lvl1pPr hangingPunct="0">
              <a:defRPr>
                <a:latin typeface="Liberation Sans" pitchFamily="18"/>
                <a:ea typeface="Noto Sans CJK SC" pitchFamily="2"/>
                <a:cs typeface="FreeSans" pitchFamily="2"/>
              </a:defRPr>
            </a:lvl1pPr>
          </a:lstStyle>
          <a:p>
            <a:pPr lvl="0"/>
            <a:endParaRPr lang="ru-RU"/>
          </a:p>
        </p:txBody>
      </p:sp>
      <p:sp>
        <p:nvSpPr>
          <p:cNvPr id="3" name="PlaceHolder 2">
            <a:extLst>
              <a:ext uri="{FF2B5EF4-FFF2-40B4-BE49-F238E27FC236}">
                <a16:creationId xmlns:a16="http://schemas.microsoft.com/office/drawing/2014/main" id="{032D4CAD-C42E-7425-8CDA-FBB0506EDA22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E677E939-C776-414A-9638-227DFE60BC0B}" type="slidenum"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3685516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>
            <a:extLst>
              <a:ext uri="{FF2B5EF4-FFF2-40B4-BE49-F238E27FC236}">
                <a16:creationId xmlns:a16="http://schemas.microsoft.com/office/drawing/2014/main" id="{4D6498FF-85C9-E600-85AF-1FFD3D7440E9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609480" y="273600"/>
            <a:ext cx="10972440" cy="5307839"/>
          </a:xfrm>
        </p:spPr>
        <p:txBody>
          <a:bodyPr anchor="ctr" anchorCtr="1">
            <a:noAutofit/>
          </a:bodyPr>
          <a:lstStyle>
            <a:lvl1pPr marL="0" indent="0" algn="ctr" hangingPunct="0">
              <a:buNone/>
              <a:defRPr>
                <a:latin typeface="Liberation Sans" pitchFamily="18"/>
                <a:ea typeface="Noto Sans CJK SC" pitchFamily="2"/>
                <a:cs typeface="FreeSans" pitchFamily="2"/>
              </a:defRPr>
            </a:lvl1pPr>
          </a:lstStyle>
          <a:p>
            <a:pPr lvl="0"/>
            <a:endParaRPr lang="ru-RU"/>
          </a:p>
        </p:txBody>
      </p:sp>
      <p:sp>
        <p:nvSpPr>
          <p:cNvPr id="3" name="PlaceHolder 2">
            <a:extLst>
              <a:ext uri="{FF2B5EF4-FFF2-40B4-BE49-F238E27FC236}">
                <a16:creationId xmlns:a16="http://schemas.microsoft.com/office/drawing/2014/main" id="{267C7F7C-3C27-321A-821A-64E5802CB83B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309E28C2-D854-9141-ABB6-6EA8DF00C70F}" type="slidenum"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4512794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_2c_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>
            <a:extLst>
              <a:ext uri="{FF2B5EF4-FFF2-40B4-BE49-F238E27FC236}">
                <a16:creationId xmlns:a16="http://schemas.microsoft.com/office/drawing/2014/main" id="{F56C7E49-F2D1-C439-E189-4944133FFB2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09480" y="221040"/>
            <a:ext cx="10972440" cy="1250280"/>
          </a:xfrm>
        </p:spPr>
        <p:txBody>
          <a:bodyPr/>
          <a:lstStyle>
            <a:lvl1pPr hangingPunct="0">
              <a:defRPr>
                <a:latin typeface="Liberation Sans" pitchFamily="18"/>
                <a:ea typeface="Noto Sans CJK SC" pitchFamily="2"/>
                <a:cs typeface="FreeSans" pitchFamily="2"/>
              </a:defRPr>
            </a:lvl1pPr>
          </a:lstStyle>
          <a:p>
            <a:pPr lvl="0"/>
            <a:endParaRPr lang="ru-RU"/>
          </a:p>
        </p:txBody>
      </p:sp>
      <p:sp>
        <p:nvSpPr>
          <p:cNvPr id="3" name="PlaceHolder 2">
            <a:extLst>
              <a:ext uri="{FF2B5EF4-FFF2-40B4-BE49-F238E27FC236}">
                <a16:creationId xmlns:a16="http://schemas.microsoft.com/office/drawing/2014/main" id="{5725B374-0E27-8D9D-E38A-82DFD625A92F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609480" y="1604520"/>
            <a:ext cx="5354280" cy="1896840"/>
          </a:xfrm>
        </p:spPr>
        <p:txBody>
          <a:bodyPr anchor="t" anchorCtr="0">
            <a:normAutofit/>
          </a:bodyPr>
          <a:lstStyle>
            <a:lvl1pPr hangingPunct="0">
              <a:defRPr>
                <a:latin typeface="Liberation Sans" pitchFamily="18"/>
                <a:ea typeface="Noto Sans CJK SC" pitchFamily="2"/>
                <a:cs typeface="FreeSans" pitchFamily="2"/>
              </a:defRPr>
            </a:lvl1pPr>
          </a:lstStyle>
          <a:p>
            <a:pPr lvl="0"/>
            <a:endParaRPr lang="ru-RU"/>
          </a:p>
        </p:txBody>
      </p:sp>
      <p:sp>
        <p:nvSpPr>
          <p:cNvPr id="4" name="PlaceHolder 3">
            <a:extLst>
              <a:ext uri="{FF2B5EF4-FFF2-40B4-BE49-F238E27FC236}">
                <a16:creationId xmlns:a16="http://schemas.microsoft.com/office/drawing/2014/main" id="{0B39D449-98EB-A3DD-5637-1328AFA04EB7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6231960" y="1604520"/>
            <a:ext cx="5354280" cy="3977279"/>
          </a:xfrm>
        </p:spPr>
        <p:txBody>
          <a:bodyPr anchor="t" anchorCtr="0">
            <a:normAutofit/>
          </a:bodyPr>
          <a:lstStyle>
            <a:lvl1pPr hangingPunct="0">
              <a:defRPr>
                <a:latin typeface="Liberation Sans" pitchFamily="18"/>
                <a:ea typeface="Noto Sans CJK SC" pitchFamily="2"/>
                <a:cs typeface="FreeSans" pitchFamily="2"/>
              </a:defRPr>
            </a:lvl1pPr>
          </a:lstStyle>
          <a:p>
            <a:pPr lvl="0"/>
            <a:endParaRPr lang="ru-RU"/>
          </a:p>
        </p:txBody>
      </p:sp>
      <p:sp>
        <p:nvSpPr>
          <p:cNvPr id="5" name="PlaceHolder 4">
            <a:extLst>
              <a:ext uri="{FF2B5EF4-FFF2-40B4-BE49-F238E27FC236}">
                <a16:creationId xmlns:a16="http://schemas.microsoft.com/office/drawing/2014/main" id="{35392CD3-DE67-F7D4-553C-DB9E0CA172BA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609480" y="3682079"/>
            <a:ext cx="5354280" cy="1896840"/>
          </a:xfrm>
        </p:spPr>
        <p:txBody>
          <a:bodyPr anchor="t" anchorCtr="0">
            <a:normAutofit/>
          </a:bodyPr>
          <a:lstStyle>
            <a:lvl1pPr hangingPunct="0">
              <a:defRPr>
                <a:latin typeface="Liberation Sans" pitchFamily="18"/>
                <a:ea typeface="Noto Sans CJK SC" pitchFamily="2"/>
                <a:cs typeface="FreeSans" pitchFamily="2"/>
              </a:defRPr>
            </a:lvl1pPr>
          </a:lstStyle>
          <a:p>
            <a:pPr lvl="0"/>
            <a:endParaRPr lang="ru-RU"/>
          </a:p>
        </p:txBody>
      </p:sp>
      <p:sp>
        <p:nvSpPr>
          <p:cNvPr id="6" name="PlaceHolder 5">
            <a:extLst>
              <a:ext uri="{FF2B5EF4-FFF2-40B4-BE49-F238E27FC236}">
                <a16:creationId xmlns:a16="http://schemas.microsoft.com/office/drawing/2014/main" id="{E749015D-EBC2-0D03-16DD-00C3620BCD71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22AF09C3-717F-664C-9500-8FABE47F1D5A}" type="slidenum"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7359815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>
            <a:extLst>
              <a:ext uri="{FF2B5EF4-FFF2-40B4-BE49-F238E27FC236}">
                <a16:creationId xmlns:a16="http://schemas.microsoft.com/office/drawing/2014/main" id="{C78892B8-41D3-5C3E-6727-9969E6D8300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09480" y="221040"/>
            <a:ext cx="10972440" cy="1250280"/>
          </a:xfrm>
        </p:spPr>
        <p:txBody>
          <a:bodyPr/>
          <a:lstStyle>
            <a:lvl1pPr hangingPunct="0">
              <a:defRPr>
                <a:latin typeface="Liberation Sans" pitchFamily="18"/>
                <a:ea typeface="Noto Sans CJK SC" pitchFamily="2"/>
                <a:cs typeface="FreeSans" pitchFamily="2"/>
              </a:defRPr>
            </a:lvl1pPr>
          </a:lstStyle>
          <a:p>
            <a:pPr lvl="0"/>
            <a:endParaRPr lang="ru-RU"/>
          </a:p>
        </p:txBody>
      </p:sp>
      <p:sp>
        <p:nvSpPr>
          <p:cNvPr id="3" name="PlaceHolder 2">
            <a:extLst>
              <a:ext uri="{FF2B5EF4-FFF2-40B4-BE49-F238E27FC236}">
                <a16:creationId xmlns:a16="http://schemas.microsoft.com/office/drawing/2014/main" id="{FC061625-385D-4E22-3CAB-BEFB7D8EAE0C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609480" y="1604520"/>
            <a:ext cx="5354280" cy="3977279"/>
          </a:xfrm>
        </p:spPr>
        <p:txBody>
          <a:bodyPr anchor="t" anchorCtr="0">
            <a:normAutofit/>
          </a:bodyPr>
          <a:lstStyle>
            <a:lvl1pPr hangingPunct="0">
              <a:defRPr>
                <a:latin typeface="Liberation Sans" pitchFamily="18"/>
                <a:ea typeface="Noto Sans CJK SC" pitchFamily="2"/>
                <a:cs typeface="FreeSans" pitchFamily="2"/>
              </a:defRPr>
            </a:lvl1pPr>
          </a:lstStyle>
          <a:p>
            <a:pPr lvl="0"/>
            <a:endParaRPr lang="ru-RU"/>
          </a:p>
        </p:txBody>
      </p:sp>
      <p:sp>
        <p:nvSpPr>
          <p:cNvPr id="4" name="PlaceHolder 3">
            <a:extLst>
              <a:ext uri="{FF2B5EF4-FFF2-40B4-BE49-F238E27FC236}">
                <a16:creationId xmlns:a16="http://schemas.microsoft.com/office/drawing/2014/main" id="{CEB0B185-791C-F17C-479A-B52EE3CA60A6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6231960" y="1604520"/>
            <a:ext cx="5354280" cy="1896840"/>
          </a:xfrm>
        </p:spPr>
        <p:txBody>
          <a:bodyPr anchor="t" anchorCtr="0">
            <a:normAutofit/>
          </a:bodyPr>
          <a:lstStyle>
            <a:lvl1pPr hangingPunct="0">
              <a:defRPr>
                <a:latin typeface="Liberation Sans" pitchFamily="18"/>
                <a:ea typeface="Noto Sans CJK SC" pitchFamily="2"/>
                <a:cs typeface="FreeSans" pitchFamily="2"/>
              </a:defRPr>
            </a:lvl1pPr>
          </a:lstStyle>
          <a:p>
            <a:pPr lvl="0"/>
            <a:endParaRPr lang="ru-RU"/>
          </a:p>
        </p:txBody>
      </p:sp>
      <p:sp>
        <p:nvSpPr>
          <p:cNvPr id="5" name="PlaceHolder 4">
            <a:extLst>
              <a:ext uri="{FF2B5EF4-FFF2-40B4-BE49-F238E27FC236}">
                <a16:creationId xmlns:a16="http://schemas.microsoft.com/office/drawing/2014/main" id="{9BA1C1D4-F5F6-F661-9FCC-07065F68A35F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6231960" y="3682079"/>
            <a:ext cx="5354280" cy="1896840"/>
          </a:xfrm>
        </p:spPr>
        <p:txBody>
          <a:bodyPr anchor="t" anchorCtr="0">
            <a:normAutofit/>
          </a:bodyPr>
          <a:lstStyle>
            <a:lvl1pPr hangingPunct="0">
              <a:defRPr>
                <a:latin typeface="Liberation Sans" pitchFamily="18"/>
                <a:ea typeface="Noto Sans CJK SC" pitchFamily="2"/>
                <a:cs typeface="FreeSans" pitchFamily="2"/>
              </a:defRPr>
            </a:lvl1pPr>
          </a:lstStyle>
          <a:p>
            <a:pPr lvl="0"/>
            <a:endParaRPr lang="ru-RU"/>
          </a:p>
        </p:txBody>
      </p:sp>
      <p:sp>
        <p:nvSpPr>
          <p:cNvPr id="6" name="PlaceHolder 5">
            <a:extLst>
              <a:ext uri="{FF2B5EF4-FFF2-40B4-BE49-F238E27FC236}">
                <a16:creationId xmlns:a16="http://schemas.microsoft.com/office/drawing/2014/main" id="{775CE3B6-8C8F-4D4F-3289-9D6C39B0F1C5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EF920847-7CDE-4E4D-88C8-D5C9D7677CCE}" type="slidenum"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099281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_2c_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>
            <a:extLst>
              <a:ext uri="{FF2B5EF4-FFF2-40B4-BE49-F238E27FC236}">
                <a16:creationId xmlns:a16="http://schemas.microsoft.com/office/drawing/2014/main" id="{4C18BEE3-00B0-B11D-F778-731A2B7F413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09480" y="221040"/>
            <a:ext cx="10972440" cy="1250280"/>
          </a:xfrm>
        </p:spPr>
        <p:txBody>
          <a:bodyPr/>
          <a:lstStyle>
            <a:lvl1pPr hangingPunct="0">
              <a:defRPr>
                <a:latin typeface="Liberation Sans" pitchFamily="18"/>
                <a:ea typeface="Noto Sans CJK SC" pitchFamily="2"/>
                <a:cs typeface="FreeSans" pitchFamily="2"/>
              </a:defRPr>
            </a:lvl1pPr>
          </a:lstStyle>
          <a:p>
            <a:pPr lvl="0"/>
            <a:endParaRPr lang="ru-RU"/>
          </a:p>
        </p:txBody>
      </p:sp>
      <p:sp>
        <p:nvSpPr>
          <p:cNvPr id="3" name="PlaceHolder 2">
            <a:extLst>
              <a:ext uri="{FF2B5EF4-FFF2-40B4-BE49-F238E27FC236}">
                <a16:creationId xmlns:a16="http://schemas.microsoft.com/office/drawing/2014/main" id="{10EB36FE-4A84-2619-7DCA-C2D60C262696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609480" y="1604520"/>
            <a:ext cx="5354280" cy="1896840"/>
          </a:xfrm>
        </p:spPr>
        <p:txBody>
          <a:bodyPr anchor="t" anchorCtr="0">
            <a:normAutofit/>
          </a:bodyPr>
          <a:lstStyle>
            <a:lvl1pPr hangingPunct="0">
              <a:defRPr>
                <a:latin typeface="Liberation Sans" pitchFamily="18"/>
                <a:ea typeface="Noto Sans CJK SC" pitchFamily="2"/>
                <a:cs typeface="FreeSans" pitchFamily="2"/>
              </a:defRPr>
            </a:lvl1pPr>
          </a:lstStyle>
          <a:p>
            <a:pPr lvl="0"/>
            <a:endParaRPr lang="ru-RU"/>
          </a:p>
        </p:txBody>
      </p:sp>
      <p:sp>
        <p:nvSpPr>
          <p:cNvPr id="4" name="PlaceHolder 3">
            <a:extLst>
              <a:ext uri="{FF2B5EF4-FFF2-40B4-BE49-F238E27FC236}">
                <a16:creationId xmlns:a16="http://schemas.microsoft.com/office/drawing/2014/main" id="{1C0C0816-37A2-FF8C-39BE-4B7A00982999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6231960" y="1604520"/>
            <a:ext cx="5354280" cy="1896840"/>
          </a:xfrm>
        </p:spPr>
        <p:txBody>
          <a:bodyPr anchor="t" anchorCtr="0">
            <a:normAutofit/>
          </a:bodyPr>
          <a:lstStyle>
            <a:lvl1pPr hangingPunct="0">
              <a:defRPr>
                <a:latin typeface="Liberation Sans" pitchFamily="18"/>
                <a:ea typeface="Noto Sans CJK SC" pitchFamily="2"/>
                <a:cs typeface="FreeSans" pitchFamily="2"/>
              </a:defRPr>
            </a:lvl1pPr>
          </a:lstStyle>
          <a:p>
            <a:pPr lvl="0"/>
            <a:endParaRPr lang="ru-RU"/>
          </a:p>
        </p:txBody>
      </p:sp>
      <p:sp>
        <p:nvSpPr>
          <p:cNvPr id="5" name="PlaceHolder 4">
            <a:extLst>
              <a:ext uri="{FF2B5EF4-FFF2-40B4-BE49-F238E27FC236}">
                <a16:creationId xmlns:a16="http://schemas.microsoft.com/office/drawing/2014/main" id="{01A1EE0D-B437-AC5B-670E-E01CD93D2447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609480" y="3682079"/>
            <a:ext cx="10972440" cy="1896840"/>
          </a:xfrm>
        </p:spPr>
        <p:txBody>
          <a:bodyPr anchor="t" anchorCtr="0">
            <a:normAutofit/>
          </a:bodyPr>
          <a:lstStyle>
            <a:lvl1pPr hangingPunct="0">
              <a:defRPr>
                <a:latin typeface="Liberation Sans" pitchFamily="18"/>
                <a:ea typeface="Noto Sans CJK SC" pitchFamily="2"/>
                <a:cs typeface="FreeSans" pitchFamily="2"/>
              </a:defRPr>
            </a:lvl1pPr>
          </a:lstStyle>
          <a:p>
            <a:pPr lvl="0"/>
            <a:endParaRPr lang="ru-RU"/>
          </a:p>
        </p:txBody>
      </p:sp>
      <p:sp>
        <p:nvSpPr>
          <p:cNvPr id="6" name="PlaceHolder 5">
            <a:extLst>
              <a:ext uri="{FF2B5EF4-FFF2-40B4-BE49-F238E27FC236}">
                <a16:creationId xmlns:a16="http://schemas.microsoft.com/office/drawing/2014/main" id="{AD1EC5F9-2FCF-9A30-E67E-FC6E37C84B13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10CB25FE-0FB4-4F47-9477-B9A9D9240B53}" type="slidenum"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7430940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_2c_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>
            <a:extLst>
              <a:ext uri="{FF2B5EF4-FFF2-40B4-BE49-F238E27FC236}">
                <a16:creationId xmlns:a16="http://schemas.microsoft.com/office/drawing/2014/main" id="{E2268591-BFDE-E5C6-8249-C9A6234EED8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09480" y="221040"/>
            <a:ext cx="10972440" cy="1250280"/>
          </a:xfrm>
        </p:spPr>
        <p:txBody>
          <a:bodyPr/>
          <a:lstStyle>
            <a:lvl1pPr hangingPunct="0">
              <a:defRPr>
                <a:latin typeface="Liberation Sans" pitchFamily="18"/>
                <a:ea typeface="Noto Sans CJK SC" pitchFamily="2"/>
                <a:cs typeface="FreeSans" pitchFamily="2"/>
              </a:defRPr>
            </a:lvl1pPr>
          </a:lstStyle>
          <a:p>
            <a:pPr lvl="0"/>
            <a:endParaRPr lang="ru-RU"/>
          </a:p>
        </p:txBody>
      </p:sp>
      <p:sp>
        <p:nvSpPr>
          <p:cNvPr id="3" name="PlaceHolder 2">
            <a:extLst>
              <a:ext uri="{FF2B5EF4-FFF2-40B4-BE49-F238E27FC236}">
                <a16:creationId xmlns:a16="http://schemas.microsoft.com/office/drawing/2014/main" id="{33280831-B048-0DCB-B545-8CF6D8DE14B8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609480" y="1604520"/>
            <a:ext cx="10972440" cy="1896840"/>
          </a:xfrm>
        </p:spPr>
        <p:txBody>
          <a:bodyPr anchor="t" anchorCtr="0">
            <a:normAutofit/>
          </a:bodyPr>
          <a:lstStyle>
            <a:lvl1pPr hangingPunct="0">
              <a:defRPr>
                <a:latin typeface="Liberation Sans" pitchFamily="18"/>
                <a:ea typeface="Noto Sans CJK SC" pitchFamily="2"/>
                <a:cs typeface="FreeSans" pitchFamily="2"/>
              </a:defRPr>
            </a:lvl1pPr>
          </a:lstStyle>
          <a:p>
            <a:pPr lvl="0"/>
            <a:endParaRPr lang="ru-RU"/>
          </a:p>
        </p:txBody>
      </p:sp>
      <p:sp>
        <p:nvSpPr>
          <p:cNvPr id="4" name="PlaceHolder 3">
            <a:extLst>
              <a:ext uri="{FF2B5EF4-FFF2-40B4-BE49-F238E27FC236}">
                <a16:creationId xmlns:a16="http://schemas.microsoft.com/office/drawing/2014/main" id="{7259C31E-CC88-63D6-257B-A38A3448F5F4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609480" y="3682079"/>
            <a:ext cx="10972440" cy="1896840"/>
          </a:xfrm>
        </p:spPr>
        <p:txBody>
          <a:bodyPr anchor="t" anchorCtr="0">
            <a:normAutofit/>
          </a:bodyPr>
          <a:lstStyle>
            <a:lvl1pPr hangingPunct="0">
              <a:defRPr>
                <a:latin typeface="Liberation Sans" pitchFamily="18"/>
                <a:ea typeface="Noto Sans CJK SC" pitchFamily="2"/>
                <a:cs typeface="FreeSans" pitchFamily="2"/>
              </a:defRPr>
            </a:lvl1pPr>
          </a:lstStyle>
          <a:p>
            <a:pPr lvl="0"/>
            <a:endParaRPr lang="ru-RU"/>
          </a:p>
        </p:txBody>
      </p:sp>
      <p:sp>
        <p:nvSpPr>
          <p:cNvPr id="5" name="PlaceHolder 4">
            <a:extLst>
              <a:ext uri="{FF2B5EF4-FFF2-40B4-BE49-F238E27FC236}">
                <a16:creationId xmlns:a16="http://schemas.microsoft.com/office/drawing/2014/main" id="{1DAEA163-E979-088A-59FF-76C6C354853D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BED23A92-2F93-AD47-A2B5-340F31073C1B}" type="slidenum"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1593938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_2c_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>
            <a:extLst>
              <a:ext uri="{FF2B5EF4-FFF2-40B4-BE49-F238E27FC236}">
                <a16:creationId xmlns:a16="http://schemas.microsoft.com/office/drawing/2014/main" id="{D774EA3A-9F70-5BE4-B53B-D5EFE6F1923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09480" y="221040"/>
            <a:ext cx="10972440" cy="1250280"/>
          </a:xfrm>
        </p:spPr>
        <p:txBody>
          <a:bodyPr/>
          <a:lstStyle>
            <a:lvl1pPr hangingPunct="0">
              <a:defRPr>
                <a:latin typeface="Liberation Sans" pitchFamily="18"/>
                <a:ea typeface="Noto Sans CJK SC" pitchFamily="2"/>
                <a:cs typeface="FreeSans" pitchFamily="2"/>
              </a:defRPr>
            </a:lvl1pPr>
          </a:lstStyle>
          <a:p>
            <a:pPr lvl="0"/>
            <a:endParaRPr lang="ru-RU"/>
          </a:p>
        </p:txBody>
      </p:sp>
      <p:sp>
        <p:nvSpPr>
          <p:cNvPr id="3" name="PlaceHolder 2">
            <a:extLst>
              <a:ext uri="{FF2B5EF4-FFF2-40B4-BE49-F238E27FC236}">
                <a16:creationId xmlns:a16="http://schemas.microsoft.com/office/drawing/2014/main" id="{96DC267D-22AF-5EF5-66C2-9972330B4140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609480" y="1604520"/>
            <a:ext cx="5354280" cy="1896840"/>
          </a:xfrm>
        </p:spPr>
        <p:txBody>
          <a:bodyPr anchor="t" anchorCtr="0">
            <a:normAutofit/>
          </a:bodyPr>
          <a:lstStyle>
            <a:lvl1pPr hangingPunct="0">
              <a:defRPr>
                <a:latin typeface="Liberation Sans" pitchFamily="18"/>
                <a:ea typeface="Noto Sans CJK SC" pitchFamily="2"/>
                <a:cs typeface="FreeSans" pitchFamily="2"/>
              </a:defRPr>
            </a:lvl1pPr>
          </a:lstStyle>
          <a:p>
            <a:pPr lvl="0"/>
            <a:endParaRPr lang="ru-RU"/>
          </a:p>
        </p:txBody>
      </p:sp>
      <p:sp>
        <p:nvSpPr>
          <p:cNvPr id="4" name="PlaceHolder 3">
            <a:extLst>
              <a:ext uri="{FF2B5EF4-FFF2-40B4-BE49-F238E27FC236}">
                <a16:creationId xmlns:a16="http://schemas.microsoft.com/office/drawing/2014/main" id="{B911D166-733F-EDE9-F867-7ABE25C31506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6231960" y="1604520"/>
            <a:ext cx="5354280" cy="1896840"/>
          </a:xfrm>
        </p:spPr>
        <p:txBody>
          <a:bodyPr anchor="t" anchorCtr="0">
            <a:normAutofit/>
          </a:bodyPr>
          <a:lstStyle>
            <a:lvl1pPr hangingPunct="0">
              <a:defRPr>
                <a:latin typeface="Liberation Sans" pitchFamily="18"/>
                <a:ea typeface="Noto Sans CJK SC" pitchFamily="2"/>
                <a:cs typeface="FreeSans" pitchFamily="2"/>
              </a:defRPr>
            </a:lvl1pPr>
          </a:lstStyle>
          <a:p>
            <a:pPr lvl="0"/>
            <a:endParaRPr lang="ru-RU"/>
          </a:p>
        </p:txBody>
      </p:sp>
      <p:sp>
        <p:nvSpPr>
          <p:cNvPr id="5" name="PlaceHolder 4">
            <a:extLst>
              <a:ext uri="{FF2B5EF4-FFF2-40B4-BE49-F238E27FC236}">
                <a16:creationId xmlns:a16="http://schemas.microsoft.com/office/drawing/2014/main" id="{BE6295B8-A302-DE81-8B5A-72B8864ABD54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609480" y="3682079"/>
            <a:ext cx="5354280" cy="1896840"/>
          </a:xfrm>
        </p:spPr>
        <p:txBody>
          <a:bodyPr anchor="t" anchorCtr="0">
            <a:normAutofit/>
          </a:bodyPr>
          <a:lstStyle>
            <a:lvl1pPr hangingPunct="0">
              <a:defRPr>
                <a:latin typeface="Liberation Sans" pitchFamily="18"/>
                <a:ea typeface="Noto Sans CJK SC" pitchFamily="2"/>
                <a:cs typeface="FreeSans" pitchFamily="2"/>
              </a:defRPr>
            </a:lvl1pPr>
          </a:lstStyle>
          <a:p>
            <a:pPr lvl="0"/>
            <a:endParaRPr lang="ru-RU"/>
          </a:p>
        </p:txBody>
      </p:sp>
      <p:sp>
        <p:nvSpPr>
          <p:cNvPr id="6" name="PlaceHolder 5">
            <a:extLst>
              <a:ext uri="{FF2B5EF4-FFF2-40B4-BE49-F238E27FC236}">
                <a16:creationId xmlns:a16="http://schemas.microsoft.com/office/drawing/2014/main" id="{72E3FF47-4650-A1F6-D8D6-47058B771EC8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6231960" y="3682079"/>
            <a:ext cx="5354280" cy="1896840"/>
          </a:xfrm>
        </p:spPr>
        <p:txBody>
          <a:bodyPr anchor="t" anchorCtr="0">
            <a:normAutofit/>
          </a:bodyPr>
          <a:lstStyle>
            <a:lvl1pPr hangingPunct="0">
              <a:defRPr>
                <a:latin typeface="Liberation Sans" pitchFamily="18"/>
                <a:ea typeface="Noto Sans CJK SC" pitchFamily="2"/>
                <a:cs typeface="FreeSans" pitchFamily="2"/>
              </a:defRPr>
            </a:lvl1pPr>
          </a:lstStyle>
          <a:p>
            <a:pPr lvl="0"/>
            <a:endParaRPr lang="ru-RU"/>
          </a:p>
        </p:txBody>
      </p:sp>
      <p:sp>
        <p:nvSpPr>
          <p:cNvPr id="7" name="PlaceHolder 6">
            <a:extLst>
              <a:ext uri="{FF2B5EF4-FFF2-40B4-BE49-F238E27FC236}">
                <a16:creationId xmlns:a16="http://schemas.microsoft.com/office/drawing/2014/main" id="{12958F65-C994-2267-211F-8442CA80281B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790A2C27-A8A4-6E4A-8DB7-49023398C783}" type="slidenum"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8013504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_2c_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>
            <a:extLst>
              <a:ext uri="{FF2B5EF4-FFF2-40B4-BE49-F238E27FC236}">
                <a16:creationId xmlns:a16="http://schemas.microsoft.com/office/drawing/2014/main" id="{968EB314-9A41-82FC-D2F3-B8BF30ADB473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609480" y="221040"/>
            <a:ext cx="10972440" cy="1250280"/>
          </a:xfrm>
        </p:spPr>
        <p:txBody>
          <a:bodyPr/>
          <a:lstStyle>
            <a:lvl1pPr hangingPunct="0">
              <a:defRPr>
                <a:latin typeface="Liberation Sans" pitchFamily="18"/>
                <a:ea typeface="Noto Sans CJK SC" pitchFamily="2"/>
                <a:cs typeface="FreeSans" pitchFamily="2"/>
              </a:defRPr>
            </a:lvl1pPr>
          </a:lstStyle>
          <a:p>
            <a:pPr lvl="0"/>
            <a:endParaRPr lang="ru-RU"/>
          </a:p>
        </p:txBody>
      </p:sp>
      <p:sp>
        <p:nvSpPr>
          <p:cNvPr id="3" name="PlaceHolder 2">
            <a:extLst>
              <a:ext uri="{FF2B5EF4-FFF2-40B4-BE49-F238E27FC236}">
                <a16:creationId xmlns:a16="http://schemas.microsoft.com/office/drawing/2014/main" id="{E8963071-1EFC-67E3-6812-23F0EBB980BB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609480" y="1604520"/>
            <a:ext cx="3533040" cy="1896840"/>
          </a:xfrm>
        </p:spPr>
        <p:txBody>
          <a:bodyPr anchor="t" anchorCtr="0">
            <a:normAutofit/>
          </a:bodyPr>
          <a:lstStyle>
            <a:lvl1pPr hangingPunct="0">
              <a:defRPr>
                <a:latin typeface="Liberation Sans" pitchFamily="18"/>
                <a:ea typeface="Noto Sans CJK SC" pitchFamily="2"/>
                <a:cs typeface="FreeSans" pitchFamily="2"/>
              </a:defRPr>
            </a:lvl1pPr>
          </a:lstStyle>
          <a:p>
            <a:pPr lvl="0"/>
            <a:endParaRPr lang="ru-RU"/>
          </a:p>
        </p:txBody>
      </p:sp>
      <p:sp>
        <p:nvSpPr>
          <p:cNvPr id="4" name="PlaceHolder 3">
            <a:extLst>
              <a:ext uri="{FF2B5EF4-FFF2-40B4-BE49-F238E27FC236}">
                <a16:creationId xmlns:a16="http://schemas.microsoft.com/office/drawing/2014/main" id="{B858DEAE-02F5-E2E1-321F-C05A078EF5C5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4319640" y="1604520"/>
            <a:ext cx="3533040" cy="1896840"/>
          </a:xfrm>
        </p:spPr>
        <p:txBody>
          <a:bodyPr anchor="t" anchorCtr="0">
            <a:normAutofit/>
          </a:bodyPr>
          <a:lstStyle>
            <a:lvl1pPr hangingPunct="0">
              <a:defRPr>
                <a:latin typeface="Liberation Sans" pitchFamily="18"/>
                <a:ea typeface="Noto Sans CJK SC" pitchFamily="2"/>
                <a:cs typeface="FreeSans" pitchFamily="2"/>
              </a:defRPr>
            </a:lvl1pPr>
          </a:lstStyle>
          <a:p>
            <a:pPr lvl="0"/>
            <a:endParaRPr lang="ru-RU"/>
          </a:p>
        </p:txBody>
      </p:sp>
      <p:sp>
        <p:nvSpPr>
          <p:cNvPr id="5" name="PlaceHolder 4">
            <a:extLst>
              <a:ext uri="{FF2B5EF4-FFF2-40B4-BE49-F238E27FC236}">
                <a16:creationId xmlns:a16="http://schemas.microsoft.com/office/drawing/2014/main" id="{60695D5C-178F-03CB-AABE-533A88A4CC6F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8029800" y="1604520"/>
            <a:ext cx="3533040" cy="1896840"/>
          </a:xfrm>
        </p:spPr>
        <p:txBody>
          <a:bodyPr anchor="t" anchorCtr="0">
            <a:normAutofit/>
          </a:bodyPr>
          <a:lstStyle>
            <a:lvl1pPr hangingPunct="0">
              <a:defRPr>
                <a:latin typeface="Liberation Sans" pitchFamily="18"/>
                <a:ea typeface="Noto Sans CJK SC" pitchFamily="2"/>
                <a:cs typeface="FreeSans" pitchFamily="2"/>
              </a:defRPr>
            </a:lvl1pPr>
          </a:lstStyle>
          <a:p>
            <a:pPr lvl="0"/>
            <a:endParaRPr lang="ru-RU"/>
          </a:p>
        </p:txBody>
      </p:sp>
      <p:sp>
        <p:nvSpPr>
          <p:cNvPr id="6" name="PlaceHolder 5">
            <a:extLst>
              <a:ext uri="{FF2B5EF4-FFF2-40B4-BE49-F238E27FC236}">
                <a16:creationId xmlns:a16="http://schemas.microsoft.com/office/drawing/2014/main" id="{873AC986-658C-8E24-7851-31EDA35CFB6C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609480" y="3682079"/>
            <a:ext cx="3533040" cy="1896840"/>
          </a:xfrm>
        </p:spPr>
        <p:txBody>
          <a:bodyPr anchor="t" anchorCtr="0">
            <a:normAutofit/>
          </a:bodyPr>
          <a:lstStyle>
            <a:lvl1pPr hangingPunct="0">
              <a:defRPr>
                <a:latin typeface="Liberation Sans" pitchFamily="18"/>
                <a:ea typeface="Noto Sans CJK SC" pitchFamily="2"/>
                <a:cs typeface="FreeSans" pitchFamily="2"/>
              </a:defRPr>
            </a:lvl1pPr>
          </a:lstStyle>
          <a:p>
            <a:pPr lvl="0"/>
            <a:endParaRPr lang="ru-RU"/>
          </a:p>
        </p:txBody>
      </p:sp>
      <p:sp>
        <p:nvSpPr>
          <p:cNvPr id="7" name="PlaceHolder 6">
            <a:extLst>
              <a:ext uri="{FF2B5EF4-FFF2-40B4-BE49-F238E27FC236}">
                <a16:creationId xmlns:a16="http://schemas.microsoft.com/office/drawing/2014/main" id="{E8DDA08A-F8D6-5C46-3E51-884038D61D6E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4319640" y="3682079"/>
            <a:ext cx="3533040" cy="1896840"/>
          </a:xfrm>
        </p:spPr>
        <p:txBody>
          <a:bodyPr anchor="t" anchorCtr="0">
            <a:normAutofit/>
          </a:bodyPr>
          <a:lstStyle>
            <a:lvl1pPr hangingPunct="0">
              <a:defRPr>
                <a:latin typeface="Liberation Sans" pitchFamily="18"/>
                <a:ea typeface="Noto Sans CJK SC" pitchFamily="2"/>
                <a:cs typeface="FreeSans" pitchFamily="2"/>
              </a:defRPr>
            </a:lvl1pPr>
          </a:lstStyle>
          <a:p>
            <a:pPr lvl="0"/>
            <a:endParaRPr lang="ru-RU"/>
          </a:p>
        </p:txBody>
      </p:sp>
      <p:sp>
        <p:nvSpPr>
          <p:cNvPr id="8" name="PlaceHolder 7">
            <a:extLst>
              <a:ext uri="{FF2B5EF4-FFF2-40B4-BE49-F238E27FC236}">
                <a16:creationId xmlns:a16="http://schemas.microsoft.com/office/drawing/2014/main" id="{5307213D-3AC5-25DD-C02A-6335254E248E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8029800" y="3682079"/>
            <a:ext cx="3533040" cy="1896840"/>
          </a:xfrm>
        </p:spPr>
        <p:txBody>
          <a:bodyPr anchor="t" anchorCtr="0">
            <a:normAutofit/>
          </a:bodyPr>
          <a:lstStyle>
            <a:lvl1pPr hangingPunct="0">
              <a:defRPr>
                <a:latin typeface="Liberation Sans" pitchFamily="18"/>
                <a:ea typeface="Noto Sans CJK SC" pitchFamily="2"/>
                <a:cs typeface="FreeSans" pitchFamily="2"/>
              </a:defRPr>
            </a:lvl1pPr>
          </a:lstStyle>
          <a:p>
            <a:pPr lvl="0"/>
            <a:endParaRPr lang="ru-RU"/>
          </a:p>
        </p:txBody>
      </p:sp>
      <p:sp>
        <p:nvSpPr>
          <p:cNvPr id="9" name="PlaceHolder 8">
            <a:extLst>
              <a:ext uri="{FF2B5EF4-FFF2-40B4-BE49-F238E27FC236}">
                <a16:creationId xmlns:a16="http://schemas.microsoft.com/office/drawing/2014/main" id="{C0E745AB-98CE-15B3-5ACD-37F2DE61BF5B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B044938E-3CE0-D041-A434-2D1189E5F0CF}" type="slidenum"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6509712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>
            <a:extLst>
              <a:ext uri="{FF2B5EF4-FFF2-40B4-BE49-F238E27FC236}">
                <a16:creationId xmlns:a16="http://schemas.microsoft.com/office/drawing/2014/main" id="{6FCDC19E-68EF-172D-E9C4-3D39F64525F9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D2ED0F3A-5BFE-8546-9B22-0FBC8D96788F}" type="slidenum">
              <a:t>‹#›</a:t>
            </a:fld>
            <a:endParaRPr lang="ru-RU"/>
          </a:p>
        </p:txBody>
      </p:sp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81FEDF86-B82E-A4FE-B42D-914B0CEB40C7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/>
          <a:lstStyle>
            <a:lvl1pPr hangingPunct="0">
              <a:defRPr>
                <a:latin typeface="Liberation Sans" pitchFamily="18"/>
              </a:defRPr>
            </a:lvl1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F484CD55-A913-4651-557B-446D396340D0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/>
        <p:txBody>
          <a:bodyPr/>
          <a:lstStyle>
            <a:lvl1pPr hangingPunct="0">
              <a:spcBef>
                <a:spcPts val="1417"/>
              </a:spcBef>
              <a:defRPr>
                <a:latin typeface="Liberation Sans" pitchFamily="18"/>
              </a:defRPr>
            </a:lvl1pPr>
          </a:lstStyle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5910471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>
            <a:extLst>
              <a:ext uri="{FF2B5EF4-FFF2-40B4-BE49-F238E27FC236}">
                <a16:creationId xmlns:a16="http://schemas.microsoft.com/office/drawing/2014/main" id="{669329DA-E3EC-4FEB-0AFD-9A2D5F6EFE0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09480" y="221040"/>
            <a:ext cx="10972440" cy="1250280"/>
          </a:xfrm>
        </p:spPr>
        <p:txBody>
          <a:bodyPr/>
          <a:lstStyle>
            <a:lvl1pPr hangingPunct="0">
              <a:defRPr>
                <a:latin typeface="Liberation Sans" pitchFamily="18"/>
                <a:ea typeface="Noto Sans CJK SC" pitchFamily="2"/>
                <a:cs typeface="FreeSans" pitchFamily="2"/>
              </a:defRPr>
            </a:lvl1pPr>
          </a:lstStyle>
          <a:p>
            <a:pPr lvl="0"/>
            <a:endParaRPr lang="ru-RU"/>
          </a:p>
        </p:txBody>
      </p:sp>
      <p:sp>
        <p:nvSpPr>
          <p:cNvPr id="3" name="PlaceHolder 2">
            <a:extLst>
              <a:ext uri="{FF2B5EF4-FFF2-40B4-BE49-F238E27FC236}">
                <a16:creationId xmlns:a16="http://schemas.microsoft.com/office/drawing/2014/main" id="{7F689C16-938F-2B3D-1175-0A3D91175E44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/>
        <p:txBody>
          <a:bodyPr anchor="ctr" anchorCtr="1">
            <a:noAutofit/>
          </a:bodyPr>
          <a:lstStyle>
            <a:lvl1pPr marL="0" indent="0" algn="ctr" hangingPunct="0">
              <a:buNone/>
              <a:defRPr>
                <a:latin typeface="Liberation Sans" pitchFamily="18"/>
                <a:ea typeface="Noto Sans CJK SC" pitchFamily="2"/>
                <a:cs typeface="FreeSans" pitchFamily="2"/>
              </a:defRPr>
            </a:lvl1pPr>
          </a:lstStyle>
          <a:p>
            <a:pPr lvl="0"/>
            <a:endParaRPr lang="ru-RU"/>
          </a:p>
        </p:txBody>
      </p:sp>
      <p:sp>
        <p:nvSpPr>
          <p:cNvPr id="4" name="PlaceHolder 3">
            <a:extLst>
              <a:ext uri="{FF2B5EF4-FFF2-40B4-BE49-F238E27FC236}">
                <a16:creationId xmlns:a16="http://schemas.microsoft.com/office/drawing/2014/main" id="{4ABB2A41-6435-1C08-032C-E683388607F1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955AD4CA-EC0E-3A45-81AC-27CA5B17F73D}" type="slidenum"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0514564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_2c_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>
            <a:extLst>
              <a:ext uri="{FF2B5EF4-FFF2-40B4-BE49-F238E27FC236}">
                <a16:creationId xmlns:a16="http://schemas.microsoft.com/office/drawing/2014/main" id="{24F72F89-7229-27A6-0E4B-B860B98B758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09480" y="221040"/>
            <a:ext cx="10972440" cy="1250280"/>
          </a:xfrm>
        </p:spPr>
        <p:txBody>
          <a:bodyPr/>
          <a:lstStyle>
            <a:lvl1pPr hangingPunct="0">
              <a:defRPr>
                <a:latin typeface="Liberation Sans" pitchFamily="18"/>
                <a:ea typeface="Noto Sans CJK SC" pitchFamily="2"/>
                <a:cs typeface="FreeSans" pitchFamily="2"/>
              </a:defRPr>
            </a:lvl1pPr>
          </a:lstStyle>
          <a:p>
            <a:pPr lvl="0"/>
            <a:endParaRPr lang="ru-RU"/>
          </a:p>
        </p:txBody>
      </p:sp>
      <p:sp>
        <p:nvSpPr>
          <p:cNvPr id="3" name="PlaceHolder 2">
            <a:extLst>
              <a:ext uri="{FF2B5EF4-FFF2-40B4-BE49-F238E27FC236}">
                <a16:creationId xmlns:a16="http://schemas.microsoft.com/office/drawing/2014/main" id="{2D6EC3D2-6010-6C3D-1022-23E784C53459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609480" y="1604520"/>
            <a:ext cx="10972440" cy="3977279"/>
          </a:xfrm>
        </p:spPr>
        <p:txBody>
          <a:bodyPr anchor="t" anchorCtr="0">
            <a:normAutofit/>
          </a:bodyPr>
          <a:lstStyle>
            <a:lvl1pPr hangingPunct="0">
              <a:defRPr>
                <a:latin typeface="Liberation Sans" pitchFamily="18"/>
                <a:ea typeface="Noto Sans CJK SC" pitchFamily="2"/>
                <a:cs typeface="FreeSans" pitchFamily="2"/>
              </a:defRPr>
            </a:lvl1pPr>
          </a:lstStyle>
          <a:p>
            <a:pPr lvl="0"/>
            <a:endParaRPr lang="ru-RU"/>
          </a:p>
        </p:txBody>
      </p:sp>
      <p:sp>
        <p:nvSpPr>
          <p:cNvPr id="4" name="PlaceHolder 3">
            <a:extLst>
              <a:ext uri="{FF2B5EF4-FFF2-40B4-BE49-F238E27FC236}">
                <a16:creationId xmlns:a16="http://schemas.microsoft.com/office/drawing/2014/main" id="{52288C0F-B138-56A0-0BA1-E3BA28F30F19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39C3C84C-57AF-0544-B2C4-BB81CA00A960}" type="slidenum"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8545158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_2c_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>
            <a:extLst>
              <a:ext uri="{FF2B5EF4-FFF2-40B4-BE49-F238E27FC236}">
                <a16:creationId xmlns:a16="http://schemas.microsoft.com/office/drawing/2014/main" id="{E0ECF9B1-2DE7-508E-CBFF-88D15826BD7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09480" y="221040"/>
            <a:ext cx="10972440" cy="1250280"/>
          </a:xfrm>
        </p:spPr>
        <p:txBody>
          <a:bodyPr/>
          <a:lstStyle>
            <a:lvl1pPr hangingPunct="0">
              <a:defRPr>
                <a:latin typeface="Liberation Sans" pitchFamily="18"/>
                <a:ea typeface="Noto Sans CJK SC" pitchFamily="2"/>
                <a:cs typeface="FreeSans" pitchFamily="2"/>
              </a:defRPr>
            </a:lvl1pPr>
          </a:lstStyle>
          <a:p>
            <a:pPr lvl="0"/>
            <a:endParaRPr lang="ru-RU"/>
          </a:p>
        </p:txBody>
      </p:sp>
      <p:sp>
        <p:nvSpPr>
          <p:cNvPr id="3" name="PlaceHolder 2">
            <a:extLst>
              <a:ext uri="{FF2B5EF4-FFF2-40B4-BE49-F238E27FC236}">
                <a16:creationId xmlns:a16="http://schemas.microsoft.com/office/drawing/2014/main" id="{F239F588-7DF5-BB8F-B84B-3CF3D967FAA9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609480" y="1604520"/>
            <a:ext cx="5354280" cy="3977279"/>
          </a:xfrm>
        </p:spPr>
        <p:txBody>
          <a:bodyPr anchor="t" anchorCtr="0">
            <a:normAutofit/>
          </a:bodyPr>
          <a:lstStyle>
            <a:lvl1pPr hangingPunct="0">
              <a:defRPr>
                <a:latin typeface="Liberation Sans" pitchFamily="18"/>
                <a:ea typeface="Noto Sans CJK SC" pitchFamily="2"/>
                <a:cs typeface="FreeSans" pitchFamily="2"/>
              </a:defRPr>
            </a:lvl1pPr>
          </a:lstStyle>
          <a:p>
            <a:pPr lvl="0"/>
            <a:endParaRPr lang="ru-RU"/>
          </a:p>
        </p:txBody>
      </p:sp>
      <p:sp>
        <p:nvSpPr>
          <p:cNvPr id="4" name="PlaceHolder 3">
            <a:extLst>
              <a:ext uri="{FF2B5EF4-FFF2-40B4-BE49-F238E27FC236}">
                <a16:creationId xmlns:a16="http://schemas.microsoft.com/office/drawing/2014/main" id="{75C5D202-2FDE-4D84-6CD9-C471FF136A28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6231960" y="1604520"/>
            <a:ext cx="5354280" cy="3977279"/>
          </a:xfrm>
        </p:spPr>
        <p:txBody>
          <a:bodyPr anchor="t" anchorCtr="0">
            <a:normAutofit/>
          </a:bodyPr>
          <a:lstStyle>
            <a:lvl1pPr hangingPunct="0">
              <a:defRPr>
                <a:latin typeface="Liberation Sans" pitchFamily="18"/>
                <a:ea typeface="Noto Sans CJK SC" pitchFamily="2"/>
                <a:cs typeface="FreeSans" pitchFamily="2"/>
              </a:defRPr>
            </a:lvl1pPr>
          </a:lstStyle>
          <a:p>
            <a:pPr lvl="0"/>
            <a:endParaRPr lang="ru-RU"/>
          </a:p>
        </p:txBody>
      </p:sp>
      <p:sp>
        <p:nvSpPr>
          <p:cNvPr id="5" name="PlaceHolder 4">
            <a:extLst>
              <a:ext uri="{FF2B5EF4-FFF2-40B4-BE49-F238E27FC236}">
                <a16:creationId xmlns:a16="http://schemas.microsoft.com/office/drawing/2014/main" id="{0D01FD06-2157-D995-378F-447FA826129B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EE8ED7DE-B23E-6245-8203-08FACB465886}" type="slidenum"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41965502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>
            <a:extLst>
              <a:ext uri="{FF2B5EF4-FFF2-40B4-BE49-F238E27FC236}">
                <a16:creationId xmlns:a16="http://schemas.microsoft.com/office/drawing/2014/main" id="{DC5136B0-E69D-BCD3-90BB-2500459FC14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09480" y="221040"/>
            <a:ext cx="10972440" cy="1250280"/>
          </a:xfrm>
        </p:spPr>
        <p:txBody>
          <a:bodyPr/>
          <a:lstStyle>
            <a:lvl1pPr hangingPunct="0">
              <a:defRPr>
                <a:latin typeface="Liberation Sans" pitchFamily="18"/>
                <a:ea typeface="Noto Sans CJK SC" pitchFamily="2"/>
                <a:cs typeface="FreeSans" pitchFamily="2"/>
              </a:defRPr>
            </a:lvl1pPr>
          </a:lstStyle>
          <a:p>
            <a:pPr lvl="0"/>
            <a:endParaRPr lang="ru-RU"/>
          </a:p>
        </p:txBody>
      </p:sp>
      <p:sp>
        <p:nvSpPr>
          <p:cNvPr id="3" name="PlaceHolder 2">
            <a:extLst>
              <a:ext uri="{FF2B5EF4-FFF2-40B4-BE49-F238E27FC236}">
                <a16:creationId xmlns:a16="http://schemas.microsoft.com/office/drawing/2014/main" id="{3E2D2F93-FABA-C840-9318-EC144903AFB2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142B0E4D-1BBA-4D4E-AF41-D3EE46AF8F2C}" type="slidenum"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19782144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>
            <a:extLst>
              <a:ext uri="{FF2B5EF4-FFF2-40B4-BE49-F238E27FC236}">
                <a16:creationId xmlns:a16="http://schemas.microsoft.com/office/drawing/2014/main" id="{549A57E3-BEE8-AEAA-C06B-9A5C53002E4E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609480" y="273600"/>
            <a:ext cx="10972440" cy="5307839"/>
          </a:xfrm>
        </p:spPr>
        <p:txBody>
          <a:bodyPr anchor="ctr" anchorCtr="1">
            <a:noAutofit/>
          </a:bodyPr>
          <a:lstStyle>
            <a:lvl1pPr marL="0" indent="0" algn="ctr" hangingPunct="0">
              <a:buNone/>
              <a:defRPr>
                <a:latin typeface="Liberation Sans" pitchFamily="18"/>
                <a:ea typeface="Noto Sans CJK SC" pitchFamily="2"/>
                <a:cs typeface="FreeSans" pitchFamily="2"/>
              </a:defRPr>
            </a:lvl1pPr>
          </a:lstStyle>
          <a:p>
            <a:pPr lvl="0"/>
            <a:endParaRPr lang="ru-RU"/>
          </a:p>
        </p:txBody>
      </p:sp>
      <p:sp>
        <p:nvSpPr>
          <p:cNvPr id="3" name="PlaceHolder 2">
            <a:extLst>
              <a:ext uri="{FF2B5EF4-FFF2-40B4-BE49-F238E27FC236}">
                <a16:creationId xmlns:a16="http://schemas.microsoft.com/office/drawing/2014/main" id="{A7A9344B-03CA-069C-C434-1B6E6161235E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84911E93-7D76-D940-83CB-1E4DE8D5F0EF}" type="slidenum"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49700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_2c_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>
            <a:extLst>
              <a:ext uri="{FF2B5EF4-FFF2-40B4-BE49-F238E27FC236}">
                <a16:creationId xmlns:a16="http://schemas.microsoft.com/office/drawing/2014/main" id="{42353E23-7CE0-7EED-968E-C71E5A96011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09480" y="221040"/>
            <a:ext cx="10972440" cy="1250280"/>
          </a:xfrm>
        </p:spPr>
        <p:txBody>
          <a:bodyPr/>
          <a:lstStyle>
            <a:lvl1pPr hangingPunct="0">
              <a:defRPr>
                <a:latin typeface="Liberation Sans" pitchFamily="18"/>
                <a:ea typeface="Noto Sans CJK SC" pitchFamily="2"/>
                <a:cs typeface="FreeSans" pitchFamily="2"/>
              </a:defRPr>
            </a:lvl1pPr>
          </a:lstStyle>
          <a:p>
            <a:pPr lvl="0"/>
            <a:endParaRPr lang="ru-RU"/>
          </a:p>
        </p:txBody>
      </p:sp>
      <p:sp>
        <p:nvSpPr>
          <p:cNvPr id="3" name="PlaceHolder 2">
            <a:extLst>
              <a:ext uri="{FF2B5EF4-FFF2-40B4-BE49-F238E27FC236}">
                <a16:creationId xmlns:a16="http://schemas.microsoft.com/office/drawing/2014/main" id="{B520FA6C-C89D-DA61-5B5F-7948CFDC1C29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609480" y="1604520"/>
            <a:ext cx="5354280" cy="1896840"/>
          </a:xfrm>
        </p:spPr>
        <p:txBody>
          <a:bodyPr anchor="t" anchorCtr="0">
            <a:normAutofit/>
          </a:bodyPr>
          <a:lstStyle>
            <a:lvl1pPr hangingPunct="0">
              <a:defRPr>
                <a:latin typeface="Liberation Sans" pitchFamily="18"/>
                <a:ea typeface="Noto Sans CJK SC" pitchFamily="2"/>
                <a:cs typeface="FreeSans" pitchFamily="2"/>
              </a:defRPr>
            </a:lvl1pPr>
          </a:lstStyle>
          <a:p>
            <a:pPr lvl="0"/>
            <a:endParaRPr lang="ru-RU"/>
          </a:p>
        </p:txBody>
      </p:sp>
      <p:sp>
        <p:nvSpPr>
          <p:cNvPr id="4" name="PlaceHolder 3">
            <a:extLst>
              <a:ext uri="{FF2B5EF4-FFF2-40B4-BE49-F238E27FC236}">
                <a16:creationId xmlns:a16="http://schemas.microsoft.com/office/drawing/2014/main" id="{199D62A1-5283-90FB-BB2D-B7B47F87125D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6231960" y="1604520"/>
            <a:ext cx="5354280" cy="3977279"/>
          </a:xfrm>
        </p:spPr>
        <p:txBody>
          <a:bodyPr anchor="t" anchorCtr="0">
            <a:normAutofit/>
          </a:bodyPr>
          <a:lstStyle>
            <a:lvl1pPr hangingPunct="0">
              <a:defRPr>
                <a:latin typeface="Liberation Sans" pitchFamily="18"/>
                <a:ea typeface="Noto Sans CJK SC" pitchFamily="2"/>
                <a:cs typeface="FreeSans" pitchFamily="2"/>
              </a:defRPr>
            </a:lvl1pPr>
          </a:lstStyle>
          <a:p>
            <a:pPr lvl="0"/>
            <a:endParaRPr lang="ru-RU"/>
          </a:p>
        </p:txBody>
      </p:sp>
      <p:sp>
        <p:nvSpPr>
          <p:cNvPr id="5" name="PlaceHolder 4">
            <a:extLst>
              <a:ext uri="{FF2B5EF4-FFF2-40B4-BE49-F238E27FC236}">
                <a16:creationId xmlns:a16="http://schemas.microsoft.com/office/drawing/2014/main" id="{B7B38C82-CDDC-661A-2EA0-528D97B15498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609480" y="3682079"/>
            <a:ext cx="5354280" cy="1896840"/>
          </a:xfrm>
        </p:spPr>
        <p:txBody>
          <a:bodyPr anchor="t" anchorCtr="0">
            <a:normAutofit/>
          </a:bodyPr>
          <a:lstStyle>
            <a:lvl1pPr hangingPunct="0">
              <a:defRPr>
                <a:latin typeface="Liberation Sans" pitchFamily="18"/>
                <a:ea typeface="Noto Sans CJK SC" pitchFamily="2"/>
                <a:cs typeface="FreeSans" pitchFamily="2"/>
              </a:defRPr>
            </a:lvl1pPr>
          </a:lstStyle>
          <a:p>
            <a:pPr lvl="0"/>
            <a:endParaRPr lang="ru-RU"/>
          </a:p>
        </p:txBody>
      </p:sp>
      <p:sp>
        <p:nvSpPr>
          <p:cNvPr id="6" name="PlaceHolder 5">
            <a:extLst>
              <a:ext uri="{FF2B5EF4-FFF2-40B4-BE49-F238E27FC236}">
                <a16:creationId xmlns:a16="http://schemas.microsoft.com/office/drawing/2014/main" id="{A19A3CA7-A415-C780-26B9-DBAF3ABF1003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FE1FF469-950E-B94D-A3EA-C13AC7091676}" type="slidenum"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4172894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>
            <a:extLst>
              <a:ext uri="{FF2B5EF4-FFF2-40B4-BE49-F238E27FC236}">
                <a16:creationId xmlns:a16="http://schemas.microsoft.com/office/drawing/2014/main" id="{F153565F-DF05-471B-EF80-803F4DFCC64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09480" y="221040"/>
            <a:ext cx="10972440" cy="1250280"/>
          </a:xfrm>
        </p:spPr>
        <p:txBody>
          <a:bodyPr/>
          <a:lstStyle>
            <a:lvl1pPr hangingPunct="0">
              <a:defRPr>
                <a:latin typeface="Liberation Sans" pitchFamily="18"/>
                <a:ea typeface="Noto Sans CJK SC" pitchFamily="2"/>
                <a:cs typeface="FreeSans" pitchFamily="2"/>
              </a:defRPr>
            </a:lvl1pPr>
          </a:lstStyle>
          <a:p>
            <a:pPr lvl="0"/>
            <a:endParaRPr lang="ru-RU"/>
          </a:p>
        </p:txBody>
      </p:sp>
      <p:sp>
        <p:nvSpPr>
          <p:cNvPr id="3" name="PlaceHolder 2">
            <a:extLst>
              <a:ext uri="{FF2B5EF4-FFF2-40B4-BE49-F238E27FC236}">
                <a16:creationId xmlns:a16="http://schemas.microsoft.com/office/drawing/2014/main" id="{8ECF54C1-6C24-81E4-D419-8F04B921DA01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609480" y="1604520"/>
            <a:ext cx="5354280" cy="3977279"/>
          </a:xfrm>
        </p:spPr>
        <p:txBody>
          <a:bodyPr anchor="t" anchorCtr="0">
            <a:normAutofit/>
          </a:bodyPr>
          <a:lstStyle>
            <a:lvl1pPr hangingPunct="0">
              <a:defRPr>
                <a:latin typeface="Liberation Sans" pitchFamily="18"/>
                <a:ea typeface="Noto Sans CJK SC" pitchFamily="2"/>
                <a:cs typeface="FreeSans" pitchFamily="2"/>
              </a:defRPr>
            </a:lvl1pPr>
          </a:lstStyle>
          <a:p>
            <a:pPr lvl="0"/>
            <a:endParaRPr lang="ru-RU"/>
          </a:p>
        </p:txBody>
      </p:sp>
      <p:sp>
        <p:nvSpPr>
          <p:cNvPr id="4" name="PlaceHolder 3">
            <a:extLst>
              <a:ext uri="{FF2B5EF4-FFF2-40B4-BE49-F238E27FC236}">
                <a16:creationId xmlns:a16="http://schemas.microsoft.com/office/drawing/2014/main" id="{50526259-207A-9165-37A7-4B9AB3165D1C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6231960" y="1604520"/>
            <a:ext cx="5354280" cy="1896840"/>
          </a:xfrm>
        </p:spPr>
        <p:txBody>
          <a:bodyPr anchor="t" anchorCtr="0">
            <a:normAutofit/>
          </a:bodyPr>
          <a:lstStyle>
            <a:lvl1pPr hangingPunct="0">
              <a:defRPr>
                <a:latin typeface="Liberation Sans" pitchFamily="18"/>
                <a:ea typeface="Noto Sans CJK SC" pitchFamily="2"/>
                <a:cs typeface="FreeSans" pitchFamily="2"/>
              </a:defRPr>
            </a:lvl1pPr>
          </a:lstStyle>
          <a:p>
            <a:pPr lvl="0"/>
            <a:endParaRPr lang="ru-RU"/>
          </a:p>
        </p:txBody>
      </p:sp>
      <p:sp>
        <p:nvSpPr>
          <p:cNvPr id="5" name="PlaceHolder 4">
            <a:extLst>
              <a:ext uri="{FF2B5EF4-FFF2-40B4-BE49-F238E27FC236}">
                <a16:creationId xmlns:a16="http://schemas.microsoft.com/office/drawing/2014/main" id="{39BB471B-5738-0B38-BDB8-33EE9C670042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6231960" y="3682079"/>
            <a:ext cx="5354280" cy="1896840"/>
          </a:xfrm>
        </p:spPr>
        <p:txBody>
          <a:bodyPr anchor="t" anchorCtr="0">
            <a:normAutofit/>
          </a:bodyPr>
          <a:lstStyle>
            <a:lvl1pPr hangingPunct="0">
              <a:defRPr>
                <a:latin typeface="Liberation Sans" pitchFamily="18"/>
                <a:ea typeface="Noto Sans CJK SC" pitchFamily="2"/>
                <a:cs typeface="FreeSans" pitchFamily="2"/>
              </a:defRPr>
            </a:lvl1pPr>
          </a:lstStyle>
          <a:p>
            <a:pPr lvl="0"/>
            <a:endParaRPr lang="ru-RU"/>
          </a:p>
        </p:txBody>
      </p:sp>
      <p:sp>
        <p:nvSpPr>
          <p:cNvPr id="6" name="PlaceHolder 5">
            <a:extLst>
              <a:ext uri="{FF2B5EF4-FFF2-40B4-BE49-F238E27FC236}">
                <a16:creationId xmlns:a16="http://schemas.microsoft.com/office/drawing/2014/main" id="{9EBF6495-A7CF-B5F0-A62F-7A38F2A75EBB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23186423-DD27-6348-BB41-400E58B5B53F}" type="slidenum"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98283404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_2c_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>
            <a:extLst>
              <a:ext uri="{FF2B5EF4-FFF2-40B4-BE49-F238E27FC236}">
                <a16:creationId xmlns:a16="http://schemas.microsoft.com/office/drawing/2014/main" id="{D1CB763D-0490-BFEC-D77E-D02E9F9B02B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09480" y="221040"/>
            <a:ext cx="10972440" cy="1250280"/>
          </a:xfrm>
        </p:spPr>
        <p:txBody>
          <a:bodyPr/>
          <a:lstStyle>
            <a:lvl1pPr hangingPunct="0">
              <a:defRPr>
                <a:latin typeface="Liberation Sans" pitchFamily="18"/>
                <a:ea typeface="Noto Sans CJK SC" pitchFamily="2"/>
                <a:cs typeface="FreeSans" pitchFamily="2"/>
              </a:defRPr>
            </a:lvl1pPr>
          </a:lstStyle>
          <a:p>
            <a:pPr lvl="0"/>
            <a:endParaRPr lang="ru-RU"/>
          </a:p>
        </p:txBody>
      </p:sp>
      <p:sp>
        <p:nvSpPr>
          <p:cNvPr id="3" name="PlaceHolder 2">
            <a:extLst>
              <a:ext uri="{FF2B5EF4-FFF2-40B4-BE49-F238E27FC236}">
                <a16:creationId xmlns:a16="http://schemas.microsoft.com/office/drawing/2014/main" id="{166A2E45-EC59-5D87-F3C6-4BC3FCD57788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609480" y="1604520"/>
            <a:ext cx="5354280" cy="1896840"/>
          </a:xfrm>
        </p:spPr>
        <p:txBody>
          <a:bodyPr anchor="t" anchorCtr="0">
            <a:normAutofit/>
          </a:bodyPr>
          <a:lstStyle>
            <a:lvl1pPr hangingPunct="0">
              <a:defRPr>
                <a:latin typeface="Liberation Sans" pitchFamily="18"/>
                <a:ea typeface="Noto Sans CJK SC" pitchFamily="2"/>
                <a:cs typeface="FreeSans" pitchFamily="2"/>
              </a:defRPr>
            </a:lvl1pPr>
          </a:lstStyle>
          <a:p>
            <a:pPr lvl="0"/>
            <a:endParaRPr lang="ru-RU"/>
          </a:p>
        </p:txBody>
      </p:sp>
      <p:sp>
        <p:nvSpPr>
          <p:cNvPr id="4" name="PlaceHolder 3">
            <a:extLst>
              <a:ext uri="{FF2B5EF4-FFF2-40B4-BE49-F238E27FC236}">
                <a16:creationId xmlns:a16="http://schemas.microsoft.com/office/drawing/2014/main" id="{65F895F7-B143-F975-DC14-444E14AD8F33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6231960" y="1604520"/>
            <a:ext cx="5354280" cy="1896840"/>
          </a:xfrm>
        </p:spPr>
        <p:txBody>
          <a:bodyPr anchor="t" anchorCtr="0">
            <a:normAutofit/>
          </a:bodyPr>
          <a:lstStyle>
            <a:lvl1pPr hangingPunct="0">
              <a:defRPr>
                <a:latin typeface="Liberation Sans" pitchFamily="18"/>
                <a:ea typeface="Noto Sans CJK SC" pitchFamily="2"/>
                <a:cs typeface="FreeSans" pitchFamily="2"/>
              </a:defRPr>
            </a:lvl1pPr>
          </a:lstStyle>
          <a:p>
            <a:pPr lvl="0"/>
            <a:endParaRPr lang="ru-RU"/>
          </a:p>
        </p:txBody>
      </p:sp>
      <p:sp>
        <p:nvSpPr>
          <p:cNvPr id="5" name="PlaceHolder 4">
            <a:extLst>
              <a:ext uri="{FF2B5EF4-FFF2-40B4-BE49-F238E27FC236}">
                <a16:creationId xmlns:a16="http://schemas.microsoft.com/office/drawing/2014/main" id="{411BAD7B-935A-C9C9-FDF6-7FBFFF649D59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609480" y="3682079"/>
            <a:ext cx="10972440" cy="1896840"/>
          </a:xfrm>
        </p:spPr>
        <p:txBody>
          <a:bodyPr anchor="t" anchorCtr="0">
            <a:normAutofit/>
          </a:bodyPr>
          <a:lstStyle>
            <a:lvl1pPr hangingPunct="0">
              <a:defRPr>
                <a:latin typeface="Liberation Sans" pitchFamily="18"/>
                <a:ea typeface="Noto Sans CJK SC" pitchFamily="2"/>
                <a:cs typeface="FreeSans" pitchFamily="2"/>
              </a:defRPr>
            </a:lvl1pPr>
          </a:lstStyle>
          <a:p>
            <a:pPr lvl="0"/>
            <a:endParaRPr lang="ru-RU"/>
          </a:p>
        </p:txBody>
      </p:sp>
      <p:sp>
        <p:nvSpPr>
          <p:cNvPr id="6" name="PlaceHolder 5">
            <a:extLst>
              <a:ext uri="{FF2B5EF4-FFF2-40B4-BE49-F238E27FC236}">
                <a16:creationId xmlns:a16="http://schemas.microsoft.com/office/drawing/2014/main" id="{527535FF-DBF0-334C-B901-026B7E51F762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B46C44BA-E0B1-EB43-AEA2-621C9AA29F0F}" type="slidenum"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85980777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_2c_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>
            <a:extLst>
              <a:ext uri="{FF2B5EF4-FFF2-40B4-BE49-F238E27FC236}">
                <a16:creationId xmlns:a16="http://schemas.microsoft.com/office/drawing/2014/main" id="{918A96E8-03B2-39C0-6E66-B2F31791101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09480" y="221040"/>
            <a:ext cx="10972440" cy="1250280"/>
          </a:xfrm>
        </p:spPr>
        <p:txBody>
          <a:bodyPr/>
          <a:lstStyle>
            <a:lvl1pPr hangingPunct="0">
              <a:defRPr>
                <a:latin typeface="Liberation Sans" pitchFamily="18"/>
                <a:ea typeface="Noto Sans CJK SC" pitchFamily="2"/>
                <a:cs typeface="FreeSans" pitchFamily="2"/>
              </a:defRPr>
            </a:lvl1pPr>
          </a:lstStyle>
          <a:p>
            <a:pPr lvl="0"/>
            <a:endParaRPr lang="ru-RU"/>
          </a:p>
        </p:txBody>
      </p:sp>
      <p:sp>
        <p:nvSpPr>
          <p:cNvPr id="3" name="PlaceHolder 2">
            <a:extLst>
              <a:ext uri="{FF2B5EF4-FFF2-40B4-BE49-F238E27FC236}">
                <a16:creationId xmlns:a16="http://schemas.microsoft.com/office/drawing/2014/main" id="{62AEFDC0-74F1-CCBB-2405-9D08C12B3A4B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609480" y="1604520"/>
            <a:ext cx="10972440" cy="1896840"/>
          </a:xfrm>
        </p:spPr>
        <p:txBody>
          <a:bodyPr anchor="t" anchorCtr="0">
            <a:normAutofit/>
          </a:bodyPr>
          <a:lstStyle>
            <a:lvl1pPr hangingPunct="0">
              <a:defRPr>
                <a:latin typeface="Liberation Sans" pitchFamily="18"/>
                <a:ea typeface="Noto Sans CJK SC" pitchFamily="2"/>
                <a:cs typeface="FreeSans" pitchFamily="2"/>
              </a:defRPr>
            </a:lvl1pPr>
          </a:lstStyle>
          <a:p>
            <a:pPr lvl="0"/>
            <a:endParaRPr lang="ru-RU"/>
          </a:p>
        </p:txBody>
      </p:sp>
      <p:sp>
        <p:nvSpPr>
          <p:cNvPr id="4" name="PlaceHolder 3">
            <a:extLst>
              <a:ext uri="{FF2B5EF4-FFF2-40B4-BE49-F238E27FC236}">
                <a16:creationId xmlns:a16="http://schemas.microsoft.com/office/drawing/2014/main" id="{4ACACB39-90F9-CAD0-47A9-C801F413FA11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609480" y="3682079"/>
            <a:ext cx="10972440" cy="1896840"/>
          </a:xfrm>
        </p:spPr>
        <p:txBody>
          <a:bodyPr anchor="t" anchorCtr="0">
            <a:normAutofit/>
          </a:bodyPr>
          <a:lstStyle>
            <a:lvl1pPr hangingPunct="0">
              <a:defRPr>
                <a:latin typeface="Liberation Sans" pitchFamily="18"/>
                <a:ea typeface="Noto Sans CJK SC" pitchFamily="2"/>
                <a:cs typeface="FreeSans" pitchFamily="2"/>
              </a:defRPr>
            </a:lvl1pPr>
          </a:lstStyle>
          <a:p>
            <a:pPr lvl="0"/>
            <a:endParaRPr lang="ru-RU"/>
          </a:p>
        </p:txBody>
      </p:sp>
      <p:sp>
        <p:nvSpPr>
          <p:cNvPr id="5" name="PlaceHolder 4">
            <a:extLst>
              <a:ext uri="{FF2B5EF4-FFF2-40B4-BE49-F238E27FC236}">
                <a16:creationId xmlns:a16="http://schemas.microsoft.com/office/drawing/2014/main" id="{EDF2EA76-398B-DAF5-7E09-862F66D29FD5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AAB4FF8F-AFA7-9141-BFDD-C36DDC00E902}" type="slidenum"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90868193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_2c_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>
            <a:extLst>
              <a:ext uri="{FF2B5EF4-FFF2-40B4-BE49-F238E27FC236}">
                <a16:creationId xmlns:a16="http://schemas.microsoft.com/office/drawing/2014/main" id="{11907564-6226-EAC8-BC5D-E75BB29C75C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09480" y="221040"/>
            <a:ext cx="10972440" cy="1250280"/>
          </a:xfrm>
        </p:spPr>
        <p:txBody>
          <a:bodyPr/>
          <a:lstStyle>
            <a:lvl1pPr hangingPunct="0">
              <a:defRPr>
                <a:latin typeface="Liberation Sans" pitchFamily="18"/>
                <a:ea typeface="Noto Sans CJK SC" pitchFamily="2"/>
                <a:cs typeface="FreeSans" pitchFamily="2"/>
              </a:defRPr>
            </a:lvl1pPr>
          </a:lstStyle>
          <a:p>
            <a:pPr lvl="0"/>
            <a:endParaRPr lang="ru-RU"/>
          </a:p>
        </p:txBody>
      </p:sp>
      <p:sp>
        <p:nvSpPr>
          <p:cNvPr id="3" name="PlaceHolder 2">
            <a:extLst>
              <a:ext uri="{FF2B5EF4-FFF2-40B4-BE49-F238E27FC236}">
                <a16:creationId xmlns:a16="http://schemas.microsoft.com/office/drawing/2014/main" id="{BB01C231-6559-BDE2-2D08-B1BE72669D2D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609480" y="1604520"/>
            <a:ext cx="5354280" cy="1896840"/>
          </a:xfrm>
        </p:spPr>
        <p:txBody>
          <a:bodyPr anchor="t" anchorCtr="0">
            <a:normAutofit/>
          </a:bodyPr>
          <a:lstStyle>
            <a:lvl1pPr hangingPunct="0">
              <a:defRPr>
                <a:latin typeface="Liberation Sans" pitchFamily="18"/>
                <a:ea typeface="Noto Sans CJK SC" pitchFamily="2"/>
                <a:cs typeface="FreeSans" pitchFamily="2"/>
              </a:defRPr>
            </a:lvl1pPr>
          </a:lstStyle>
          <a:p>
            <a:pPr lvl="0"/>
            <a:endParaRPr lang="ru-RU"/>
          </a:p>
        </p:txBody>
      </p:sp>
      <p:sp>
        <p:nvSpPr>
          <p:cNvPr id="4" name="PlaceHolder 3">
            <a:extLst>
              <a:ext uri="{FF2B5EF4-FFF2-40B4-BE49-F238E27FC236}">
                <a16:creationId xmlns:a16="http://schemas.microsoft.com/office/drawing/2014/main" id="{65ACDD2E-B23C-0610-E598-F6ED5A3602C8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6231960" y="1604520"/>
            <a:ext cx="5354280" cy="1896840"/>
          </a:xfrm>
        </p:spPr>
        <p:txBody>
          <a:bodyPr anchor="t" anchorCtr="0">
            <a:normAutofit/>
          </a:bodyPr>
          <a:lstStyle>
            <a:lvl1pPr hangingPunct="0">
              <a:defRPr>
                <a:latin typeface="Liberation Sans" pitchFamily="18"/>
                <a:ea typeface="Noto Sans CJK SC" pitchFamily="2"/>
                <a:cs typeface="FreeSans" pitchFamily="2"/>
              </a:defRPr>
            </a:lvl1pPr>
          </a:lstStyle>
          <a:p>
            <a:pPr lvl="0"/>
            <a:endParaRPr lang="ru-RU"/>
          </a:p>
        </p:txBody>
      </p:sp>
      <p:sp>
        <p:nvSpPr>
          <p:cNvPr id="5" name="PlaceHolder 4">
            <a:extLst>
              <a:ext uri="{FF2B5EF4-FFF2-40B4-BE49-F238E27FC236}">
                <a16:creationId xmlns:a16="http://schemas.microsoft.com/office/drawing/2014/main" id="{A5C4FA07-219B-647B-98A1-88EF5B4BB093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609480" y="3682079"/>
            <a:ext cx="5354280" cy="1896840"/>
          </a:xfrm>
        </p:spPr>
        <p:txBody>
          <a:bodyPr anchor="t" anchorCtr="0">
            <a:normAutofit/>
          </a:bodyPr>
          <a:lstStyle>
            <a:lvl1pPr hangingPunct="0">
              <a:defRPr>
                <a:latin typeface="Liberation Sans" pitchFamily="18"/>
                <a:ea typeface="Noto Sans CJK SC" pitchFamily="2"/>
                <a:cs typeface="FreeSans" pitchFamily="2"/>
              </a:defRPr>
            </a:lvl1pPr>
          </a:lstStyle>
          <a:p>
            <a:pPr lvl="0"/>
            <a:endParaRPr lang="ru-RU"/>
          </a:p>
        </p:txBody>
      </p:sp>
      <p:sp>
        <p:nvSpPr>
          <p:cNvPr id="6" name="PlaceHolder 5">
            <a:extLst>
              <a:ext uri="{FF2B5EF4-FFF2-40B4-BE49-F238E27FC236}">
                <a16:creationId xmlns:a16="http://schemas.microsoft.com/office/drawing/2014/main" id="{68007115-82A5-9B04-D84F-37B4E1BFBB30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6231960" y="3682079"/>
            <a:ext cx="5354280" cy="1896840"/>
          </a:xfrm>
        </p:spPr>
        <p:txBody>
          <a:bodyPr anchor="t" anchorCtr="0">
            <a:normAutofit/>
          </a:bodyPr>
          <a:lstStyle>
            <a:lvl1pPr hangingPunct="0">
              <a:defRPr>
                <a:latin typeface="Liberation Sans" pitchFamily="18"/>
                <a:ea typeface="Noto Sans CJK SC" pitchFamily="2"/>
                <a:cs typeface="FreeSans" pitchFamily="2"/>
              </a:defRPr>
            </a:lvl1pPr>
          </a:lstStyle>
          <a:p>
            <a:pPr lvl="0"/>
            <a:endParaRPr lang="ru-RU"/>
          </a:p>
        </p:txBody>
      </p:sp>
      <p:sp>
        <p:nvSpPr>
          <p:cNvPr id="7" name="PlaceHolder 6">
            <a:extLst>
              <a:ext uri="{FF2B5EF4-FFF2-40B4-BE49-F238E27FC236}">
                <a16:creationId xmlns:a16="http://schemas.microsoft.com/office/drawing/2014/main" id="{61EDEEEC-6244-4A84-19A0-763007F6783E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8BEDF2B1-D724-E648-8C63-8BC5BB76ED0D}" type="slidenum"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73219149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_2c_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>
            <a:extLst>
              <a:ext uri="{FF2B5EF4-FFF2-40B4-BE49-F238E27FC236}">
                <a16:creationId xmlns:a16="http://schemas.microsoft.com/office/drawing/2014/main" id="{98DA5681-982B-56D8-A9E4-64014681E59D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609480" y="221040"/>
            <a:ext cx="10972440" cy="1250280"/>
          </a:xfrm>
        </p:spPr>
        <p:txBody>
          <a:bodyPr/>
          <a:lstStyle>
            <a:lvl1pPr hangingPunct="0">
              <a:defRPr>
                <a:latin typeface="Liberation Sans" pitchFamily="18"/>
                <a:ea typeface="Noto Sans CJK SC" pitchFamily="2"/>
                <a:cs typeface="FreeSans" pitchFamily="2"/>
              </a:defRPr>
            </a:lvl1pPr>
          </a:lstStyle>
          <a:p>
            <a:pPr lvl="0"/>
            <a:endParaRPr lang="ru-RU"/>
          </a:p>
        </p:txBody>
      </p:sp>
      <p:sp>
        <p:nvSpPr>
          <p:cNvPr id="3" name="PlaceHolder 2">
            <a:extLst>
              <a:ext uri="{FF2B5EF4-FFF2-40B4-BE49-F238E27FC236}">
                <a16:creationId xmlns:a16="http://schemas.microsoft.com/office/drawing/2014/main" id="{ECEE1162-1BE2-25CD-B1C4-630D2D04B682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609480" y="1604520"/>
            <a:ext cx="3533040" cy="1896840"/>
          </a:xfrm>
        </p:spPr>
        <p:txBody>
          <a:bodyPr anchor="t" anchorCtr="0">
            <a:normAutofit/>
          </a:bodyPr>
          <a:lstStyle>
            <a:lvl1pPr hangingPunct="0">
              <a:defRPr>
                <a:latin typeface="Liberation Sans" pitchFamily="18"/>
                <a:ea typeface="Noto Sans CJK SC" pitchFamily="2"/>
                <a:cs typeface="FreeSans" pitchFamily="2"/>
              </a:defRPr>
            </a:lvl1pPr>
          </a:lstStyle>
          <a:p>
            <a:pPr lvl="0"/>
            <a:endParaRPr lang="ru-RU"/>
          </a:p>
        </p:txBody>
      </p:sp>
      <p:sp>
        <p:nvSpPr>
          <p:cNvPr id="4" name="PlaceHolder 3">
            <a:extLst>
              <a:ext uri="{FF2B5EF4-FFF2-40B4-BE49-F238E27FC236}">
                <a16:creationId xmlns:a16="http://schemas.microsoft.com/office/drawing/2014/main" id="{D95E5DB3-0BF4-D5EF-5830-66E971C70A3A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4319640" y="1604520"/>
            <a:ext cx="3533040" cy="1896840"/>
          </a:xfrm>
        </p:spPr>
        <p:txBody>
          <a:bodyPr anchor="t" anchorCtr="0">
            <a:normAutofit/>
          </a:bodyPr>
          <a:lstStyle>
            <a:lvl1pPr hangingPunct="0">
              <a:defRPr>
                <a:latin typeface="Liberation Sans" pitchFamily="18"/>
                <a:ea typeface="Noto Sans CJK SC" pitchFamily="2"/>
                <a:cs typeface="FreeSans" pitchFamily="2"/>
              </a:defRPr>
            </a:lvl1pPr>
          </a:lstStyle>
          <a:p>
            <a:pPr lvl="0"/>
            <a:endParaRPr lang="ru-RU"/>
          </a:p>
        </p:txBody>
      </p:sp>
      <p:sp>
        <p:nvSpPr>
          <p:cNvPr id="5" name="PlaceHolder 4">
            <a:extLst>
              <a:ext uri="{FF2B5EF4-FFF2-40B4-BE49-F238E27FC236}">
                <a16:creationId xmlns:a16="http://schemas.microsoft.com/office/drawing/2014/main" id="{F60583E0-EC64-EF8F-AB65-8D21DD351EF7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8029800" y="1604520"/>
            <a:ext cx="3533040" cy="1896840"/>
          </a:xfrm>
        </p:spPr>
        <p:txBody>
          <a:bodyPr anchor="t" anchorCtr="0">
            <a:normAutofit/>
          </a:bodyPr>
          <a:lstStyle>
            <a:lvl1pPr hangingPunct="0">
              <a:defRPr>
                <a:latin typeface="Liberation Sans" pitchFamily="18"/>
                <a:ea typeface="Noto Sans CJK SC" pitchFamily="2"/>
                <a:cs typeface="FreeSans" pitchFamily="2"/>
              </a:defRPr>
            </a:lvl1pPr>
          </a:lstStyle>
          <a:p>
            <a:pPr lvl="0"/>
            <a:endParaRPr lang="ru-RU"/>
          </a:p>
        </p:txBody>
      </p:sp>
      <p:sp>
        <p:nvSpPr>
          <p:cNvPr id="6" name="PlaceHolder 5">
            <a:extLst>
              <a:ext uri="{FF2B5EF4-FFF2-40B4-BE49-F238E27FC236}">
                <a16:creationId xmlns:a16="http://schemas.microsoft.com/office/drawing/2014/main" id="{03283AE3-285B-B907-1EDA-1EEAA1AC1ACB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609480" y="3682079"/>
            <a:ext cx="3533040" cy="1896840"/>
          </a:xfrm>
        </p:spPr>
        <p:txBody>
          <a:bodyPr anchor="t" anchorCtr="0">
            <a:normAutofit/>
          </a:bodyPr>
          <a:lstStyle>
            <a:lvl1pPr hangingPunct="0">
              <a:defRPr>
                <a:latin typeface="Liberation Sans" pitchFamily="18"/>
                <a:ea typeface="Noto Sans CJK SC" pitchFamily="2"/>
                <a:cs typeface="FreeSans" pitchFamily="2"/>
              </a:defRPr>
            </a:lvl1pPr>
          </a:lstStyle>
          <a:p>
            <a:pPr lvl="0"/>
            <a:endParaRPr lang="ru-RU"/>
          </a:p>
        </p:txBody>
      </p:sp>
      <p:sp>
        <p:nvSpPr>
          <p:cNvPr id="7" name="PlaceHolder 6">
            <a:extLst>
              <a:ext uri="{FF2B5EF4-FFF2-40B4-BE49-F238E27FC236}">
                <a16:creationId xmlns:a16="http://schemas.microsoft.com/office/drawing/2014/main" id="{838CDF02-012D-63AC-7460-8365CE304613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4319640" y="3682079"/>
            <a:ext cx="3533040" cy="1896840"/>
          </a:xfrm>
        </p:spPr>
        <p:txBody>
          <a:bodyPr anchor="t" anchorCtr="0">
            <a:normAutofit/>
          </a:bodyPr>
          <a:lstStyle>
            <a:lvl1pPr hangingPunct="0">
              <a:defRPr>
                <a:latin typeface="Liberation Sans" pitchFamily="18"/>
                <a:ea typeface="Noto Sans CJK SC" pitchFamily="2"/>
                <a:cs typeface="FreeSans" pitchFamily="2"/>
              </a:defRPr>
            </a:lvl1pPr>
          </a:lstStyle>
          <a:p>
            <a:pPr lvl="0"/>
            <a:endParaRPr lang="ru-RU"/>
          </a:p>
        </p:txBody>
      </p:sp>
      <p:sp>
        <p:nvSpPr>
          <p:cNvPr id="8" name="PlaceHolder 7">
            <a:extLst>
              <a:ext uri="{FF2B5EF4-FFF2-40B4-BE49-F238E27FC236}">
                <a16:creationId xmlns:a16="http://schemas.microsoft.com/office/drawing/2014/main" id="{13A90165-3CF5-63D4-3D19-FD21985234D2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8029800" y="3682079"/>
            <a:ext cx="3533040" cy="1896840"/>
          </a:xfrm>
        </p:spPr>
        <p:txBody>
          <a:bodyPr anchor="t" anchorCtr="0">
            <a:normAutofit/>
          </a:bodyPr>
          <a:lstStyle>
            <a:lvl1pPr hangingPunct="0">
              <a:defRPr>
                <a:latin typeface="Liberation Sans" pitchFamily="18"/>
                <a:ea typeface="Noto Sans CJK SC" pitchFamily="2"/>
                <a:cs typeface="FreeSans" pitchFamily="2"/>
              </a:defRPr>
            </a:lvl1pPr>
          </a:lstStyle>
          <a:p>
            <a:pPr lvl="0"/>
            <a:endParaRPr lang="ru-RU"/>
          </a:p>
        </p:txBody>
      </p:sp>
      <p:sp>
        <p:nvSpPr>
          <p:cNvPr id="9" name="PlaceHolder 8">
            <a:extLst>
              <a:ext uri="{FF2B5EF4-FFF2-40B4-BE49-F238E27FC236}">
                <a16:creationId xmlns:a16="http://schemas.microsoft.com/office/drawing/2014/main" id="{FB0DCB55-4DBF-894C-B794-3C8283E7D359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EAE53BB2-8BCC-0E40-BAC9-D8DA3DBDC5B5}" type="slidenum"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17796167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>
            <a:extLst>
              <a:ext uri="{FF2B5EF4-FFF2-40B4-BE49-F238E27FC236}">
                <a16:creationId xmlns:a16="http://schemas.microsoft.com/office/drawing/2014/main" id="{AC0CCE85-BBC4-35DD-5466-E83F26B24B16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BDC72212-8BE4-D04C-BB25-53D7F77C7B32}" type="slidenum">
              <a:t>‹#›</a:t>
            </a:fld>
            <a:endParaRPr lang="ru-RU"/>
          </a:p>
        </p:txBody>
      </p:sp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9BD03CE9-1B47-7616-27B1-343FECAF0071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/>
          <a:lstStyle>
            <a:lvl1pPr hangingPunct="0">
              <a:defRPr>
                <a:latin typeface="Liberation Sans" pitchFamily="18"/>
              </a:defRPr>
            </a:lvl1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61AE123C-6F2E-9370-07A3-3A6024E0265F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/>
        <p:txBody>
          <a:bodyPr/>
          <a:lstStyle>
            <a:lvl1pPr hangingPunct="0">
              <a:spcBef>
                <a:spcPts val="1417"/>
              </a:spcBef>
              <a:defRPr>
                <a:latin typeface="Liberation Sans" pitchFamily="18"/>
              </a:defRPr>
            </a:lvl1pPr>
          </a:lstStyle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36280635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>
            <a:extLst>
              <a:ext uri="{FF2B5EF4-FFF2-40B4-BE49-F238E27FC236}">
                <a16:creationId xmlns:a16="http://schemas.microsoft.com/office/drawing/2014/main" id="{A06CF8FF-E37C-8A07-24F3-CB6582AE2B2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09480" y="221040"/>
            <a:ext cx="10972440" cy="1250280"/>
          </a:xfrm>
        </p:spPr>
        <p:txBody>
          <a:bodyPr/>
          <a:lstStyle>
            <a:lvl1pPr hangingPunct="0">
              <a:defRPr>
                <a:latin typeface="Liberation Sans" pitchFamily="18"/>
                <a:ea typeface="Noto Sans CJK SC" pitchFamily="2"/>
                <a:cs typeface="FreeSans" pitchFamily="2"/>
              </a:defRPr>
            </a:lvl1pPr>
          </a:lstStyle>
          <a:p>
            <a:pPr lvl="0"/>
            <a:endParaRPr lang="ru-RU"/>
          </a:p>
        </p:txBody>
      </p:sp>
      <p:sp>
        <p:nvSpPr>
          <p:cNvPr id="3" name="PlaceHolder 2">
            <a:extLst>
              <a:ext uri="{FF2B5EF4-FFF2-40B4-BE49-F238E27FC236}">
                <a16:creationId xmlns:a16="http://schemas.microsoft.com/office/drawing/2014/main" id="{0004D317-8DE4-986D-01D8-3FA63BD289CA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/>
        <p:txBody>
          <a:bodyPr anchor="ctr" anchorCtr="1">
            <a:noAutofit/>
          </a:bodyPr>
          <a:lstStyle>
            <a:lvl1pPr marL="0" indent="0" algn="ctr" hangingPunct="0">
              <a:buNone/>
              <a:defRPr>
                <a:latin typeface="Liberation Sans" pitchFamily="18"/>
                <a:ea typeface="Noto Sans CJK SC" pitchFamily="2"/>
                <a:cs typeface="FreeSans" pitchFamily="2"/>
              </a:defRPr>
            </a:lvl1pPr>
          </a:lstStyle>
          <a:p>
            <a:pPr lvl="0"/>
            <a:endParaRPr lang="ru-RU"/>
          </a:p>
        </p:txBody>
      </p:sp>
      <p:sp>
        <p:nvSpPr>
          <p:cNvPr id="4" name="PlaceHolder 3">
            <a:extLst>
              <a:ext uri="{FF2B5EF4-FFF2-40B4-BE49-F238E27FC236}">
                <a16:creationId xmlns:a16="http://schemas.microsoft.com/office/drawing/2014/main" id="{70C31406-F552-6E75-FAED-C988E574FD69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CA720ED3-D562-5D40-A453-01D4B5BBFAD8}" type="slidenum"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72817418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_2c_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>
            <a:extLst>
              <a:ext uri="{FF2B5EF4-FFF2-40B4-BE49-F238E27FC236}">
                <a16:creationId xmlns:a16="http://schemas.microsoft.com/office/drawing/2014/main" id="{BF08EB52-5DB3-FE20-D6F8-01FF91B59CE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09480" y="221040"/>
            <a:ext cx="10972440" cy="1250280"/>
          </a:xfrm>
        </p:spPr>
        <p:txBody>
          <a:bodyPr/>
          <a:lstStyle>
            <a:lvl1pPr hangingPunct="0">
              <a:defRPr>
                <a:latin typeface="Liberation Sans" pitchFamily="18"/>
                <a:ea typeface="Noto Sans CJK SC" pitchFamily="2"/>
                <a:cs typeface="FreeSans" pitchFamily="2"/>
              </a:defRPr>
            </a:lvl1pPr>
          </a:lstStyle>
          <a:p>
            <a:pPr lvl="0"/>
            <a:endParaRPr lang="ru-RU"/>
          </a:p>
        </p:txBody>
      </p:sp>
      <p:sp>
        <p:nvSpPr>
          <p:cNvPr id="3" name="PlaceHolder 2">
            <a:extLst>
              <a:ext uri="{FF2B5EF4-FFF2-40B4-BE49-F238E27FC236}">
                <a16:creationId xmlns:a16="http://schemas.microsoft.com/office/drawing/2014/main" id="{78B2A331-0BC1-0F76-FECC-A0121580C756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609480" y="1604520"/>
            <a:ext cx="10972440" cy="3977279"/>
          </a:xfrm>
        </p:spPr>
        <p:txBody>
          <a:bodyPr anchor="t" anchorCtr="0">
            <a:normAutofit/>
          </a:bodyPr>
          <a:lstStyle>
            <a:lvl1pPr hangingPunct="0">
              <a:defRPr>
                <a:latin typeface="Liberation Sans" pitchFamily="18"/>
                <a:ea typeface="Noto Sans CJK SC" pitchFamily="2"/>
                <a:cs typeface="FreeSans" pitchFamily="2"/>
              </a:defRPr>
            </a:lvl1pPr>
          </a:lstStyle>
          <a:p>
            <a:pPr lvl="0"/>
            <a:endParaRPr lang="ru-RU"/>
          </a:p>
        </p:txBody>
      </p:sp>
      <p:sp>
        <p:nvSpPr>
          <p:cNvPr id="4" name="PlaceHolder 3">
            <a:extLst>
              <a:ext uri="{FF2B5EF4-FFF2-40B4-BE49-F238E27FC236}">
                <a16:creationId xmlns:a16="http://schemas.microsoft.com/office/drawing/2014/main" id="{B3961790-C6D7-C512-CA2F-60B1F0F464C2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1D73CD40-D63E-5641-8B1E-E34E49E95ABB}" type="slidenum"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8430082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_2c_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>
            <a:extLst>
              <a:ext uri="{FF2B5EF4-FFF2-40B4-BE49-F238E27FC236}">
                <a16:creationId xmlns:a16="http://schemas.microsoft.com/office/drawing/2014/main" id="{9592C716-F1A2-5B5B-0C2B-7D5AD82AB40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09480" y="221040"/>
            <a:ext cx="10972440" cy="1250280"/>
          </a:xfrm>
        </p:spPr>
        <p:txBody>
          <a:bodyPr/>
          <a:lstStyle>
            <a:lvl1pPr hangingPunct="0">
              <a:defRPr>
                <a:latin typeface="Liberation Sans" pitchFamily="18"/>
                <a:ea typeface="Noto Sans CJK SC" pitchFamily="2"/>
                <a:cs typeface="FreeSans" pitchFamily="2"/>
              </a:defRPr>
            </a:lvl1pPr>
          </a:lstStyle>
          <a:p>
            <a:pPr lvl="0"/>
            <a:endParaRPr lang="ru-RU"/>
          </a:p>
        </p:txBody>
      </p:sp>
      <p:sp>
        <p:nvSpPr>
          <p:cNvPr id="3" name="PlaceHolder 2">
            <a:extLst>
              <a:ext uri="{FF2B5EF4-FFF2-40B4-BE49-F238E27FC236}">
                <a16:creationId xmlns:a16="http://schemas.microsoft.com/office/drawing/2014/main" id="{FA363B0D-DB16-1172-EA98-97E3CAF2BCA2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609480" y="1604520"/>
            <a:ext cx="5354280" cy="3977279"/>
          </a:xfrm>
        </p:spPr>
        <p:txBody>
          <a:bodyPr anchor="t" anchorCtr="0">
            <a:normAutofit/>
          </a:bodyPr>
          <a:lstStyle>
            <a:lvl1pPr hangingPunct="0">
              <a:defRPr>
                <a:latin typeface="Liberation Sans" pitchFamily="18"/>
                <a:ea typeface="Noto Sans CJK SC" pitchFamily="2"/>
                <a:cs typeface="FreeSans" pitchFamily="2"/>
              </a:defRPr>
            </a:lvl1pPr>
          </a:lstStyle>
          <a:p>
            <a:pPr lvl="0"/>
            <a:endParaRPr lang="ru-RU"/>
          </a:p>
        </p:txBody>
      </p:sp>
      <p:sp>
        <p:nvSpPr>
          <p:cNvPr id="4" name="PlaceHolder 3">
            <a:extLst>
              <a:ext uri="{FF2B5EF4-FFF2-40B4-BE49-F238E27FC236}">
                <a16:creationId xmlns:a16="http://schemas.microsoft.com/office/drawing/2014/main" id="{D909F9C1-D962-746C-8B7A-F4DAD89C9BD1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6231960" y="1604520"/>
            <a:ext cx="5354280" cy="3977279"/>
          </a:xfrm>
        </p:spPr>
        <p:txBody>
          <a:bodyPr anchor="t" anchorCtr="0">
            <a:normAutofit/>
          </a:bodyPr>
          <a:lstStyle>
            <a:lvl1pPr hangingPunct="0">
              <a:defRPr>
                <a:latin typeface="Liberation Sans" pitchFamily="18"/>
                <a:ea typeface="Noto Sans CJK SC" pitchFamily="2"/>
                <a:cs typeface="FreeSans" pitchFamily="2"/>
              </a:defRPr>
            </a:lvl1pPr>
          </a:lstStyle>
          <a:p>
            <a:pPr lvl="0"/>
            <a:endParaRPr lang="ru-RU"/>
          </a:p>
        </p:txBody>
      </p:sp>
      <p:sp>
        <p:nvSpPr>
          <p:cNvPr id="5" name="PlaceHolder 4">
            <a:extLst>
              <a:ext uri="{FF2B5EF4-FFF2-40B4-BE49-F238E27FC236}">
                <a16:creationId xmlns:a16="http://schemas.microsoft.com/office/drawing/2014/main" id="{883EEBA9-FEFC-34CA-4236-CD76EA83D4FB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8241D0C7-CCAF-6A4E-9909-A0C9CE4A836A}" type="slidenum"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0028091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>
            <a:extLst>
              <a:ext uri="{FF2B5EF4-FFF2-40B4-BE49-F238E27FC236}">
                <a16:creationId xmlns:a16="http://schemas.microsoft.com/office/drawing/2014/main" id="{DD7E35E5-7A6B-BD8D-42CE-9872F0C9864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09480" y="221040"/>
            <a:ext cx="10972440" cy="1250280"/>
          </a:xfrm>
        </p:spPr>
        <p:txBody>
          <a:bodyPr/>
          <a:lstStyle>
            <a:lvl1pPr hangingPunct="0">
              <a:defRPr>
                <a:latin typeface="Liberation Sans" pitchFamily="18"/>
                <a:ea typeface="Noto Sans CJK SC" pitchFamily="2"/>
                <a:cs typeface="FreeSans" pitchFamily="2"/>
              </a:defRPr>
            </a:lvl1pPr>
          </a:lstStyle>
          <a:p>
            <a:pPr lvl="0"/>
            <a:endParaRPr lang="ru-RU"/>
          </a:p>
        </p:txBody>
      </p:sp>
      <p:sp>
        <p:nvSpPr>
          <p:cNvPr id="3" name="PlaceHolder 2">
            <a:extLst>
              <a:ext uri="{FF2B5EF4-FFF2-40B4-BE49-F238E27FC236}">
                <a16:creationId xmlns:a16="http://schemas.microsoft.com/office/drawing/2014/main" id="{1EB0E61E-E168-B9A2-6053-9FC30E4DECC2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AC2778D8-3B92-F547-BCD4-32351E479570}" type="slidenum"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81549542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>
            <a:extLst>
              <a:ext uri="{FF2B5EF4-FFF2-40B4-BE49-F238E27FC236}">
                <a16:creationId xmlns:a16="http://schemas.microsoft.com/office/drawing/2014/main" id="{B795A050-DBE4-74A6-7104-5AA23CAD3146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609480" y="273600"/>
            <a:ext cx="10972440" cy="5307839"/>
          </a:xfrm>
        </p:spPr>
        <p:txBody>
          <a:bodyPr anchor="ctr" anchorCtr="1">
            <a:noAutofit/>
          </a:bodyPr>
          <a:lstStyle>
            <a:lvl1pPr marL="0" indent="0" algn="ctr" hangingPunct="0">
              <a:buNone/>
              <a:defRPr>
                <a:latin typeface="Liberation Sans" pitchFamily="18"/>
                <a:ea typeface="Noto Sans CJK SC" pitchFamily="2"/>
                <a:cs typeface="FreeSans" pitchFamily="2"/>
              </a:defRPr>
            </a:lvl1pPr>
          </a:lstStyle>
          <a:p>
            <a:pPr lvl="0"/>
            <a:endParaRPr lang="ru-RU"/>
          </a:p>
        </p:txBody>
      </p:sp>
      <p:sp>
        <p:nvSpPr>
          <p:cNvPr id="3" name="PlaceHolder 2">
            <a:extLst>
              <a:ext uri="{FF2B5EF4-FFF2-40B4-BE49-F238E27FC236}">
                <a16:creationId xmlns:a16="http://schemas.microsoft.com/office/drawing/2014/main" id="{99B70BEC-A507-A5EC-9794-EF77739C87BC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8B56251F-373D-1C46-90EB-C12508BB4FE3}" type="slidenum"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25817930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_2c_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>
            <a:extLst>
              <a:ext uri="{FF2B5EF4-FFF2-40B4-BE49-F238E27FC236}">
                <a16:creationId xmlns:a16="http://schemas.microsoft.com/office/drawing/2014/main" id="{6B6A2A20-EE1C-57A0-880C-685AC56F44F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09480" y="221040"/>
            <a:ext cx="10972440" cy="1250280"/>
          </a:xfrm>
        </p:spPr>
        <p:txBody>
          <a:bodyPr/>
          <a:lstStyle>
            <a:lvl1pPr hangingPunct="0">
              <a:defRPr>
                <a:latin typeface="Liberation Sans" pitchFamily="18"/>
                <a:ea typeface="Noto Sans CJK SC" pitchFamily="2"/>
                <a:cs typeface="FreeSans" pitchFamily="2"/>
              </a:defRPr>
            </a:lvl1pPr>
          </a:lstStyle>
          <a:p>
            <a:pPr lvl="0"/>
            <a:endParaRPr lang="ru-RU"/>
          </a:p>
        </p:txBody>
      </p:sp>
      <p:sp>
        <p:nvSpPr>
          <p:cNvPr id="3" name="PlaceHolder 2">
            <a:extLst>
              <a:ext uri="{FF2B5EF4-FFF2-40B4-BE49-F238E27FC236}">
                <a16:creationId xmlns:a16="http://schemas.microsoft.com/office/drawing/2014/main" id="{C7D82C1E-775F-0A88-D5D3-A49E1F4BD152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609480" y="1604520"/>
            <a:ext cx="5354280" cy="1896840"/>
          </a:xfrm>
        </p:spPr>
        <p:txBody>
          <a:bodyPr anchor="t" anchorCtr="0">
            <a:normAutofit/>
          </a:bodyPr>
          <a:lstStyle>
            <a:lvl1pPr hangingPunct="0">
              <a:defRPr>
                <a:latin typeface="Liberation Sans" pitchFamily="18"/>
                <a:ea typeface="Noto Sans CJK SC" pitchFamily="2"/>
                <a:cs typeface="FreeSans" pitchFamily="2"/>
              </a:defRPr>
            </a:lvl1pPr>
          </a:lstStyle>
          <a:p>
            <a:pPr lvl="0"/>
            <a:endParaRPr lang="ru-RU"/>
          </a:p>
        </p:txBody>
      </p:sp>
      <p:sp>
        <p:nvSpPr>
          <p:cNvPr id="4" name="PlaceHolder 3">
            <a:extLst>
              <a:ext uri="{FF2B5EF4-FFF2-40B4-BE49-F238E27FC236}">
                <a16:creationId xmlns:a16="http://schemas.microsoft.com/office/drawing/2014/main" id="{31BC3382-38AA-D16D-2CB9-8734921294E7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6231960" y="1604520"/>
            <a:ext cx="5354280" cy="3977279"/>
          </a:xfrm>
        </p:spPr>
        <p:txBody>
          <a:bodyPr anchor="t" anchorCtr="0">
            <a:normAutofit/>
          </a:bodyPr>
          <a:lstStyle>
            <a:lvl1pPr hangingPunct="0">
              <a:defRPr>
                <a:latin typeface="Liberation Sans" pitchFamily="18"/>
                <a:ea typeface="Noto Sans CJK SC" pitchFamily="2"/>
                <a:cs typeface="FreeSans" pitchFamily="2"/>
              </a:defRPr>
            </a:lvl1pPr>
          </a:lstStyle>
          <a:p>
            <a:pPr lvl="0"/>
            <a:endParaRPr lang="ru-RU"/>
          </a:p>
        </p:txBody>
      </p:sp>
      <p:sp>
        <p:nvSpPr>
          <p:cNvPr id="5" name="PlaceHolder 4">
            <a:extLst>
              <a:ext uri="{FF2B5EF4-FFF2-40B4-BE49-F238E27FC236}">
                <a16:creationId xmlns:a16="http://schemas.microsoft.com/office/drawing/2014/main" id="{E4F7B52D-8EEF-60FE-BC2A-4338AB635C87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609480" y="3682079"/>
            <a:ext cx="5354280" cy="1896840"/>
          </a:xfrm>
        </p:spPr>
        <p:txBody>
          <a:bodyPr anchor="t" anchorCtr="0">
            <a:normAutofit/>
          </a:bodyPr>
          <a:lstStyle>
            <a:lvl1pPr hangingPunct="0">
              <a:defRPr>
                <a:latin typeface="Liberation Sans" pitchFamily="18"/>
                <a:ea typeface="Noto Sans CJK SC" pitchFamily="2"/>
                <a:cs typeface="FreeSans" pitchFamily="2"/>
              </a:defRPr>
            </a:lvl1pPr>
          </a:lstStyle>
          <a:p>
            <a:pPr lvl="0"/>
            <a:endParaRPr lang="ru-RU"/>
          </a:p>
        </p:txBody>
      </p:sp>
      <p:sp>
        <p:nvSpPr>
          <p:cNvPr id="6" name="PlaceHolder 5">
            <a:extLst>
              <a:ext uri="{FF2B5EF4-FFF2-40B4-BE49-F238E27FC236}">
                <a16:creationId xmlns:a16="http://schemas.microsoft.com/office/drawing/2014/main" id="{818C8B23-DAF6-812A-8B67-70BA3A4F4A64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EF91551D-9CD6-C64C-A728-12F5AC965C8F}" type="slidenum"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23177416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>
            <a:extLst>
              <a:ext uri="{FF2B5EF4-FFF2-40B4-BE49-F238E27FC236}">
                <a16:creationId xmlns:a16="http://schemas.microsoft.com/office/drawing/2014/main" id="{22BFF4BB-28DD-1F56-2E91-362EDE26CC5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09480" y="221040"/>
            <a:ext cx="10972440" cy="1250280"/>
          </a:xfrm>
        </p:spPr>
        <p:txBody>
          <a:bodyPr/>
          <a:lstStyle>
            <a:lvl1pPr hangingPunct="0">
              <a:defRPr>
                <a:latin typeface="Liberation Sans" pitchFamily="18"/>
                <a:ea typeface="Noto Sans CJK SC" pitchFamily="2"/>
                <a:cs typeface="FreeSans" pitchFamily="2"/>
              </a:defRPr>
            </a:lvl1pPr>
          </a:lstStyle>
          <a:p>
            <a:pPr lvl="0"/>
            <a:endParaRPr lang="ru-RU"/>
          </a:p>
        </p:txBody>
      </p:sp>
      <p:sp>
        <p:nvSpPr>
          <p:cNvPr id="3" name="PlaceHolder 2">
            <a:extLst>
              <a:ext uri="{FF2B5EF4-FFF2-40B4-BE49-F238E27FC236}">
                <a16:creationId xmlns:a16="http://schemas.microsoft.com/office/drawing/2014/main" id="{8E3FC84C-CEEB-E53E-6F1F-AF39FE3E37FD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609480" y="1604520"/>
            <a:ext cx="5354280" cy="3977279"/>
          </a:xfrm>
        </p:spPr>
        <p:txBody>
          <a:bodyPr anchor="t" anchorCtr="0">
            <a:normAutofit/>
          </a:bodyPr>
          <a:lstStyle>
            <a:lvl1pPr hangingPunct="0">
              <a:defRPr>
                <a:latin typeface="Liberation Sans" pitchFamily="18"/>
                <a:ea typeface="Noto Sans CJK SC" pitchFamily="2"/>
                <a:cs typeface="FreeSans" pitchFamily="2"/>
              </a:defRPr>
            </a:lvl1pPr>
          </a:lstStyle>
          <a:p>
            <a:pPr lvl="0"/>
            <a:endParaRPr lang="ru-RU"/>
          </a:p>
        </p:txBody>
      </p:sp>
      <p:sp>
        <p:nvSpPr>
          <p:cNvPr id="4" name="PlaceHolder 3">
            <a:extLst>
              <a:ext uri="{FF2B5EF4-FFF2-40B4-BE49-F238E27FC236}">
                <a16:creationId xmlns:a16="http://schemas.microsoft.com/office/drawing/2014/main" id="{3ADECF35-AF90-9B94-DEE1-04C3D58F7989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6231960" y="1604520"/>
            <a:ext cx="5354280" cy="1896840"/>
          </a:xfrm>
        </p:spPr>
        <p:txBody>
          <a:bodyPr anchor="t" anchorCtr="0">
            <a:normAutofit/>
          </a:bodyPr>
          <a:lstStyle>
            <a:lvl1pPr hangingPunct="0">
              <a:defRPr>
                <a:latin typeface="Liberation Sans" pitchFamily="18"/>
                <a:ea typeface="Noto Sans CJK SC" pitchFamily="2"/>
                <a:cs typeface="FreeSans" pitchFamily="2"/>
              </a:defRPr>
            </a:lvl1pPr>
          </a:lstStyle>
          <a:p>
            <a:pPr lvl="0"/>
            <a:endParaRPr lang="ru-RU"/>
          </a:p>
        </p:txBody>
      </p:sp>
      <p:sp>
        <p:nvSpPr>
          <p:cNvPr id="5" name="PlaceHolder 4">
            <a:extLst>
              <a:ext uri="{FF2B5EF4-FFF2-40B4-BE49-F238E27FC236}">
                <a16:creationId xmlns:a16="http://schemas.microsoft.com/office/drawing/2014/main" id="{28D4E0AD-F729-62F2-E2AB-722232C36A85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6231960" y="3682079"/>
            <a:ext cx="5354280" cy="1896840"/>
          </a:xfrm>
        </p:spPr>
        <p:txBody>
          <a:bodyPr anchor="t" anchorCtr="0">
            <a:normAutofit/>
          </a:bodyPr>
          <a:lstStyle>
            <a:lvl1pPr hangingPunct="0">
              <a:defRPr>
                <a:latin typeface="Liberation Sans" pitchFamily="18"/>
                <a:ea typeface="Noto Sans CJK SC" pitchFamily="2"/>
                <a:cs typeface="FreeSans" pitchFamily="2"/>
              </a:defRPr>
            </a:lvl1pPr>
          </a:lstStyle>
          <a:p>
            <a:pPr lvl="0"/>
            <a:endParaRPr lang="ru-RU"/>
          </a:p>
        </p:txBody>
      </p:sp>
      <p:sp>
        <p:nvSpPr>
          <p:cNvPr id="6" name="PlaceHolder 5">
            <a:extLst>
              <a:ext uri="{FF2B5EF4-FFF2-40B4-BE49-F238E27FC236}">
                <a16:creationId xmlns:a16="http://schemas.microsoft.com/office/drawing/2014/main" id="{50DFA031-2CCF-EA28-45FC-4EE03C099C61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07DB5876-58A4-F64D-A664-C46321D28EB3}" type="slidenum"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08514732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_2c_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>
            <a:extLst>
              <a:ext uri="{FF2B5EF4-FFF2-40B4-BE49-F238E27FC236}">
                <a16:creationId xmlns:a16="http://schemas.microsoft.com/office/drawing/2014/main" id="{FC6BB0BE-A372-BD0E-5EC7-0818DAB79F3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09480" y="221040"/>
            <a:ext cx="10972440" cy="1250280"/>
          </a:xfrm>
        </p:spPr>
        <p:txBody>
          <a:bodyPr/>
          <a:lstStyle>
            <a:lvl1pPr hangingPunct="0">
              <a:defRPr>
                <a:latin typeface="Liberation Sans" pitchFamily="18"/>
                <a:ea typeface="Noto Sans CJK SC" pitchFamily="2"/>
                <a:cs typeface="FreeSans" pitchFamily="2"/>
              </a:defRPr>
            </a:lvl1pPr>
          </a:lstStyle>
          <a:p>
            <a:pPr lvl="0"/>
            <a:endParaRPr lang="ru-RU"/>
          </a:p>
        </p:txBody>
      </p:sp>
      <p:sp>
        <p:nvSpPr>
          <p:cNvPr id="3" name="PlaceHolder 2">
            <a:extLst>
              <a:ext uri="{FF2B5EF4-FFF2-40B4-BE49-F238E27FC236}">
                <a16:creationId xmlns:a16="http://schemas.microsoft.com/office/drawing/2014/main" id="{CB95B3FB-88CD-518C-5E8E-C5573540E2F7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609480" y="1604520"/>
            <a:ext cx="5354280" cy="1896840"/>
          </a:xfrm>
        </p:spPr>
        <p:txBody>
          <a:bodyPr anchor="t" anchorCtr="0">
            <a:normAutofit/>
          </a:bodyPr>
          <a:lstStyle>
            <a:lvl1pPr hangingPunct="0">
              <a:defRPr>
                <a:latin typeface="Liberation Sans" pitchFamily="18"/>
                <a:ea typeface="Noto Sans CJK SC" pitchFamily="2"/>
                <a:cs typeface="FreeSans" pitchFamily="2"/>
              </a:defRPr>
            </a:lvl1pPr>
          </a:lstStyle>
          <a:p>
            <a:pPr lvl="0"/>
            <a:endParaRPr lang="ru-RU"/>
          </a:p>
        </p:txBody>
      </p:sp>
      <p:sp>
        <p:nvSpPr>
          <p:cNvPr id="4" name="PlaceHolder 3">
            <a:extLst>
              <a:ext uri="{FF2B5EF4-FFF2-40B4-BE49-F238E27FC236}">
                <a16:creationId xmlns:a16="http://schemas.microsoft.com/office/drawing/2014/main" id="{1C3E3D35-D24B-B566-FBC2-74B142B2C172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6231960" y="1604520"/>
            <a:ext cx="5354280" cy="1896840"/>
          </a:xfrm>
        </p:spPr>
        <p:txBody>
          <a:bodyPr anchor="t" anchorCtr="0">
            <a:normAutofit/>
          </a:bodyPr>
          <a:lstStyle>
            <a:lvl1pPr hangingPunct="0">
              <a:defRPr>
                <a:latin typeface="Liberation Sans" pitchFamily="18"/>
                <a:ea typeface="Noto Sans CJK SC" pitchFamily="2"/>
                <a:cs typeface="FreeSans" pitchFamily="2"/>
              </a:defRPr>
            </a:lvl1pPr>
          </a:lstStyle>
          <a:p>
            <a:pPr lvl="0"/>
            <a:endParaRPr lang="ru-RU"/>
          </a:p>
        </p:txBody>
      </p:sp>
      <p:sp>
        <p:nvSpPr>
          <p:cNvPr id="5" name="PlaceHolder 4">
            <a:extLst>
              <a:ext uri="{FF2B5EF4-FFF2-40B4-BE49-F238E27FC236}">
                <a16:creationId xmlns:a16="http://schemas.microsoft.com/office/drawing/2014/main" id="{F34C052B-A016-6A56-8DE1-2E19688CACB5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609480" y="3682079"/>
            <a:ext cx="10972440" cy="1896840"/>
          </a:xfrm>
        </p:spPr>
        <p:txBody>
          <a:bodyPr anchor="t" anchorCtr="0">
            <a:normAutofit/>
          </a:bodyPr>
          <a:lstStyle>
            <a:lvl1pPr hangingPunct="0">
              <a:defRPr>
                <a:latin typeface="Liberation Sans" pitchFamily="18"/>
                <a:ea typeface="Noto Sans CJK SC" pitchFamily="2"/>
                <a:cs typeface="FreeSans" pitchFamily="2"/>
              </a:defRPr>
            </a:lvl1pPr>
          </a:lstStyle>
          <a:p>
            <a:pPr lvl="0"/>
            <a:endParaRPr lang="ru-RU"/>
          </a:p>
        </p:txBody>
      </p:sp>
      <p:sp>
        <p:nvSpPr>
          <p:cNvPr id="6" name="PlaceHolder 5">
            <a:extLst>
              <a:ext uri="{FF2B5EF4-FFF2-40B4-BE49-F238E27FC236}">
                <a16:creationId xmlns:a16="http://schemas.microsoft.com/office/drawing/2014/main" id="{435EC9C2-BB0E-D543-5C63-F49DFC31FFD6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49B587F9-0247-EE4D-A759-C11069CFA1ED}" type="slidenum"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17056373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_2c_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>
            <a:extLst>
              <a:ext uri="{FF2B5EF4-FFF2-40B4-BE49-F238E27FC236}">
                <a16:creationId xmlns:a16="http://schemas.microsoft.com/office/drawing/2014/main" id="{3DFB9A90-0AED-2B6C-3ADE-EA1F14A6B8B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09480" y="221040"/>
            <a:ext cx="10972440" cy="1250280"/>
          </a:xfrm>
        </p:spPr>
        <p:txBody>
          <a:bodyPr/>
          <a:lstStyle>
            <a:lvl1pPr hangingPunct="0">
              <a:defRPr>
                <a:latin typeface="Liberation Sans" pitchFamily="18"/>
                <a:ea typeface="Noto Sans CJK SC" pitchFamily="2"/>
                <a:cs typeface="FreeSans" pitchFamily="2"/>
              </a:defRPr>
            </a:lvl1pPr>
          </a:lstStyle>
          <a:p>
            <a:pPr lvl="0"/>
            <a:endParaRPr lang="ru-RU"/>
          </a:p>
        </p:txBody>
      </p:sp>
      <p:sp>
        <p:nvSpPr>
          <p:cNvPr id="3" name="PlaceHolder 2">
            <a:extLst>
              <a:ext uri="{FF2B5EF4-FFF2-40B4-BE49-F238E27FC236}">
                <a16:creationId xmlns:a16="http://schemas.microsoft.com/office/drawing/2014/main" id="{BD69528D-14A3-3B5B-C2D3-2BDD0AFF0B2A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609480" y="1604520"/>
            <a:ext cx="10972440" cy="1896840"/>
          </a:xfrm>
        </p:spPr>
        <p:txBody>
          <a:bodyPr anchor="t" anchorCtr="0">
            <a:normAutofit/>
          </a:bodyPr>
          <a:lstStyle>
            <a:lvl1pPr hangingPunct="0">
              <a:defRPr>
                <a:latin typeface="Liberation Sans" pitchFamily="18"/>
                <a:ea typeface="Noto Sans CJK SC" pitchFamily="2"/>
                <a:cs typeface="FreeSans" pitchFamily="2"/>
              </a:defRPr>
            </a:lvl1pPr>
          </a:lstStyle>
          <a:p>
            <a:pPr lvl="0"/>
            <a:endParaRPr lang="ru-RU"/>
          </a:p>
        </p:txBody>
      </p:sp>
      <p:sp>
        <p:nvSpPr>
          <p:cNvPr id="4" name="PlaceHolder 3">
            <a:extLst>
              <a:ext uri="{FF2B5EF4-FFF2-40B4-BE49-F238E27FC236}">
                <a16:creationId xmlns:a16="http://schemas.microsoft.com/office/drawing/2014/main" id="{2F03D630-4290-6D91-A3B9-563900EB4165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609480" y="3682079"/>
            <a:ext cx="10972440" cy="1896840"/>
          </a:xfrm>
        </p:spPr>
        <p:txBody>
          <a:bodyPr anchor="t" anchorCtr="0">
            <a:normAutofit/>
          </a:bodyPr>
          <a:lstStyle>
            <a:lvl1pPr hangingPunct="0">
              <a:defRPr>
                <a:latin typeface="Liberation Sans" pitchFamily="18"/>
                <a:ea typeface="Noto Sans CJK SC" pitchFamily="2"/>
                <a:cs typeface="FreeSans" pitchFamily="2"/>
              </a:defRPr>
            </a:lvl1pPr>
          </a:lstStyle>
          <a:p>
            <a:pPr lvl="0"/>
            <a:endParaRPr lang="ru-RU"/>
          </a:p>
        </p:txBody>
      </p:sp>
      <p:sp>
        <p:nvSpPr>
          <p:cNvPr id="5" name="PlaceHolder 4">
            <a:extLst>
              <a:ext uri="{FF2B5EF4-FFF2-40B4-BE49-F238E27FC236}">
                <a16:creationId xmlns:a16="http://schemas.microsoft.com/office/drawing/2014/main" id="{A83EBC9F-83E3-8849-E7F3-89E8495CEDD3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7C3B9D5E-CD02-8C47-8F47-CFC12177E87F}" type="slidenum"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0922294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_2c_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>
            <a:extLst>
              <a:ext uri="{FF2B5EF4-FFF2-40B4-BE49-F238E27FC236}">
                <a16:creationId xmlns:a16="http://schemas.microsoft.com/office/drawing/2014/main" id="{D29F38ED-29B0-5C9E-4F5A-E8CCE56AF6A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09480" y="221040"/>
            <a:ext cx="10972440" cy="1250280"/>
          </a:xfrm>
        </p:spPr>
        <p:txBody>
          <a:bodyPr/>
          <a:lstStyle>
            <a:lvl1pPr hangingPunct="0">
              <a:defRPr>
                <a:latin typeface="Liberation Sans" pitchFamily="18"/>
                <a:ea typeface="Noto Sans CJK SC" pitchFamily="2"/>
                <a:cs typeface="FreeSans" pitchFamily="2"/>
              </a:defRPr>
            </a:lvl1pPr>
          </a:lstStyle>
          <a:p>
            <a:pPr lvl="0"/>
            <a:endParaRPr lang="ru-RU"/>
          </a:p>
        </p:txBody>
      </p:sp>
      <p:sp>
        <p:nvSpPr>
          <p:cNvPr id="3" name="PlaceHolder 2">
            <a:extLst>
              <a:ext uri="{FF2B5EF4-FFF2-40B4-BE49-F238E27FC236}">
                <a16:creationId xmlns:a16="http://schemas.microsoft.com/office/drawing/2014/main" id="{338E5BA0-94DB-6700-82E6-C50F8A9623D0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609480" y="1604520"/>
            <a:ext cx="5354280" cy="1896840"/>
          </a:xfrm>
        </p:spPr>
        <p:txBody>
          <a:bodyPr anchor="t" anchorCtr="0">
            <a:normAutofit/>
          </a:bodyPr>
          <a:lstStyle>
            <a:lvl1pPr hangingPunct="0">
              <a:defRPr>
                <a:latin typeface="Liberation Sans" pitchFamily="18"/>
                <a:ea typeface="Noto Sans CJK SC" pitchFamily="2"/>
                <a:cs typeface="FreeSans" pitchFamily="2"/>
              </a:defRPr>
            </a:lvl1pPr>
          </a:lstStyle>
          <a:p>
            <a:pPr lvl="0"/>
            <a:endParaRPr lang="ru-RU"/>
          </a:p>
        </p:txBody>
      </p:sp>
      <p:sp>
        <p:nvSpPr>
          <p:cNvPr id="4" name="PlaceHolder 3">
            <a:extLst>
              <a:ext uri="{FF2B5EF4-FFF2-40B4-BE49-F238E27FC236}">
                <a16:creationId xmlns:a16="http://schemas.microsoft.com/office/drawing/2014/main" id="{EBDB893C-C0EB-9F7C-54EB-41FB13DE7773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6231960" y="1604520"/>
            <a:ext cx="5354280" cy="1896840"/>
          </a:xfrm>
        </p:spPr>
        <p:txBody>
          <a:bodyPr anchor="t" anchorCtr="0">
            <a:normAutofit/>
          </a:bodyPr>
          <a:lstStyle>
            <a:lvl1pPr hangingPunct="0">
              <a:defRPr>
                <a:latin typeface="Liberation Sans" pitchFamily="18"/>
                <a:ea typeface="Noto Sans CJK SC" pitchFamily="2"/>
                <a:cs typeface="FreeSans" pitchFamily="2"/>
              </a:defRPr>
            </a:lvl1pPr>
          </a:lstStyle>
          <a:p>
            <a:pPr lvl="0"/>
            <a:endParaRPr lang="ru-RU"/>
          </a:p>
        </p:txBody>
      </p:sp>
      <p:sp>
        <p:nvSpPr>
          <p:cNvPr id="5" name="PlaceHolder 4">
            <a:extLst>
              <a:ext uri="{FF2B5EF4-FFF2-40B4-BE49-F238E27FC236}">
                <a16:creationId xmlns:a16="http://schemas.microsoft.com/office/drawing/2014/main" id="{C9D88C1D-3D16-A032-6CBA-A227C8320D79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609480" y="3682079"/>
            <a:ext cx="5354280" cy="1896840"/>
          </a:xfrm>
        </p:spPr>
        <p:txBody>
          <a:bodyPr anchor="t" anchorCtr="0">
            <a:normAutofit/>
          </a:bodyPr>
          <a:lstStyle>
            <a:lvl1pPr hangingPunct="0">
              <a:defRPr>
                <a:latin typeface="Liberation Sans" pitchFamily="18"/>
                <a:ea typeface="Noto Sans CJK SC" pitchFamily="2"/>
                <a:cs typeface="FreeSans" pitchFamily="2"/>
              </a:defRPr>
            </a:lvl1pPr>
          </a:lstStyle>
          <a:p>
            <a:pPr lvl="0"/>
            <a:endParaRPr lang="ru-RU"/>
          </a:p>
        </p:txBody>
      </p:sp>
      <p:sp>
        <p:nvSpPr>
          <p:cNvPr id="6" name="PlaceHolder 5">
            <a:extLst>
              <a:ext uri="{FF2B5EF4-FFF2-40B4-BE49-F238E27FC236}">
                <a16:creationId xmlns:a16="http://schemas.microsoft.com/office/drawing/2014/main" id="{1E2D45F1-A919-52DC-FC0F-8508203130B2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6231960" y="3682079"/>
            <a:ext cx="5354280" cy="1896840"/>
          </a:xfrm>
        </p:spPr>
        <p:txBody>
          <a:bodyPr anchor="t" anchorCtr="0">
            <a:normAutofit/>
          </a:bodyPr>
          <a:lstStyle>
            <a:lvl1pPr hangingPunct="0">
              <a:defRPr>
                <a:latin typeface="Liberation Sans" pitchFamily="18"/>
                <a:ea typeface="Noto Sans CJK SC" pitchFamily="2"/>
                <a:cs typeface="FreeSans" pitchFamily="2"/>
              </a:defRPr>
            </a:lvl1pPr>
          </a:lstStyle>
          <a:p>
            <a:pPr lvl="0"/>
            <a:endParaRPr lang="ru-RU"/>
          </a:p>
        </p:txBody>
      </p:sp>
      <p:sp>
        <p:nvSpPr>
          <p:cNvPr id="7" name="PlaceHolder 6">
            <a:extLst>
              <a:ext uri="{FF2B5EF4-FFF2-40B4-BE49-F238E27FC236}">
                <a16:creationId xmlns:a16="http://schemas.microsoft.com/office/drawing/2014/main" id="{D726173B-8984-31A2-33FD-B90B4ECE6EBE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A655C0A6-6B49-7C48-A9EC-C0225A063285}" type="slidenum"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39525311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_2c_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>
            <a:extLst>
              <a:ext uri="{FF2B5EF4-FFF2-40B4-BE49-F238E27FC236}">
                <a16:creationId xmlns:a16="http://schemas.microsoft.com/office/drawing/2014/main" id="{C9D0239A-FC2C-63BB-1873-944168570CEA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609480" y="221040"/>
            <a:ext cx="10972440" cy="1250280"/>
          </a:xfrm>
        </p:spPr>
        <p:txBody>
          <a:bodyPr/>
          <a:lstStyle>
            <a:lvl1pPr hangingPunct="0">
              <a:defRPr>
                <a:latin typeface="Liberation Sans" pitchFamily="18"/>
                <a:ea typeface="Noto Sans CJK SC" pitchFamily="2"/>
                <a:cs typeface="FreeSans" pitchFamily="2"/>
              </a:defRPr>
            </a:lvl1pPr>
          </a:lstStyle>
          <a:p>
            <a:pPr lvl="0"/>
            <a:endParaRPr lang="ru-RU"/>
          </a:p>
        </p:txBody>
      </p:sp>
      <p:sp>
        <p:nvSpPr>
          <p:cNvPr id="3" name="PlaceHolder 2">
            <a:extLst>
              <a:ext uri="{FF2B5EF4-FFF2-40B4-BE49-F238E27FC236}">
                <a16:creationId xmlns:a16="http://schemas.microsoft.com/office/drawing/2014/main" id="{EF1DD7F9-FDAD-E973-72EF-4C8FCE131E92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609480" y="1604520"/>
            <a:ext cx="3533040" cy="1896840"/>
          </a:xfrm>
        </p:spPr>
        <p:txBody>
          <a:bodyPr anchor="t" anchorCtr="0">
            <a:normAutofit/>
          </a:bodyPr>
          <a:lstStyle>
            <a:lvl1pPr hangingPunct="0">
              <a:defRPr>
                <a:latin typeface="Liberation Sans" pitchFamily="18"/>
                <a:ea typeface="Noto Sans CJK SC" pitchFamily="2"/>
                <a:cs typeface="FreeSans" pitchFamily="2"/>
              </a:defRPr>
            </a:lvl1pPr>
          </a:lstStyle>
          <a:p>
            <a:pPr lvl="0"/>
            <a:endParaRPr lang="ru-RU"/>
          </a:p>
        </p:txBody>
      </p:sp>
      <p:sp>
        <p:nvSpPr>
          <p:cNvPr id="4" name="PlaceHolder 3">
            <a:extLst>
              <a:ext uri="{FF2B5EF4-FFF2-40B4-BE49-F238E27FC236}">
                <a16:creationId xmlns:a16="http://schemas.microsoft.com/office/drawing/2014/main" id="{ECA9F8C0-9B17-4AE0-089E-CC04D292299A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4319640" y="1604520"/>
            <a:ext cx="3533040" cy="1896840"/>
          </a:xfrm>
        </p:spPr>
        <p:txBody>
          <a:bodyPr anchor="t" anchorCtr="0">
            <a:normAutofit/>
          </a:bodyPr>
          <a:lstStyle>
            <a:lvl1pPr hangingPunct="0">
              <a:defRPr>
                <a:latin typeface="Liberation Sans" pitchFamily="18"/>
                <a:ea typeface="Noto Sans CJK SC" pitchFamily="2"/>
                <a:cs typeface="FreeSans" pitchFamily="2"/>
              </a:defRPr>
            </a:lvl1pPr>
          </a:lstStyle>
          <a:p>
            <a:pPr lvl="0"/>
            <a:endParaRPr lang="ru-RU"/>
          </a:p>
        </p:txBody>
      </p:sp>
      <p:sp>
        <p:nvSpPr>
          <p:cNvPr id="5" name="PlaceHolder 4">
            <a:extLst>
              <a:ext uri="{FF2B5EF4-FFF2-40B4-BE49-F238E27FC236}">
                <a16:creationId xmlns:a16="http://schemas.microsoft.com/office/drawing/2014/main" id="{7D9357C5-71E2-E1EF-493D-2E114DB0726F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8029800" y="1604520"/>
            <a:ext cx="3533040" cy="1896840"/>
          </a:xfrm>
        </p:spPr>
        <p:txBody>
          <a:bodyPr anchor="t" anchorCtr="0">
            <a:normAutofit/>
          </a:bodyPr>
          <a:lstStyle>
            <a:lvl1pPr hangingPunct="0">
              <a:defRPr>
                <a:latin typeface="Liberation Sans" pitchFamily="18"/>
                <a:ea typeface="Noto Sans CJK SC" pitchFamily="2"/>
                <a:cs typeface="FreeSans" pitchFamily="2"/>
              </a:defRPr>
            </a:lvl1pPr>
          </a:lstStyle>
          <a:p>
            <a:pPr lvl="0"/>
            <a:endParaRPr lang="ru-RU"/>
          </a:p>
        </p:txBody>
      </p:sp>
      <p:sp>
        <p:nvSpPr>
          <p:cNvPr id="6" name="PlaceHolder 5">
            <a:extLst>
              <a:ext uri="{FF2B5EF4-FFF2-40B4-BE49-F238E27FC236}">
                <a16:creationId xmlns:a16="http://schemas.microsoft.com/office/drawing/2014/main" id="{EAB367D1-4744-9EE2-22F6-F4AB4B44FEC4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609480" y="3682079"/>
            <a:ext cx="3533040" cy="1896840"/>
          </a:xfrm>
        </p:spPr>
        <p:txBody>
          <a:bodyPr anchor="t" anchorCtr="0">
            <a:normAutofit/>
          </a:bodyPr>
          <a:lstStyle>
            <a:lvl1pPr hangingPunct="0">
              <a:defRPr>
                <a:latin typeface="Liberation Sans" pitchFamily="18"/>
                <a:ea typeface="Noto Sans CJK SC" pitchFamily="2"/>
                <a:cs typeface="FreeSans" pitchFamily="2"/>
              </a:defRPr>
            </a:lvl1pPr>
          </a:lstStyle>
          <a:p>
            <a:pPr lvl="0"/>
            <a:endParaRPr lang="ru-RU"/>
          </a:p>
        </p:txBody>
      </p:sp>
      <p:sp>
        <p:nvSpPr>
          <p:cNvPr id="7" name="PlaceHolder 6">
            <a:extLst>
              <a:ext uri="{FF2B5EF4-FFF2-40B4-BE49-F238E27FC236}">
                <a16:creationId xmlns:a16="http://schemas.microsoft.com/office/drawing/2014/main" id="{7422A4E0-63B6-5649-4345-A2A3CCF62B81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4319640" y="3682079"/>
            <a:ext cx="3533040" cy="1896840"/>
          </a:xfrm>
        </p:spPr>
        <p:txBody>
          <a:bodyPr anchor="t" anchorCtr="0">
            <a:normAutofit/>
          </a:bodyPr>
          <a:lstStyle>
            <a:lvl1pPr hangingPunct="0">
              <a:defRPr>
                <a:latin typeface="Liberation Sans" pitchFamily="18"/>
                <a:ea typeface="Noto Sans CJK SC" pitchFamily="2"/>
                <a:cs typeface="FreeSans" pitchFamily="2"/>
              </a:defRPr>
            </a:lvl1pPr>
          </a:lstStyle>
          <a:p>
            <a:pPr lvl="0"/>
            <a:endParaRPr lang="ru-RU"/>
          </a:p>
        </p:txBody>
      </p:sp>
      <p:sp>
        <p:nvSpPr>
          <p:cNvPr id="8" name="PlaceHolder 7">
            <a:extLst>
              <a:ext uri="{FF2B5EF4-FFF2-40B4-BE49-F238E27FC236}">
                <a16:creationId xmlns:a16="http://schemas.microsoft.com/office/drawing/2014/main" id="{FBB34FDA-979E-8E45-B838-39476E121BC4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8029800" y="3682079"/>
            <a:ext cx="3533040" cy="1896840"/>
          </a:xfrm>
        </p:spPr>
        <p:txBody>
          <a:bodyPr anchor="t" anchorCtr="0">
            <a:normAutofit/>
          </a:bodyPr>
          <a:lstStyle>
            <a:lvl1pPr hangingPunct="0">
              <a:defRPr>
                <a:latin typeface="Liberation Sans" pitchFamily="18"/>
                <a:ea typeface="Noto Sans CJK SC" pitchFamily="2"/>
                <a:cs typeface="FreeSans" pitchFamily="2"/>
              </a:defRPr>
            </a:lvl1pPr>
          </a:lstStyle>
          <a:p>
            <a:pPr lvl="0"/>
            <a:endParaRPr lang="ru-RU"/>
          </a:p>
        </p:txBody>
      </p:sp>
      <p:sp>
        <p:nvSpPr>
          <p:cNvPr id="9" name="PlaceHolder 8">
            <a:extLst>
              <a:ext uri="{FF2B5EF4-FFF2-40B4-BE49-F238E27FC236}">
                <a16:creationId xmlns:a16="http://schemas.microsoft.com/office/drawing/2014/main" id="{4499B60D-2559-5821-4852-98C1925945FC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47BD94DE-4DDC-2449-9B80-5E2F629D057A}" type="slidenum"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6531533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>
            <a:extLst>
              <a:ext uri="{FF2B5EF4-FFF2-40B4-BE49-F238E27FC236}">
                <a16:creationId xmlns:a16="http://schemas.microsoft.com/office/drawing/2014/main" id="{753F818D-D9E2-E322-DA3A-0ED82A4ECADD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8140225F-7AB5-7641-A46D-0330D9B61F79}" type="slidenum">
              <a:t>‹#›</a:t>
            </a:fld>
            <a:endParaRPr lang="ru-RU"/>
          </a:p>
        </p:txBody>
      </p:sp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B0D83AFF-C600-5F75-3498-95A18276A5A1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/>
          <a:lstStyle>
            <a:lvl1pPr hangingPunct="0">
              <a:defRPr>
                <a:latin typeface="Liberation Sans" pitchFamily="18"/>
              </a:defRPr>
            </a:lvl1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D8E402D4-62CE-A6E7-791F-C3589B048AD9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/>
        <p:txBody>
          <a:bodyPr/>
          <a:lstStyle>
            <a:lvl1pPr hangingPunct="0">
              <a:spcBef>
                <a:spcPts val="1417"/>
              </a:spcBef>
              <a:defRPr>
                <a:latin typeface="Liberation Sans" pitchFamily="18"/>
              </a:defRPr>
            </a:lvl1pPr>
          </a:lstStyle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37105991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>
            <a:extLst>
              <a:ext uri="{FF2B5EF4-FFF2-40B4-BE49-F238E27FC236}">
                <a16:creationId xmlns:a16="http://schemas.microsoft.com/office/drawing/2014/main" id="{AD678D4C-3186-EAED-EC61-23A81FD7905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09480" y="221040"/>
            <a:ext cx="10972440" cy="1250280"/>
          </a:xfrm>
        </p:spPr>
        <p:txBody>
          <a:bodyPr/>
          <a:lstStyle>
            <a:lvl1pPr hangingPunct="0">
              <a:defRPr>
                <a:latin typeface="Liberation Sans" pitchFamily="18"/>
                <a:ea typeface="Noto Sans CJK SC" pitchFamily="2"/>
                <a:cs typeface="FreeSans" pitchFamily="2"/>
              </a:defRPr>
            </a:lvl1pPr>
          </a:lstStyle>
          <a:p>
            <a:pPr lvl="0"/>
            <a:endParaRPr lang="ru-RU"/>
          </a:p>
        </p:txBody>
      </p:sp>
      <p:sp>
        <p:nvSpPr>
          <p:cNvPr id="3" name="PlaceHolder 2">
            <a:extLst>
              <a:ext uri="{FF2B5EF4-FFF2-40B4-BE49-F238E27FC236}">
                <a16:creationId xmlns:a16="http://schemas.microsoft.com/office/drawing/2014/main" id="{D90BD343-D77A-375D-7520-A03962258BC5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/>
        <p:txBody>
          <a:bodyPr anchor="ctr" anchorCtr="1">
            <a:noAutofit/>
          </a:bodyPr>
          <a:lstStyle>
            <a:lvl1pPr marL="0" indent="0" algn="ctr" hangingPunct="0">
              <a:buNone/>
              <a:defRPr>
                <a:latin typeface="Liberation Sans" pitchFamily="18"/>
                <a:ea typeface="Noto Sans CJK SC" pitchFamily="2"/>
                <a:cs typeface="FreeSans" pitchFamily="2"/>
              </a:defRPr>
            </a:lvl1pPr>
          </a:lstStyle>
          <a:p>
            <a:pPr lvl="0"/>
            <a:endParaRPr lang="ru-RU"/>
          </a:p>
        </p:txBody>
      </p:sp>
      <p:sp>
        <p:nvSpPr>
          <p:cNvPr id="4" name="PlaceHolder 3">
            <a:extLst>
              <a:ext uri="{FF2B5EF4-FFF2-40B4-BE49-F238E27FC236}">
                <a16:creationId xmlns:a16="http://schemas.microsoft.com/office/drawing/2014/main" id="{E3C7A2C0-AB61-30A4-3B3D-735604D48BC5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576537FB-5330-E74C-9197-513871D435FE}" type="slidenum"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32053283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_2c_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>
            <a:extLst>
              <a:ext uri="{FF2B5EF4-FFF2-40B4-BE49-F238E27FC236}">
                <a16:creationId xmlns:a16="http://schemas.microsoft.com/office/drawing/2014/main" id="{BB03A17F-D8F8-E702-9C23-B0076745444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09480" y="221040"/>
            <a:ext cx="10972440" cy="1250280"/>
          </a:xfrm>
        </p:spPr>
        <p:txBody>
          <a:bodyPr/>
          <a:lstStyle>
            <a:lvl1pPr hangingPunct="0">
              <a:defRPr>
                <a:latin typeface="Liberation Sans" pitchFamily="18"/>
                <a:ea typeface="Noto Sans CJK SC" pitchFamily="2"/>
                <a:cs typeface="FreeSans" pitchFamily="2"/>
              </a:defRPr>
            </a:lvl1pPr>
          </a:lstStyle>
          <a:p>
            <a:pPr lvl="0"/>
            <a:endParaRPr lang="ru-RU"/>
          </a:p>
        </p:txBody>
      </p:sp>
      <p:sp>
        <p:nvSpPr>
          <p:cNvPr id="3" name="PlaceHolder 2">
            <a:extLst>
              <a:ext uri="{FF2B5EF4-FFF2-40B4-BE49-F238E27FC236}">
                <a16:creationId xmlns:a16="http://schemas.microsoft.com/office/drawing/2014/main" id="{2BE82F43-2206-4FF7-ADA1-FFD35984E011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609480" y="1604520"/>
            <a:ext cx="10972440" cy="3977279"/>
          </a:xfrm>
        </p:spPr>
        <p:txBody>
          <a:bodyPr anchor="t" anchorCtr="0">
            <a:normAutofit/>
          </a:bodyPr>
          <a:lstStyle>
            <a:lvl1pPr hangingPunct="0">
              <a:defRPr>
                <a:latin typeface="Liberation Sans" pitchFamily="18"/>
                <a:ea typeface="Noto Sans CJK SC" pitchFamily="2"/>
                <a:cs typeface="FreeSans" pitchFamily="2"/>
              </a:defRPr>
            </a:lvl1pPr>
          </a:lstStyle>
          <a:p>
            <a:pPr lvl="0"/>
            <a:endParaRPr lang="ru-RU"/>
          </a:p>
        </p:txBody>
      </p:sp>
      <p:sp>
        <p:nvSpPr>
          <p:cNvPr id="4" name="PlaceHolder 3">
            <a:extLst>
              <a:ext uri="{FF2B5EF4-FFF2-40B4-BE49-F238E27FC236}">
                <a16:creationId xmlns:a16="http://schemas.microsoft.com/office/drawing/2014/main" id="{A365F50E-C08B-7BD0-A7AE-C2172513329E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303F5EFF-37B4-644B-9B0A-27E1B4AEE435}" type="slidenum"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72502130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_2c_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>
            <a:extLst>
              <a:ext uri="{FF2B5EF4-FFF2-40B4-BE49-F238E27FC236}">
                <a16:creationId xmlns:a16="http://schemas.microsoft.com/office/drawing/2014/main" id="{B7EC6C88-7A48-7E28-BA4C-CE7B2968DEA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09480" y="221040"/>
            <a:ext cx="10972440" cy="1250280"/>
          </a:xfrm>
        </p:spPr>
        <p:txBody>
          <a:bodyPr/>
          <a:lstStyle>
            <a:lvl1pPr hangingPunct="0">
              <a:defRPr>
                <a:latin typeface="Liberation Sans" pitchFamily="18"/>
                <a:ea typeface="Noto Sans CJK SC" pitchFamily="2"/>
                <a:cs typeface="FreeSans" pitchFamily="2"/>
              </a:defRPr>
            </a:lvl1pPr>
          </a:lstStyle>
          <a:p>
            <a:pPr lvl="0"/>
            <a:endParaRPr lang="ru-RU"/>
          </a:p>
        </p:txBody>
      </p:sp>
      <p:sp>
        <p:nvSpPr>
          <p:cNvPr id="3" name="PlaceHolder 2">
            <a:extLst>
              <a:ext uri="{FF2B5EF4-FFF2-40B4-BE49-F238E27FC236}">
                <a16:creationId xmlns:a16="http://schemas.microsoft.com/office/drawing/2014/main" id="{6C4E6B44-3C53-845B-B5B6-E458E2A37494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609480" y="1604520"/>
            <a:ext cx="5354280" cy="3977279"/>
          </a:xfrm>
        </p:spPr>
        <p:txBody>
          <a:bodyPr anchor="t" anchorCtr="0">
            <a:normAutofit/>
          </a:bodyPr>
          <a:lstStyle>
            <a:lvl1pPr hangingPunct="0">
              <a:defRPr>
                <a:latin typeface="Liberation Sans" pitchFamily="18"/>
                <a:ea typeface="Noto Sans CJK SC" pitchFamily="2"/>
                <a:cs typeface="FreeSans" pitchFamily="2"/>
              </a:defRPr>
            </a:lvl1pPr>
          </a:lstStyle>
          <a:p>
            <a:pPr lvl="0"/>
            <a:endParaRPr lang="ru-RU"/>
          </a:p>
        </p:txBody>
      </p:sp>
      <p:sp>
        <p:nvSpPr>
          <p:cNvPr id="4" name="PlaceHolder 3">
            <a:extLst>
              <a:ext uri="{FF2B5EF4-FFF2-40B4-BE49-F238E27FC236}">
                <a16:creationId xmlns:a16="http://schemas.microsoft.com/office/drawing/2014/main" id="{A2921749-74B8-570F-5290-670FD4970080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6231960" y="1604520"/>
            <a:ext cx="5354280" cy="3977279"/>
          </a:xfrm>
        </p:spPr>
        <p:txBody>
          <a:bodyPr anchor="t" anchorCtr="0">
            <a:normAutofit/>
          </a:bodyPr>
          <a:lstStyle>
            <a:lvl1pPr hangingPunct="0">
              <a:defRPr>
                <a:latin typeface="Liberation Sans" pitchFamily="18"/>
                <a:ea typeface="Noto Sans CJK SC" pitchFamily="2"/>
                <a:cs typeface="FreeSans" pitchFamily="2"/>
              </a:defRPr>
            </a:lvl1pPr>
          </a:lstStyle>
          <a:p>
            <a:pPr lvl="0"/>
            <a:endParaRPr lang="ru-RU"/>
          </a:p>
        </p:txBody>
      </p:sp>
      <p:sp>
        <p:nvSpPr>
          <p:cNvPr id="5" name="PlaceHolder 4">
            <a:extLst>
              <a:ext uri="{FF2B5EF4-FFF2-40B4-BE49-F238E27FC236}">
                <a16:creationId xmlns:a16="http://schemas.microsoft.com/office/drawing/2014/main" id="{78AE8604-3684-ED3B-5A38-95A359EB00CD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3EEE111F-884D-984E-B909-3837CF6A87AB}" type="slidenum"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74472359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>
            <a:extLst>
              <a:ext uri="{FF2B5EF4-FFF2-40B4-BE49-F238E27FC236}">
                <a16:creationId xmlns:a16="http://schemas.microsoft.com/office/drawing/2014/main" id="{F7714856-B401-0E9D-BF21-4396A8B23C1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09480" y="221040"/>
            <a:ext cx="10972440" cy="1250280"/>
          </a:xfrm>
        </p:spPr>
        <p:txBody>
          <a:bodyPr/>
          <a:lstStyle>
            <a:lvl1pPr hangingPunct="0">
              <a:defRPr>
                <a:latin typeface="Liberation Sans" pitchFamily="18"/>
                <a:ea typeface="Noto Sans CJK SC" pitchFamily="2"/>
                <a:cs typeface="FreeSans" pitchFamily="2"/>
              </a:defRPr>
            </a:lvl1pPr>
          </a:lstStyle>
          <a:p>
            <a:pPr lvl="0"/>
            <a:endParaRPr lang="ru-RU"/>
          </a:p>
        </p:txBody>
      </p:sp>
      <p:sp>
        <p:nvSpPr>
          <p:cNvPr id="3" name="PlaceHolder 2">
            <a:extLst>
              <a:ext uri="{FF2B5EF4-FFF2-40B4-BE49-F238E27FC236}">
                <a16:creationId xmlns:a16="http://schemas.microsoft.com/office/drawing/2014/main" id="{33C685FA-9BCA-A6A6-6A73-13A56F6D9B77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9D095A59-5C17-884B-92D0-09DC8333E183}" type="slidenum"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50703142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>
            <a:extLst>
              <a:ext uri="{FF2B5EF4-FFF2-40B4-BE49-F238E27FC236}">
                <a16:creationId xmlns:a16="http://schemas.microsoft.com/office/drawing/2014/main" id="{319C1B79-F730-EA1E-1516-4D209EB7F645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609480" y="273600"/>
            <a:ext cx="10972440" cy="5307839"/>
          </a:xfrm>
        </p:spPr>
        <p:txBody>
          <a:bodyPr anchor="ctr" anchorCtr="1">
            <a:noAutofit/>
          </a:bodyPr>
          <a:lstStyle>
            <a:lvl1pPr marL="0" indent="0" algn="ctr" hangingPunct="0">
              <a:buNone/>
              <a:defRPr>
                <a:latin typeface="Liberation Sans" pitchFamily="18"/>
                <a:ea typeface="Noto Sans CJK SC" pitchFamily="2"/>
                <a:cs typeface="FreeSans" pitchFamily="2"/>
              </a:defRPr>
            </a:lvl1pPr>
          </a:lstStyle>
          <a:p>
            <a:pPr lvl="0"/>
            <a:endParaRPr lang="ru-RU"/>
          </a:p>
        </p:txBody>
      </p:sp>
      <p:sp>
        <p:nvSpPr>
          <p:cNvPr id="3" name="PlaceHolder 2">
            <a:extLst>
              <a:ext uri="{FF2B5EF4-FFF2-40B4-BE49-F238E27FC236}">
                <a16:creationId xmlns:a16="http://schemas.microsoft.com/office/drawing/2014/main" id="{96C92580-0C90-C10C-71B0-649BCD2AF10D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056A1E6E-AC47-904A-9B7D-09C16CFBE2E5}" type="slidenum"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78223583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_2c_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>
            <a:extLst>
              <a:ext uri="{FF2B5EF4-FFF2-40B4-BE49-F238E27FC236}">
                <a16:creationId xmlns:a16="http://schemas.microsoft.com/office/drawing/2014/main" id="{9F28468E-5567-F6DA-4E2F-79AB6DFF66D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09480" y="221040"/>
            <a:ext cx="10972440" cy="1250280"/>
          </a:xfrm>
        </p:spPr>
        <p:txBody>
          <a:bodyPr/>
          <a:lstStyle>
            <a:lvl1pPr hangingPunct="0">
              <a:defRPr>
                <a:latin typeface="Liberation Sans" pitchFamily="18"/>
                <a:ea typeface="Noto Sans CJK SC" pitchFamily="2"/>
                <a:cs typeface="FreeSans" pitchFamily="2"/>
              </a:defRPr>
            </a:lvl1pPr>
          </a:lstStyle>
          <a:p>
            <a:pPr lvl="0"/>
            <a:endParaRPr lang="ru-RU"/>
          </a:p>
        </p:txBody>
      </p:sp>
      <p:sp>
        <p:nvSpPr>
          <p:cNvPr id="3" name="PlaceHolder 2">
            <a:extLst>
              <a:ext uri="{FF2B5EF4-FFF2-40B4-BE49-F238E27FC236}">
                <a16:creationId xmlns:a16="http://schemas.microsoft.com/office/drawing/2014/main" id="{EF1EED9C-59EA-3013-8A12-82CE20719A80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609480" y="1604520"/>
            <a:ext cx="5354280" cy="1896840"/>
          </a:xfrm>
        </p:spPr>
        <p:txBody>
          <a:bodyPr anchor="t" anchorCtr="0">
            <a:normAutofit/>
          </a:bodyPr>
          <a:lstStyle>
            <a:lvl1pPr hangingPunct="0">
              <a:defRPr>
                <a:latin typeface="Liberation Sans" pitchFamily="18"/>
                <a:ea typeface="Noto Sans CJK SC" pitchFamily="2"/>
                <a:cs typeface="FreeSans" pitchFamily="2"/>
              </a:defRPr>
            </a:lvl1pPr>
          </a:lstStyle>
          <a:p>
            <a:pPr lvl="0"/>
            <a:endParaRPr lang="ru-RU"/>
          </a:p>
        </p:txBody>
      </p:sp>
      <p:sp>
        <p:nvSpPr>
          <p:cNvPr id="4" name="PlaceHolder 3">
            <a:extLst>
              <a:ext uri="{FF2B5EF4-FFF2-40B4-BE49-F238E27FC236}">
                <a16:creationId xmlns:a16="http://schemas.microsoft.com/office/drawing/2014/main" id="{27B125F5-C516-F8D3-A558-B30353332CD5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6231960" y="1604520"/>
            <a:ext cx="5354280" cy="3977279"/>
          </a:xfrm>
        </p:spPr>
        <p:txBody>
          <a:bodyPr anchor="t" anchorCtr="0">
            <a:normAutofit/>
          </a:bodyPr>
          <a:lstStyle>
            <a:lvl1pPr hangingPunct="0">
              <a:defRPr>
                <a:latin typeface="Liberation Sans" pitchFamily="18"/>
                <a:ea typeface="Noto Sans CJK SC" pitchFamily="2"/>
                <a:cs typeface="FreeSans" pitchFamily="2"/>
              </a:defRPr>
            </a:lvl1pPr>
          </a:lstStyle>
          <a:p>
            <a:pPr lvl="0"/>
            <a:endParaRPr lang="ru-RU"/>
          </a:p>
        </p:txBody>
      </p:sp>
      <p:sp>
        <p:nvSpPr>
          <p:cNvPr id="5" name="PlaceHolder 4">
            <a:extLst>
              <a:ext uri="{FF2B5EF4-FFF2-40B4-BE49-F238E27FC236}">
                <a16:creationId xmlns:a16="http://schemas.microsoft.com/office/drawing/2014/main" id="{CB5C92C7-94D5-65D0-CA26-5DD9C1C8B99C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609480" y="3682079"/>
            <a:ext cx="5354280" cy="1896840"/>
          </a:xfrm>
        </p:spPr>
        <p:txBody>
          <a:bodyPr anchor="t" anchorCtr="0">
            <a:normAutofit/>
          </a:bodyPr>
          <a:lstStyle>
            <a:lvl1pPr hangingPunct="0">
              <a:defRPr>
                <a:latin typeface="Liberation Sans" pitchFamily="18"/>
                <a:ea typeface="Noto Sans CJK SC" pitchFamily="2"/>
                <a:cs typeface="FreeSans" pitchFamily="2"/>
              </a:defRPr>
            </a:lvl1pPr>
          </a:lstStyle>
          <a:p>
            <a:pPr lvl="0"/>
            <a:endParaRPr lang="ru-RU"/>
          </a:p>
        </p:txBody>
      </p:sp>
      <p:sp>
        <p:nvSpPr>
          <p:cNvPr id="6" name="PlaceHolder 5">
            <a:extLst>
              <a:ext uri="{FF2B5EF4-FFF2-40B4-BE49-F238E27FC236}">
                <a16:creationId xmlns:a16="http://schemas.microsoft.com/office/drawing/2014/main" id="{5FDCFC2B-275C-6998-5A2F-B6239E6B9C3A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F4916550-59DD-1A4F-BC36-82F4AA20A51C}" type="slidenum"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07382658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>
            <a:extLst>
              <a:ext uri="{FF2B5EF4-FFF2-40B4-BE49-F238E27FC236}">
                <a16:creationId xmlns:a16="http://schemas.microsoft.com/office/drawing/2014/main" id="{BC11D9C8-C569-CD86-1D59-18B00712184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09480" y="221040"/>
            <a:ext cx="10972440" cy="1250280"/>
          </a:xfrm>
        </p:spPr>
        <p:txBody>
          <a:bodyPr/>
          <a:lstStyle>
            <a:lvl1pPr hangingPunct="0">
              <a:defRPr>
                <a:latin typeface="Liberation Sans" pitchFamily="18"/>
                <a:ea typeface="Noto Sans CJK SC" pitchFamily="2"/>
                <a:cs typeface="FreeSans" pitchFamily="2"/>
              </a:defRPr>
            </a:lvl1pPr>
          </a:lstStyle>
          <a:p>
            <a:pPr lvl="0"/>
            <a:endParaRPr lang="ru-RU"/>
          </a:p>
        </p:txBody>
      </p:sp>
      <p:sp>
        <p:nvSpPr>
          <p:cNvPr id="3" name="PlaceHolder 2">
            <a:extLst>
              <a:ext uri="{FF2B5EF4-FFF2-40B4-BE49-F238E27FC236}">
                <a16:creationId xmlns:a16="http://schemas.microsoft.com/office/drawing/2014/main" id="{712BDCEB-065F-8245-CB59-A448484AED33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609480" y="1604520"/>
            <a:ext cx="5354280" cy="3977279"/>
          </a:xfrm>
        </p:spPr>
        <p:txBody>
          <a:bodyPr anchor="t" anchorCtr="0">
            <a:normAutofit/>
          </a:bodyPr>
          <a:lstStyle>
            <a:lvl1pPr hangingPunct="0">
              <a:defRPr>
                <a:latin typeface="Liberation Sans" pitchFamily="18"/>
                <a:ea typeface="Noto Sans CJK SC" pitchFamily="2"/>
                <a:cs typeface="FreeSans" pitchFamily="2"/>
              </a:defRPr>
            </a:lvl1pPr>
          </a:lstStyle>
          <a:p>
            <a:pPr lvl="0"/>
            <a:endParaRPr lang="ru-RU"/>
          </a:p>
        </p:txBody>
      </p:sp>
      <p:sp>
        <p:nvSpPr>
          <p:cNvPr id="4" name="PlaceHolder 3">
            <a:extLst>
              <a:ext uri="{FF2B5EF4-FFF2-40B4-BE49-F238E27FC236}">
                <a16:creationId xmlns:a16="http://schemas.microsoft.com/office/drawing/2014/main" id="{5EE82847-35AC-67E7-D8F9-EF1F0622EBFB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6231960" y="1604520"/>
            <a:ext cx="5354280" cy="1896840"/>
          </a:xfrm>
        </p:spPr>
        <p:txBody>
          <a:bodyPr anchor="t" anchorCtr="0">
            <a:normAutofit/>
          </a:bodyPr>
          <a:lstStyle>
            <a:lvl1pPr hangingPunct="0">
              <a:defRPr>
                <a:latin typeface="Liberation Sans" pitchFamily="18"/>
                <a:ea typeface="Noto Sans CJK SC" pitchFamily="2"/>
                <a:cs typeface="FreeSans" pitchFamily="2"/>
              </a:defRPr>
            </a:lvl1pPr>
          </a:lstStyle>
          <a:p>
            <a:pPr lvl="0"/>
            <a:endParaRPr lang="ru-RU"/>
          </a:p>
        </p:txBody>
      </p:sp>
      <p:sp>
        <p:nvSpPr>
          <p:cNvPr id="5" name="PlaceHolder 4">
            <a:extLst>
              <a:ext uri="{FF2B5EF4-FFF2-40B4-BE49-F238E27FC236}">
                <a16:creationId xmlns:a16="http://schemas.microsoft.com/office/drawing/2014/main" id="{159702AE-EC12-D7F6-D138-824CE483D150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6231960" y="3682079"/>
            <a:ext cx="5354280" cy="1896840"/>
          </a:xfrm>
        </p:spPr>
        <p:txBody>
          <a:bodyPr anchor="t" anchorCtr="0">
            <a:normAutofit/>
          </a:bodyPr>
          <a:lstStyle>
            <a:lvl1pPr hangingPunct="0">
              <a:defRPr>
                <a:latin typeface="Liberation Sans" pitchFamily="18"/>
                <a:ea typeface="Noto Sans CJK SC" pitchFamily="2"/>
                <a:cs typeface="FreeSans" pitchFamily="2"/>
              </a:defRPr>
            </a:lvl1pPr>
          </a:lstStyle>
          <a:p>
            <a:pPr lvl="0"/>
            <a:endParaRPr lang="ru-RU"/>
          </a:p>
        </p:txBody>
      </p:sp>
      <p:sp>
        <p:nvSpPr>
          <p:cNvPr id="6" name="PlaceHolder 5">
            <a:extLst>
              <a:ext uri="{FF2B5EF4-FFF2-40B4-BE49-F238E27FC236}">
                <a16:creationId xmlns:a16="http://schemas.microsoft.com/office/drawing/2014/main" id="{73DB0D72-2A13-29FF-4F74-38E18F13053B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4DAE0A9F-FBE6-0F45-B13C-AF239E50EEE6}" type="slidenum"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25871123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_2c_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>
            <a:extLst>
              <a:ext uri="{FF2B5EF4-FFF2-40B4-BE49-F238E27FC236}">
                <a16:creationId xmlns:a16="http://schemas.microsoft.com/office/drawing/2014/main" id="{A1006078-F04D-2687-E331-D7EF7E1B348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09480" y="221040"/>
            <a:ext cx="10972440" cy="1250280"/>
          </a:xfrm>
        </p:spPr>
        <p:txBody>
          <a:bodyPr/>
          <a:lstStyle>
            <a:lvl1pPr hangingPunct="0">
              <a:defRPr>
                <a:latin typeface="Liberation Sans" pitchFamily="18"/>
                <a:ea typeface="Noto Sans CJK SC" pitchFamily="2"/>
                <a:cs typeface="FreeSans" pitchFamily="2"/>
              </a:defRPr>
            </a:lvl1pPr>
          </a:lstStyle>
          <a:p>
            <a:pPr lvl="0"/>
            <a:endParaRPr lang="ru-RU"/>
          </a:p>
        </p:txBody>
      </p:sp>
      <p:sp>
        <p:nvSpPr>
          <p:cNvPr id="3" name="PlaceHolder 2">
            <a:extLst>
              <a:ext uri="{FF2B5EF4-FFF2-40B4-BE49-F238E27FC236}">
                <a16:creationId xmlns:a16="http://schemas.microsoft.com/office/drawing/2014/main" id="{C096C389-061B-F83C-BC81-33076369F2FC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609480" y="1604520"/>
            <a:ext cx="5354280" cy="1896840"/>
          </a:xfrm>
        </p:spPr>
        <p:txBody>
          <a:bodyPr anchor="t" anchorCtr="0">
            <a:normAutofit/>
          </a:bodyPr>
          <a:lstStyle>
            <a:lvl1pPr hangingPunct="0">
              <a:defRPr>
                <a:latin typeface="Liberation Sans" pitchFamily="18"/>
                <a:ea typeface="Noto Sans CJK SC" pitchFamily="2"/>
                <a:cs typeface="FreeSans" pitchFamily="2"/>
              </a:defRPr>
            </a:lvl1pPr>
          </a:lstStyle>
          <a:p>
            <a:pPr lvl="0"/>
            <a:endParaRPr lang="ru-RU"/>
          </a:p>
        </p:txBody>
      </p:sp>
      <p:sp>
        <p:nvSpPr>
          <p:cNvPr id="4" name="PlaceHolder 3">
            <a:extLst>
              <a:ext uri="{FF2B5EF4-FFF2-40B4-BE49-F238E27FC236}">
                <a16:creationId xmlns:a16="http://schemas.microsoft.com/office/drawing/2014/main" id="{168158A9-7EB7-FAFF-95ED-BB6469B0F426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6231960" y="1604520"/>
            <a:ext cx="5354280" cy="1896840"/>
          </a:xfrm>
        </p:spPr>
        <p:txBody>
          <a:bodyPr anchor="t" anchorCtr="0">
            <a:normAutofit/>
          </a:bodyPr>
          <a:lstStyle>
            <a:lvl1pPr hangingPunct="0">
              <a:defRPr>
                <a:latin typeface="Liberation Sans" pitchFamily="18"/>
                <a:ea typeface="Noto Sans CJK SC" pitchFamily="2"/>
                <a:cs typeface="FreeSans" pitchFamily="2"/>
              </a:defRPr>
            </a:lvl1pPr>
          </a:lstStyle>
          <a:p>
            <a:pPr lvl="0"/>
            <a:endParaRPr lang="ru-RU"/>
          </a:p>
        </p:txBody>
      </p:sp>
      <p:sp>
        <p:nvSpPr>
          <p:cNvPr id="5" name="PlaceHolder 4">
            <a:extLst>
              <a:ext uri="{FF2B5EF4-FFF2-40B4-BE49-F238E27FC236}">
                <a16:creationId xmlns:a16="http://schemas.microsoft.com/office/drawing/2014/main" id="{AE3E5926-F4AA-D6A6-5559-D44C697FEC1E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609480" y="3682079"/>
            <a:ext cx="10972440" cy="1896840"/>
          </a:xfrm>
        </p:spPr>
        <p:txBody>
          <a:bodyPr anchor="t" anchorCtr="0">
            <a:normAutofit/>
          </a:bodyPr>
          <a:lstStyle>
            <a:lvl1pPr hangingPunct="0">
              <a:defRPr>
                <a:latin typeface="Liberation Sans" pitchFamily="18"/>
                <a:ea typeface="Noto Sans CJK SC" pitchFamily="2"/>
                <a:cs typeface="FreeSans" pitchFamily="2"/>
              </a:defRPr>
            </a:lvl1pPr>
          </a:lstStyle>
          <a:p>
            <a:pPr lvl="0"/>
            <a:endParaRPr lang="ru-RU"/>
          </a:p>
        </p:txBody>
      </p:sp>
      <p:sp>
        <p:nvSpPr>
          <p:cNvPr id="6" name="PlaceHolder 5">
            <a:extLst>
              <a:ext uri="{FF2B5EF4-FFF2-40B4-BE49-F238E27FC236}">
                <a16:creationId xmlns:a16="http://schemas.microsoft.com/office/drawing/2014/main" id="{DE75B0C9-0A7D-CD76-7A6B-D8586C3488BC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9F707A03-B4DE-864B-8D95-9BD02F407B92}" type="slidenum"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03838545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_2c_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>
            <a:extLst>
              <a:ext uri="{FF2B5EF4-FFF2-40B4-BE49-F238E27FC236}">
                <a16:creationId xmlns:a16="http://schemas.microsoft.com/office/drawing/2014/main" id="{0EA10B66-1800-1C53-B0EA-74EDC452E3A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09480" y="221040"/>
            <a:ext cx="10972440" cy="1250280"/>
          </a:xfrm>
        </p:spPr>
        <p:txBody>
          <a:bodyPr/>
          <a:lstStyle>
            <a:lvl1pPr hangingPunct="0">
              <a:defRPr>
                <a:latin typeface="Liberation Sans" pitchFamily="18"/>
                <a:ea typeface="Noto Sans CJK SC" pitchFamily="2"/>
                <a:cs typeface="FreeSans" pitchFamily="2"/>
              </a:defRPr>
            </a:lvl1pPr>
          </a:lstStyle>
          <a:p>
            <a:pPr lvl="0"/>
            <a:endParaRPr lang="ru-RU"/>
          </a:p>
        </p:txBody>
      </p:sp>
      <p:sp>
        <p:nvSpPr>
          <p:cNvPr id="3" name="PlaceHolder 2">
            <a:extLst>
              <a:ext uri="{FF2B5EF4-FFF2-40B4-BE49-F238E27FC236}">
                <a16:creationId xmlns:a16="http://schemas.microsoft.com/office/drawing/2014/main" id="{83C22111-6714-C601-1881-8941FD762236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609480" y="1604520"/>
            <a:ext cx="10972440" cy="1896840"/>
          </a:xfrm>
        </p:spPr>
        <p:txBody>
          <a:bodyPr anchor="t" anchorCtr="0">
            <a:normAutofit/>
          </a:bodyPr>
          <a:lstStyle>
            <a:lvl1pPr hangingPunct="0">
              <a:defRPr>
                <a:latin typeface="Liberation Sans" pitchFamily="18"/>
                <a:ea typeface="Noto Sans CJK SC" pitchFamily="2"/>
                <a:cs typeface="FreeSans" pitchFamily="2"/>
              </a:defRPr>
            </a:lvl1pPr>
          </a:lstStyle>
          <a:p>
            <a:pPr lvl="0"/>
            <a:endParaRPr lang="ru-RU"/>
          </a:p>
        </p:txBody>
      </p:sp>
      <p:sp>
        <p:nvSpPr>
          <p:cNvPr id="4" name="PlaceHolder 3">
            <a:extLst>
              <a:ext uri="{FF2B5EF4-FFF2-40B4-BE49-F238E27FC236}">
                <a16:creationId xmlns:a16="http://schemas.microsoft.com/office/drawing/2014/main" id="{47DE14CD-BCAD-C024-85A8-A9C79D89E604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609480" y="3682079"/>
            <a:ext cx="10972440" cy="1896840"/>
          </a:xfrm>
        </p:spPr>
        <p:txBody>
          <a:bodyPr anchor="t" anchorCtr="0">
            <a:normAutofit/>
          </a:bodyPr>
          <a:lstStyle>
            <a:lvl1pPr hangingPunct="0">
              <a:defRPr>
                <a:latin typeface="Liberation Sans" pitchFamily="18"/>
                <a:ea typeface="Noto Sans CJK SC" pitchFamily="2"/>
                <a:cs typeface="FreeSans" pitchFamily="2"/>
              </a:defRPr>
            </a:lvl1pPr>
          </a:lstStyle>
          <a:p>
            <a:pPr lvl="0"/>
            <a:endParaRPr lang="ru-RU"/>
          </a:p>
        </p:txBody>
      </p:sp>
      <p:sp>
        <p:nvSpPr>
          <p:cNvPr id="5" name="PlaceHolder 4">
            <a:extLst>
              <a:ext uri="{FF2B5EF4-FFF2-40B4-BE49-F238E27FC236}">
                <a16:creationId xmlns:a16="http://schemas.microsoft.com/office/drawing/2014/main" id="{8B1FA8A8-B98E-EA94-7863-BED1E0C656FA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A87CEDCD-FE66-A046-82D3-4B96EB45E50D}" type="slidenum"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91871298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_2c_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>
            <a:extLst>
              <a:ext uri="{FF2B5EF4-FFF2-40B4-BE49-F238E27FC236}">
                <a16:creationId xmlns:a16="http://schemas.microsoft.com/office/drawing/2014/main" id="{AA4D09CC-7528-52E6-A5DE-A40B3A353A9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09480" y="221040"/>
            <a:ext cx="10972440" cy="1250280"/>
          </a:xfrm>
        </p:spPr>
        <p:txBody>
          <a:bodyPr/>
          <a:lstStyle>
            <a:lvl1pPr hangingPunct="0">
              <a:defRPr>
                <a:latin typeface="Liberation Sans" pitchFamily="18"/>
                <a:ea typeface="Noto Sans CJK SC" pitchFamily="2"/>
                <a:cs typeface="FreeSans" pitchFamily="2"/>
              </a:defRPr>
            </a:lvl1pPr>
          </a:lstStyle>
          <a:p>
            <a:pPr lvl="0"/>
            <a:endParaRPr lang="ru-RU"/>
          </a:p>
        </p:txBody>
      </p:sp>
      <p:sp>
        <p:nvSpPr>
          <p:cNvPr id="3" name="PlaceHolder 2">
            <a:extLst>
              <a:ext uri="{FF2B5EF4-FFF2-40B4-BE49-F238E27FC236}">
                <a16:creationId xmlns:a16="http://schemas.microsoft.com/office/drawing/2014/main" id="{EBF1E0A0-CBD2-B586-E1CE-34A553E99DCD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609480" y="1604520"/>
            <a:ext cx="5354280" cy="1896840"/>
          </a:xfrm>
        </p:spPr>
        <p:txBody>
          <a:bodyPr anchor="t" anchorCtr="0">
            <a:normAutofit/>
          </a:bodyPr>
          <a:lstStyle>
            <a:lvl1pPr hangingPunct="0">
              <a:defRPr>
                <a:latin typeface="Liberation Sans" pitchFamily="18"/>
                <a:ea typeface="Noto Sans CJK SC" pitchFamily="2"/>
                <a:cs typeface="FreeSans" pitchFamily="2"/>
              </a:defRPr>
            </a:lvl1pPr>
          </a:lstStyle>
          <a:p>
            <a:pPr lvl="0"/>
            <a:endParaRPr lang="ru-RU"/>
          </a:p>
        </p:txBody>
      </p:sp>
      <p:sp>
        <p:nvSpPr>
          <p:cNvPr id="4" name="PlaceHolder 3">
            <a:extLst>
              <a:ext uri="{FF2B5EF4-FFF2-40B4-BE49-F238E27FC236}">
                <a16:creationId xmlns:a16="http://schemas.microsoft.com/office/drawing/2014/main" id="{E84A81D9-959B-3946-1FF4-58E99751AAA2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6231960" y="1604520"/>
            <a:ext cx="5354280" cy="1896840"/>
          </a:xfrm>
        </p:spPr>
        <p:txBody>
          <a:bodyPr anchor="t" anchorCtr="0">
            <a:normAutofit/>
          </a:bodyPr>
          <a:lstStyle>
            <a:lvl1pPr hangingPunct="0">
              <a:defRPr>
                <a:latin typeface="Liberation Sans" pitchFamily="18"/>
                <a:ea typeface="Noto Sans CJK SC" pitchFamily="2"/>
                <a:cs typeface="FreeSans" pitchFamily="2"/>
              </a:defRPr>
            </a:lvl1pPr>
          </a:lstStyle>
          <a:p>
            <a:pPr lvl="0"/>
            <a:endParaRPr lang="ru-RU"/>
          </a:p>
        </p:txBody>
      </p:sp>
      <p:sp>
        <p:nvSpPr>
          <p:cNvPr id="5" name="PlaceHolder 4">
            <a:extLst>
              <a:ext uri="{FF2B5EF4-FFF2-40B4-BE49-F238E27FC236}">
                <a16:creationId xmlns:a16="http://schemas.microsoft.com/office/drawing/2014/main" id="{F8F3AD70-9051-0D43-ACEC-0F2097EB09FA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609480" y="3682079"/>
            <a:ext cx="5354280" cy="1896840"/>
          </a:xfrm>
        </p:spPr>
        <p:txBody>
          <a:bodyPr anchor="t" anchorCtr="0">
            <a:normAutofit/>
          </a:bodyPr>
          <a:lstStyle>
            <a:lvl1pPr hangingPunct="0">
              <a:defRPr>
                <a:latin typeface="Liberation Sans" pitchFamily="18"/>
                <a:ea typeface="Noto Sans CJK SC" pitchFamily="2"/>
                <a:cs typeface="FreeSans" pitchFamily="2"/>
              </a:defRPr>
            </a:lvl1pPr>
          </a:lstStyle>
          <a:p>
            <a:pPr lvl="0"/>
            <a:endParaRPr lang="ru-RU"/>
          </a:p>
        </p:txBody>
      </p:sp>
      <p:sp>
        <p:nvSpPr>
          <p:cNvPr id="6" name="PlaceHolder 5">
            <a:extLst>
              <a:ext uri="{FF2B5EF4-FFF2-40B4-BE49-F238E27FC236}">
                <a16:creationId xmlns:a16="http://schemas.microsoft.com/office/drawing/2014/main" id="{96C69177-8F3C-5FC6-866F-D280490A4688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6231960" y="3682079"/>
            <a:ext cx="5354280" cy="1896840"/>
          </a:xfrm>
        </p:spPr>
        <p:txBody>
          <a:bodyPr anchor="t" anchorCtr="0">
            <a:normAutofit/>
          </a:bodyPr>
          <a:lstStyle>
            <a:lvl1pPr hangingPunct="0">
              <a:defRPr>
                <a:latin typeface="Liberation Sans" pitchFamily="18"/>
                <a:ea typeface="Noto Sans CJK SC" pitchFamily="2"/>
                <a:cs typeface="FreeSans" pitchFamily="2"/>
              </a:defRPr>
            </a:lvl1pPr>
          </a:lstStyle>
          <a:p>
            <a:pPr lvl="0"/>
            <a:endParaRPr lang="ru-RU"/>
          </a:p>
        </p:txBody>
      </p:sp>
      <p:sp>
        <p:nvSpPr>
          <p:cNvPr id="7" name="PlaceHolder 6">
            <a:extLst>
              <a:ext uri="{FF2B5EF4-FFF2-40B4-BE49-F238E27FC236}">
                <a16:creationId xmlns:a16="http://schemas.microsoft.com/office/drawing/2014/main" id="{CB34EBAC-3AE4-890E-E68C-21BA3E5DB092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C70BB0EC-411E-A349-8CB7-5FE6FDCE1FB4}" type="slidenum"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71729418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_2c_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>
            <a:extLst>
              <a:ext uri="{FF2B5EF4-FFF2-40B4-BE49-F238E27FC236}">
                <a16:creationId xmlns:a16="http://schemas.microsoft.com/office/drawing/2014/main" id="{3D101275-DE21-7CBF-BBEC-7A144B2E2317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609480" y="221040"/>
            <a:ext cx="10972440" cy="1250280"/>
          </a:xfrm>
        </p:spPr>
        <p:txBody>
          <a:bodyPr/>
          <a:lstStyle>
            <a:lvl1pPr hangingPunct="0">
              <a:defRPr>
                <a:latin typeface="Liberation Sans" pitchFamily="18"/>
                <a:ea typeface="Noto Sans CJK SC" pitchFamily="2"/>
                <a:cs typeface="FreeSans" pitchFamily="2"/>
              </a:defRPr>
            </a:lvl1pPr>
          </a:lstStyle>
          <a:p>
            <a:pPr lvl="0"/>
            <a:endParaRPr lang="ru-RU"/>
          </a:p>
        </p:txBody>
      </p:sp>
      <p:sp>
        <p:nvSpPr>
          <p:cNvPr id="3" name="PlaceHolder 2">
            <a:extLst>
              <a:ext uri="{FF2B5EF4-FFF2-40B4-BE49-F238E27FC236}">
                <a16:creationId xmlns:a16="http://schemas.microsoft.com/office/drawing/2014/main" id="{803B8D3E-998E-1C93-E0F4-F250C318D41E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609480" y="1604520"/>
            <a:ext cx="3533040" cy="1896840"/>
          </a:xfrm>
        </p:spPr>
        <p:txBody>
          <a:bodyPr anchor="t" anchorCtr="0">
            <a:normAutofit/>
          </a:bodyPr>
          <a:lstStyle>
            <a:lvl1pPr hangingPunct="0">
              <a:defRPr>
                <a:latin typeface="Liberation Sans" pitchFamily="18"/>
                <a:ea typeface="Noto Sans CJK SC" pitchFamily="2"/>
                <a:cs typeface="FreeSans" pitchFamily="2"/>
              </a:defRPr>
            </a:lvl1pPr>
          </a:lstStyle>
          <a:p>
            <a:pPr lvl="0"/>
            <a:endParaRPr lang="ru-RU"/>
          </a:p>
        </p:txBody>
      </p:sp>
      <p:sp>
        <p:nvSpPr>
          <p:cNvPr id="4" name="PlaceHolder 3">
            <a:extLst>
              <a:ext uri="{FF2B5EF4-FFF2-40B4-BE49-F238E27FC236}">
                <a16:creationId xmlns:a16="http://schemas.microsoft.com/office/drawing/2014/main" id="{D26346D5-2A3C-B0A1-77A0-41A29E6413C4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4319640" y="1604520"/>
            <a:ext cx="3533040" cy="1896840"/>
          </a:xfrm>
        </p:spPr>
        <p:txBody>
          <a:bodyPr anchor="t" anchorCtr="0">
            <a:normAutofit/>
          </a:bodyPr>
          <a:lstStyle>
            <a:lvl1pPr hangingPunct="0">
              <a:defRPr>
                <a:latin typeface="Liberation Sans" pitchFamily="18"/>
                <a:ea typeface="Noto Sans CJK SC" pitchFamily="2"/>
                <a:cs typeface="FreeSans" pitchFamily="2"/>
              </a:defRPr>
            </a:lvl1pPr>
          </a:lstStyle>
          <a:p>
            <a:pPr lvl="0"/>
            <a:endParaRPr lang="ru-RU"/>
          </a:p>
        </p:txBody>
      </p:sp>
      <p:sp>
        <p:nvSpPr>
          <p:cNvPr id="5" name="PlaceHolder 4">
            <a:extLst>
              <a:ext uri="{FF2B5EF4-FFF2-40B4-BE49-F238E27FC236}">
                <a16:creationId xmlns:a16="http://schemas.microsoft.com/office/drawing/2014/main" id="{A9DB0C06-4EAF-6910-8457-EF2D7A67F8D4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8029800" y="1604520"/>
            <a:ext cx="3533040" cy="1896840"/>
          </a:xfrm>
        </p:spPr>
        <p:txBody>
          <a:bodyPr anchor="t" anchorCtr="0">
            <a:normAutofit/>
          </a:bodyPr>
          <a:lstStyle>
            <a:lvl1pPr hangingPunct="0">
              <a:defRPr>
                <a:latin typeface="Liberation Sans" pitchFamily="18"/>
                <a:ea typeface="Noto Sans CJK SC" pitchFamily="2"/>
                <a:cs typeface="FreeSans" pitchFamily="2"/>
              </a:defRPr>
            </a:lvl1pPr>
          </a:lstStyle>
          <a:p>
            <a:pPr lvl="0"/>
            <a:endParaRPr lang="ru-RU"/>
          </a:p>
        </p:txBody>
      </p:sp>
      <p:sp>
        <p:nvSpPr>
          <p:cNvPr id="6" name="PlaceHolder 5">
            <a:extLst>
              <a:ext uri="{FF2B5EF4-FFF2-40B4-BE49-F238E27FC236}">
                <a16:creationId xmlns:a16="http://schemas.microsoft.com/office/drawing/2014/main" id="{10E8E0A9-F87B-AF18-F028-BAE5C92B09CA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609480" y="3682079"/>
            <a:ext cx="3533040" cy="1896840"/>
          </a:xfrm>
        </p:spPr>
        <p:txBody>
          <a:bodyPr anchor="t" anchorCtr="0">
            <a:normAutofit/>
          </a:bodyPr>
          <a:lstStyle>
            <a:lvl1pPr hangingPunct="0">
              <a:defRPr>
                <a:latin typeface="Liberation Sans" pitchFamily="18"/>
                <a:ea typeface="Noto Sans CJK SC" pitchFamily="2"/>
                <a:cs typeface="FreeSans" pitchFamily="2"/>
              </a:defRPr>
            </a:lvl1pPr>
          </a:lstStyle>
          <a:p>
            <a:pPr lvl="0"/>
            <a:endParaRPr lang="ru-RU"/>
          </a:p>
        </p:txBody>
      </p:sp>
      <p:sp>
        <p:nvSpPr>
          <p:cNvPr id="7" name="PlaceHolder 6">
            <a:extLst>
              <a:ext uri="{FF2B5EF4-FFF2-40B4-BE49-F238E27FC236}">
                <a16:creationId xmlns:a16="http://schemas.microsoft.com/office/drawing/2014/main" id="{2FA0E4A6-DC2E-D369-4778-62AD980AB584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4319640" y="3682079"/>
            <a:ext cx="3533040" cy="1896840"/>
          </a:xfrm>
        </p:spPr>
        <p:txBody>
          <a:bodyPr anchor="t" anchorCtr="0">
            <a:normAutofit/>
          </a:bodyPr>
          <a:lstStyle>
            <a:lvl1pPr hangingPunct="0">
              <a:defRPr>
                <a:latin typeface="Liberation Sans" pitchFamily="18"/>
                <a:ea typeface="Noto Sans CJK SC" pitchFamily="2"/>
                <a:cs typeface="FreeSans" pitchFamily="2"/>
              </a:defRPr>
            </a:lvl1pPr>
          </a:lstStyle>
          <a:p>
            <a:pPr lvl="0"/>
            <a:endParaRPr lang="ru-RU"/>
          </a:p>
        </p:txBody>
      </p:sp>
      <p:sp>
        <p:nvSpPr>
          <p:cNvPr id="8" name="PlaceHolder 7">
            <a:extLst>
              <a:ext uri="{FF2B5EF4-FFF2-40B4-BE49-F238E27FC236}">
                <a16:creationId xmlns:a16="http://schemas.microsoft.com/office/drawing/2014/main" id="{1A314B29-5144-1488-A199-8C9587F61CA2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8029800" y="3682079"/>
            <a:ext cx="3533040" cy="1896840"/>
          </a:xfrm>
        </p:spPr>
        <p:txBody>
          <a:bodyPr anchor="t" anchorCtr="0">
            <a:normAutofit/>
          </a:bodyPr>
          <a:lstStyle>
            <a:lvl1pPr hangingPunct="0">
              <a:defRPr>
                <a:latin typeface="Liberation Sans" pitchFamily="18"/>
                <a:ea typeface="Noto Sans CJK SC" pitchFamily="2"/>
                <a:cs typeface="FreeSans" pitchFamily="2"/>
              </a:defRPr>
            </a:lvl1pPr>
          </a:lstStyle>
          <a:p>
            <a:pPr lvl="0"/>
            <a:endParaRPr lang="ru-RU"/>
          </a:p>
        </p:txBody>
      </p:sp>
      <p:sp>
        <p:nvSpPr>
          <p:cNvPr id="9" name="PlaceHolder 8">
            <a:extLst>
              <a:ext uri="{FF2B5EF4-FFF2-40B4-BE49-F238E27FC236}">
                <a16:creationId xmlns:a16="http://schemas.microsoft.com/office/drawing/2014/main" id="{FAE3C6DF-752A-B8A3-62D7-EB426DA3DECF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FFDACAA9-4771-6440-803B-A5C837EF7687}" type="slidenum"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08612767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>
            <a:extLst>
              <a:ext uri="{FF2B5EF4-FFF2-40B4-BE49-F238E27FC236}">
                <a16:creationId xmlns:a16="http://schemas.microsoft.com/office/drawing/2014/main" id="{64372CC7-DAF1-3E54-69DE-55045529E34B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4C12D659-1C69-AB45-BE0C-4A374772D88B}" type="slidenum">
              <a:t>‹#›</a:t>
            </a:fld>
            <a:endParaRPr lang="ru-RU"/>
          </a:p>
        </p:txBody>
      </p:sp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805CE7E3-D21A-C785-DDDF-45CE41F91753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/>
          <a:lstStyle>
            <a:lvl1pPr hangingPunct="0">
              <a:defRPr>
                <a:latin typeface="Liberation Sans" pitchFamily="18"/>
              </a:defRPr>
            </a:lvl1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F59D3EC0-51CC-B603-2CA4-70DD9E4797C9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/>
        <p:txBody>
          <a:bodyPr/>
          <a:lstStyle>
            <a:lvl1pPr hangingPunct="0">
              <a:spcBef>
                <a:spcPts val="1417"/>
              </a:spcBef>
              <a:defRPr>
                <a:latin typeface="Liberation Sans" pitchFamily="18"/>
              </a:defRPr>
            </a:lvl1pPr>
          </a:lstStyle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90006733"/>
      </p:ext>
    </p:extLst>
  </p:cSld>
  <p:clrMapOvr>
    <a:masterClrMapping/>
  </p:clrMapOvr>
  <p:hf sldNum="0" hdr="0" ftr="0" dt="0"/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>
            <a:extLst>
              <a:ext uri="{FF2B5EF4-FFF2-40B4-BE49-F238E27FC236}">
                <a16:creationId xmlns:a16="http://schemas.microsoft.com/office/drawing/2014/main" id="{0F4C9A75-6FCF-32FA-3AF6-BF8C9359E92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09480" y="221040"/>
            <a:ext cx="10972440" cy="1250280"/>
          </a:xfrm>
        </p:spPr>
        <p:txBody>
          <a:bodyPr/>
          <a:lstStyle>
            <a:lvl1pPr hangingPunct="0">
              <a:defRPr>
                <a:latin typeface="Liberation Sans" pitchFamily="18"/>
                <a:ea typeface="Noto Sans CJK SC" pitchFamily="2"/>
                <a:cs typeface="FreeSans" pitchFamily="2"/>
              </a:defRPr>
            </a:lvl1pPr>
          </a:lstStyle>
          <a:p>
            <a:pPr lvl="0"/>
            <a:endParaRPr lang="ru-RU"/>
          </a:p>
        </p:txBody>
      </p:sp>
      <p:sp>
        <p:nvSpPr>
          <p:cNvPr id="3" name="PlaceHolder 2">
            <a:extLst>
              <a:ext uri="{FF2B5EF4-FFF2-40B4-BE49-F238E27FC236}">
                <a16:creationId xmlns:a16="http://schemas.microsoft.com/office/drawing/2014/main" id="{E9684897-7C28-9B0F-5922-D3B8E75EE3F9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/>
        <p:txBody>
          <a:bodyPr anchor="ctr" anchorCtr="1">
            <a:noAutofit/>
          </a:bodyPr>
          <a:lstStyle>
            <a:lvl1pPr marL="0" indent="0" algn="ctr" hangingPunct="0">
              <a:buNone/>
              <a:defRPr>
                <a:latin typeface="Liberation Sans" pitchFamily="18"/>
                <a:ea typeface="Noto Sans CJK SC" pitchFamily="2"/>
                <a:cs typeface="FreeSans" pitchFamily="2"/>
              </a:defRPr>
            </a:lvl1pPr>
          </a:lstStyle>
          <a:p>
            <a:pPr lvl="0"/>
            <a:endParaRPr lang="ru-RU"/>
          </a:p>
        </p:txBody>
      </p:sp>
      <p:sp>
        <p:nvSpPr>
          <p:cNvPr id="4" name="PlaceHolder 3">
            <a:extLst>
              <a:ext uri="{FF2B5EF4-FFF2-40B4-BE49-F238E27FC236}">
                <a16:creationId xmlns:a16="http://schemas.microsoft.com/office/drawing/2014/main" id="{080F202D-AE31-7A8E-A16D-472F4593C55F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26860951-602B-B849-B439-44E4F2CC31AC}" type="slidenum"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52454726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_2c_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>
            <a:extLst>
              <a:ext uri="{FF2B5EF4-FFF2-40B4-BE49-F238E27FC236}">
                <a16:creationId xmlns:a16="http://schemas.microsoft.com/office/drawing/2014/main" id="{5CCDF913-41E3-AF45-4FAD-0998599DB60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09480" y="221040"/>
            <a:ext cx="10972440" cy="1250280"/>
          </a:xfrm>
        </p:spPr>
        <p:txBody>
          <a:bodyPr/>
          <a:lstStyle>
            <a:lvl1pPr hangingPunct="0">
              <a:defRPr>
                <a:latin typeface="Liberation Sans" pitchFamily="18"/>
                <a:ea typeface="Noto Sans CJK SC" pitchFamily="2"/>
                <a:cs typeface="FreeSans" pitchFamily="2"/>
              </a:defRPr>
            </a:lvl1pPr>
          </a:lstStyle>
          <a:p>
            <a:pPr lvl="0"/>
            <a:endParaRPr lang="ru-RU"/>
          </a:p>
        </p:txBody>
      </p:sp>
      <p:sp>
        <p:nvSpPr>
          <p:cNvPr id="3" name="PlaceHolder 2">
            <a:extLst>
              <a:ext uri="{FF2B5EF4-FFF2-40B4-BE49-F238E27FC236}">
                <a16:creationId xmlns:a16="http://schemas.microsoft.com/office/drawing/2014/main" id="{2FB728B6-4D7F-7F81-D96D-4275FEC66016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609480" y="1604520"/>
            <a:ext cx="10972440" cy="3977279"/>
          </a:xfrm>
        </p:spPr>
        <p:txBody>
          <a:bodyPr anchor="t" anchorCtr="0">
            <a:normAutofit/>
          </a:bodyPr>
          <a:lstStyle>
            <a:lvl1pPr hangingPunct="0">
              <a:defRPr>
                <a:latin typeface="Liberation Sans" pitchFamily="18"/>
                <a:ea typeface="Noto Sans CJK SC" pitchFamily="2"/>
                <a:cs typeface="FreeSans" pitchFamily="2"/>
              </a:defRPr>
            </a:lvl1pPr>
          </a:lstStyle>
          <a:p>
            <a:pPr lvl="0"/>
            <a:endParaRPr lang="ru-RU"/>
          </a:p>
        </p:txBody>
      </p:sp>
      <p:sp>
        <p:nvSpPr>
          <p:cNvPr id="4" name="PlaceHolder 3">
            <a:extLst>
              <a:ext uri="{FF2B5EF4-FFF2-40B4-BE49-F238E27FC236}">
                <a16:creationId xmlns:a16="http://schemas.microsoft.com/office/drawing/2014/main" id="{7E40B43B-EB4F-F7D9-123D-6395B5366C42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8DE672D8-1C40-AB48-AD8E-AC680387E436}" type="slidenum"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3025904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_2c_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>
            <a:extLst>
              <a:ext uri="{FF2B5EF4-FFF2-40B4-BE49-F238E27FC236}">
                <a16:creationId xmlns:a16="http://schemas.microsoft.com/office/drawing/2014/main" id="{21964608-EC71-341E-7865-E4DA33127CC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09480" y="221040"/>
            <a:ext cx="10972440" cy="1250280"/>
          </a:xfrm>
        </p:spPr>
        <p:txBody>
          <a:bodyPr/>
          <a:lstStyle>
            <a:lvl1pPr hangingPunct="0">
              <a:defRPr>
                <a:latin typeface="Liberation Sans" pitchFamily="18"/>
                <a:ea typeface="Noto Sans CJK SC" pitchFamily="2"/>
                <a:cs typeface="FreeSans" pitchFamily="2"/>
              </a:defRPr>
            </a:lvl1pPr>
          </a:lstStyle>
          <a:p>
            <a:pPr lvl="0"/>
            <a:endParaRPr lang="ru-RU"/>
          </a:p>
        </p:txBody>
      </p:sp>
      <p:sp>
        <p:nvSpPr>
          <p:cNvPr id="3" name="PlaceHolder 2">
            <a:extLst>
              <a:ext uri="{FF2B5EF4-FFF2-40B4-BE49-F238E27FC236}">
                <a16:creationId xmlns:a16="http://schemas.microsoft.com/office/drawing/2014/main" id="{02A8CC0D-1C03-4D8F-CA34-97966107CCAE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609480" y="1604520"/>
            <a:ext cx="5354280" cy="3977279"/>
          </a:xfrm>
        </p:spPr>
        <p:txBody>
          <a:bodyPr anchor="t" anchorCtr="0">
            <a:normAutofit/>
          </a:bodyPr>
          <a:lstStyle>
            <a:lvl1pPr hangingPunct="0">
              <a:defRPr>
                <a:latin typeface="Liberation Sans" pitchFamily="18"/>
                <a:ea typeface="Noto Sans CJK SC" pitchFamily="2"/>
                <a:cs typeface="FreeSans" pitchFamily="2"/>
              </a:defRPr>
            </a:lvl1pPr>
          </a:lstStyle>
          <a:p>
            <a:pPr lvl="0"/>
            <a:endParaRPr lang="ru-RU"/>
          </a:p>
        </p:txBody>
      </p:sp>
      <p:sp>
        <p:nvSpPr>
          <p:cNvPr id="4" name="PlaceHolder 3">
            <a:extLst>
              <a:ext uri="{FF2B5EF4-FFF2-40B4-BE49-F238E27FC236}">
                <a16:creationId xmlns:a16="http://schemas.microsoft.com/office/drawing/2014/main" id="{04652414-97E8-E8C8-713E-E1C5D737AAFE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6231960" y="1604520"/>
            <a:ext cx="5354280" cy="3977279"/>
          </a:xfrm>
        </p:spPr>
        <p:txBody>
          <a:bodyPr anchor="t" anchorCtr="0">
            <a:normAutofit/>
          </a:bodyPr>
          <a:lstStyle>
            <a:lvl1pPr hangingPunct="0">
              <a:defRPr>
                <a:latin typeface="Liberation Sans" pitchFamily="18"/>
                <a:ea typeface="Noto Sans CJK SC" pitchFamily="2"/>
                <a:cs typeface="FreeSans" pitchFamily="2"/>
              </a:defRPr>
            </a:lvl1pPr>
          </a:lstStyle>
          <a:p>
            <a:pPr lvl="0"/>
            <a:endParaRPr lang="ru-RU"/>
          </a:p>
        </p:txBody>
      </p:sp>
      <p:sp>
        <p:nvSpPr>
          <p:cNvPr id="5" name="PlaceHolder 4">
            <a:extLst>
              <a:ext uri="{FF2B5EF4-FFF2-40B4-BE49-F238E27FC236}">
                <a16:creationId xmlns:a16="http://schemas.microsoft.com/office/drawing/2014/main" id="{D0DE193F-73E3-AB0C-59E1-39BC1D04D4ED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DAD0D6C6-B22D-5745-93AB-05F315E4F2CA}" type="slidenum"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90143002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>
            <a:extLst>
              <a:ext uri="{FF2B5EF4-FFF2-40B4-BE49-F238E27FC236}">
                <a16:creationId xmlns:a16="http://schemas.microsoft.com/office/drawing/2014/main" id="{9075E070-3B5A-4F3E-CA6D-92F1E77DFF8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09480" y="221040"/>
            <a:ext cx="10972440" cy="1250280"/>
          </a:xfrm>
        </p:spPr>
        <p:txBody>
          <a:bodyPr/>
          <a:lstStyle>
            <a:lvl1pPr hangingPunct="0">
              <a:defRPr>
                <a:latin typeface="Liberation Sans" pitchFamily="18"/>
                <a:ea typeface="Noto Sans CJK SC" pitchFamily="2"/>
                <a:cs typeface="FreeSans" pitchFamily="2"/>
              </a:defRPr>
            </a:lvl1pPr>
          </a:lstStyle>
          <a:p>
            <a:pPr lvl="0"/>
            <a:endParaRPr lang="ru-RU"/>
          </a:p>
        </p:txBody>
      </p:sp>
      <p:sp>
        <p:nvSpPr>
          <p:cNvPr id="3" name="PlaceHolder 2">
            <a:extLst>
              <a:ext uri="{FF2B5EF4-FFF2-40B4-BE49-F238E27FC236}">
                <a16:creationId xmlns:a16="http://schemas.microsoft.com/office/drawing/2014/main" id="{7602186F-D333-5D85-9C26-A0B6DBC6CA6B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FD4E1FFE-1F57-E54B-A9D7-E789F64F34CD}" type="slidenum"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76527070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>
            <a:extLst>
              <a:ext uri="{FF2B5EF4-FFF2-40B4-BE49-F238E27FC236}">
                <a16:creationId xmlns:a16="http://schemas.microsoft.com/office/drawing/2014/main" id="{18640F0F-6062-8284-8075-E2D099DADB65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609480" y="273600"/>
            <a:ext cx="10972440" cy="5307839"/>
          </a:xfrm>
        </p:spPr>
        <p:txBody>
          <a:bodyPr anchor="ctr" anchorCtr="1">
            <a:noAutofit/>
          </a:bodyPr>
          <a:lstStyle>
            <a:lvl1pPr marL="0" indent="0" algn="ctr" hangingPunct="0">
              <a:buNone/>
              <a:defRPr>
                <a:latin typeface="Liberation Sans" pitchFamily="18"/>
                <a:ea typeface="Noto Sans CJK SC" pitchFamily="2"/>
                <a:cs typeface="FreeSans" pitchFamily="2"/>
              </a:defRPr>
            </a:lvl1pPr>
          </a:lstStyle>
          <a:p>
            <a:pPr lvl="0"/>
            <a:endParaRPr lang="ru-RU"/>
          </a:p>
        </p:txBody>
      </p:sp>
      <p:sp>
        <p:nvSpPr>
          <p:cNvPr id="3" name="PlaceHolder 2">
            <a:extLst>
              <a:ext uri="{FF2B5EF4-FFF2-40B4-BE49-F238E27FC236}">
                <a16:creationId xmlns:a16="http://schemas.microsoft.com/office/drawing/2014/main" id="{749BA94B-2039-7415-D1CD-E769119F7C2B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2FED9201-325A-4241-9808-039CF369AA3B}" type="slidenum"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16494792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_2c_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>
            <a:extLst>
              <a:ext uri="{FF2B5EF4-FFF2-40B4-BE49-F238E27FC236}">
                <a16:creationId xmlns:a16="http://schemas.microsoft.com/office/drawing/2014/main" id="{E198A8F6-EE27-BBE4-E6CC-F103DB9EB4E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09480" y="221040"/>
            <a:ext cx="10972440" cy="1250280"/>
          </a:xfrm>
        </p:spPr>
        <p:txBody>
          <a:bodyPr/>
          <a:lstStyle>
            <a:lvl1pPr hangingPunct="0">
              <a:defRPr>
                <a:latin typeface="Liberation Sans" pitchFamily="18"/>
                <a:ea typeface="Noto Sans CJK SC" pitchFamily="2"/>
                <a:cs typeface="FreeSans" pitchFamily="2"/>
              </a:defRPr>
            </a:lvl1pPr>
          </a:lstStyle>
          <a:p>
            <a:pPr lvl="0"/>
            <a:endParaRPr lang="ru-RU"/>
          </a:p>
        </p:txBody>
      </p:sp>
      <p:sp>
        <p:nvSpPr>
          <p:cNvPr id="3" name="PlaceHolder 2">
            <a:extLst>
              <a:ext uri="{FF2B5EF4-FFF2-40B4-BE49-F238E27FC236}">
                <a16:creationId xmlns:a16="http://schemas.microsoft.com/office/drawing/2014/main" id="{04660FAB-3BB7-3CE6-4D1F-C07DEEC8FAFB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609480" y="1604520"/>
            <a:ext cx="5354280" cy="1896840"/>
          </a:xfrm>
        </p:spPr>
        <p:txBody>
          <a:bodyPr anchor="t" anchorCtr="0">
            <a:normAutofit/>
          </a:bodyPr>
          <a:lstStyle>
            <a:lvl1pPr hangingPunct="0">
              <a:defRPr>
                <a:latin typeface="Liberation Sans" pitchFamily="18"/>
                <a:ea typeface="Noto Sans CJK SC" pitchFamily="2"/>
                <a:cs typeface="FreeSans" pitchFamily="2"/>
              </a:defRPr>
            </a:lvl1pPr>
          </a:lstStyle>
          <a:p>
            <a:pPr lvl="0"/>
            <a:endParaRPr lang="ru-RU"/>
          </a:p>
        </p:txBody>
      </p:sp>
      <p:sp>
        <p:nvSpPr>
          <p:cNvPr id="4" name="PlaceHolder 3">
            <a:extLst>
              <a:ext uri="{FF2B5EF4-FFF2-40B4-BE49-F238E27FC236}">
                <a16:creationId xmlns:a16="http://schemas.microsoft.com/office/drawing/2014/main" id="{F7B925FF-97F6-00D2-C230-08D5C4EE92E8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6231960" y="1604520"/>
            <a:ext cx="5354280" cy="3977279"/>
          </a:xfrm>
        </p:spPr>
        <p:txBody>
          <a:bodyPr anchor="t" anchorCtr="0">
            <a:normAutofit/>
          </a:bodyPr>
          <a:lstStyle>
            <a:lvl1pPr hangingPunct="0">
              <a:defRPr>
                <a:latin typeface="Liberation Sans" pitchFamily="18"/>
                <a:ea typeface="Noto Sans CJK SC" pitchFamily="2"/>
                <a:cs typeface="FreeSans" pitchFamily="2"/>
              </a:defRPr>
            </a:lvl1pPr>
          </a:lstStyle>
          <a:p>
            <a:pPr lvl="0"/>
            <a:endParaRPr lang="ru-RU"/>
          </a:p>
        </p:txBody>
      </p:sp>
      <p:sp>
        <p:nvSpPr>
          <p:cNvPr id="5" name="PlaceHolder 4">
            <a:extLst>
              <a:ext uri="{FF2B5EF4-FFF2-40B4-BE49-F238E27FC236}">
                <a16:creationId xmlns:a16="http://schemas.microsoft.com/office/drawing/2014/main" id="{95E7B87F-E0CD-C9F7-9074-7683006CB09A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609480" y="3682079"/>
            <a:ext cx="5354280" cy="1896840"/>
          </a:xfrm>
        </p:spPr>
        <p:txBody>
          <a:bodyPr anchor="t" anchorCtr="0">
            <a:normAutofit/>
          </a:bodyPr>
          <a:lstStyle>
            <a:lvl1pPr hangingPunct="0">
              <a:defRPr>
                <a:latin typeface="Liberation Sans" pitchFamily="18"/>
                <a:ea typeface="Noto Sans CJK SC" pitchFamily="2"/>
                <a:cs typeface="FreeSans" pitchFamily="2"/>
              </a:defRPr>
            </a:lvl1pPr>
          </a:lstStyle>
          <a:p>
            <a:pPr lvl="0"/>
            <a:endParaRPr lang="ru-RU"/>
          </a:p>
        </p:txBody>
      </p:sp>
      <p:sp>
        <p:nvSpPr>
          <p:cNvPr id="6" name="PlaceHolder 5">
            <a:extLst>
              <a:ext uri="{FF2B5EF4-FFF2-40B4-BE49-F238E27FC236}">
                <a16:creationId xmlns:a16="http://schemas.microsoft.com/office/drawing/2014/main" id="{521BC162-FCCC-E9DF-9561-D70AE170D6E9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401F8E0A-246E-734A-8379-A50DA1A3EAA7}" type="slidenum"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34602860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>
            <a:extLst>
              <a:ext uri="{FF2B5EF4-FFF2-40B4-BE49-F238E27FC236}">
                <a16:creationId xmlns:a16="http://schemas.microsoft.com/office/drawing/2014/main" id="{6434930F-6EF6-253B-E721-7D585AB9721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09480" y="221040"/>
            <a:ext cx="10972440" cy="1250280"/>
          </a:xfrm>
        </p:spPr>
        <p:txBody>
          <a:bodyPr/>
          <a:lstStyle>
            <a:lvl1pPr hangingPunct="0">
              <a:defRPr>
                <a:latin typeface="Liberation Sans" pitchFamily="18"/>
                <a:ea typeface="Noto Sans CJK SC" pitchFamily="2"/>
                <a:cs typeface="FreeSans" pitchFamily="2"/>
              </a:defRPr>
            </a:lvl1pPr>
          </a:lstStyle>
          <a:p>
            <a:pPr lvl="0"/>
            <a:endParaRPr lang="ru-RU"/>
          </a:p>
        </p:txBody>
      </p:sp>
      <p:sp>
        <p:nvSpPr>
          <p:cNvPr id="3" name="PlaceHolder 2">
            <a:extLst>
              <a:ext uri="{FF2B5EF4-FFF2-40B4-BE49-F238E27FC236}">
                <a16:creationId xmlns:a16="http://schemas.microsoft.com/office/drawing/2014/main" id="{02E02A97-EDA5-B8E3-B45E-671A56A1E242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609480" y="1604520"/>
            <a:ext cx="5354280" cy="3977279"/>
          </a:xfrm>
        </p:spPr>
        <p:txBody>
          <a:bodyPr anchor="t" anchorCtr="0">
            <a:normAutofit/>
          </a:bodyPr>
          <a:lstStyle>
            <a:lvl1pPr hangingPunct="0">
              <a:defRPr>
                <a:latin typeface="Liberation Sans" pitchFamily="18"/>
                <a:ea typeface="Noto Sans CJK SC" pitchFamily="2"/>
                <a:cs typeface="FreeSans" pitchFamily="2"/>
              </a:defRPr>
            </a:lvl1pPr>
          </a:lstStyle>
          <a:p>
            <a:pPr lvl="0"/>
            <a:endParaRPr lang="ru-RU"/>
          </a:p>
        </p:txBody>
      </p:sp>
      <p:sp>
        <p:nvSpPr>
          <p:cNvPr id="4" name="PlaceHolder 3">
            <a:extLst>
              <a:ext uri="{FF2B5EF4-FFF2-40B4-BE49-F238E27FC236}">
                <a16:creationId xmlns:a16="http://schemas.microsoft.com/office/drawing/2014/main" id="{CF6A2BF5-930D-92B6-9295-5802C6EEF212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6231960" y="1604520"/>
            <a:ext cx="5354280" cy="1896840"/>
          </a:xfrm>
        </p:spPr>
        <p:txBody>
          <a:bodyPr anchor="t" anchorCtr="0">
            <a:normAutofit/>
          </a:bodyPr>
          <a:lstStyle>
            <a:lvl1pPr hangingPunct="0">
              <a:defRPr>
                <a:latin typeface="Liberation Sans" pitchFamily="18"/>
                <a:ea typeface="Noto Sans CJK SC" pitchFamily="2"/>
                <a:cs typeface="FreeSans" pitchFamily="2"/>
              </a:defRPr>
            </a:lvl1pPr>
          </a:lstStyle>
          <a:p>
            <a:pPr lvl="0"/>
            <a:endParaRPr lang="ru-RU"/>
          </a:p>
        </p:txBody>
      </p:sp>
      <p:sp>
        <p:nvSpPr>
          <p:cNvPr id="5" name="PlaceHolder 4">
            <a:extLst>
              <a:ext uri="{FF2B5EF4-FFF2-40B4-BE49-F238E27FC236}">
                <a16:creationId xmlns:a16="http://schemas.microsoft.com/office/drawing/2014/main" id="{3106A4CD-1616-4798-2D68-577F53512DC2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6231960" y="3682079"/>
            <a:ext cx="5354280" cy="1896840"/>
          </a:xfrm>
        </p:spPr>
        <p:txBody>
          <a:bodyPr anchor="t" anchorCtr="0">
            <a:normAutofit/>
          </a:bodyPr>
          <a:lstStyle>
            <a:lvl1pPr hangingPunct="0">
              <a:defRPr>
                <a:latin typeface="Liberation Sans" pitchFamily="18"/>
                <a:ea typeface="Noto Sans CJK SC" pitchFamily="2"/>
                <a:cs typeface="FreeSans" pitchFamily="2"/>
              </a:defRPr>
            </a:lvl1pPr>
          </a:lstStyle>
          <a:p>
            <a:pPr lvl="0"/>
            <a:endParaRPr lang="ru-RU"/>
          </a:p>
        </p:txBody>
      </p:sp>
      <p:sp>
        <p:nvSpPr>
          <p:cNvPr id="6" name="PlaceHolder 5">
            <a:extLst>
              <a:ext uri="{FF2B5EF4-FFF2-40B4-BE49-F238E27FC236}">
                <a16:creationId xmlns:a16="http://schemas.microsoft.com/office/drawing/2014/main" id="{A115BEFF-87E2-6AF8-07ED-5BD498CC3A68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9162DCC6-C5D3-3A43-B5D9-455E91BD1A8F}" type="slidenum"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95164266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_2c_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>
            <a:extLst>
              <a:ext uri="{FF2B5EF4-FFF2-40B4-BE49-F238E27FC236}">
                <a16:creationId xmlns:a16="http://schemas.microsoft.com/office/drawing/2014/main" id="{66ADE191-B586-2BDE-347D-D47648228A2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09480" y="221040"/>
            <a:ext cx="10972440" cy="1250280"/>
          </a:xfrm>
        </p:spPr>
        <p:txBody>
          <a:bodyPr/>
          <a:lstStyle>
            <a:lvl1pPr hangingPunct="0">
              <a:defRPr>
                <a:latin typeface="Liberation Sans" pitchFamily="18"/>
                <a:ea typeface="Noto Sans CJK SC" pitchFamily="2"/>
                <a:cs typeface="FreeSans" pitchFamily="2"/>
              </a:defRPr>
            </a:lvl1pPr>
          </a:lstStyle>
          <a:p>
            <a:pPr lvl="0"/>
            <a:endParaRPr lang="ru-RU"/>
          </a:p>
        </p:txBody>
      </p:sp>
      <p:sp>
        <p:nvSpPr>
          <p:cNvPr id="3" name="PlaceHolder 2">
            <a:extLst>
              <a:ext uri="{FF2B5EF4-FFF2-40B4-BE49-F238E27FC236}">
                <a16:creationId xmlns:a16="http://schemas.microsoft.com/office/drawing/2014/main" id="{DD324DC5-EBA7-F2D1-B3D9-51FD491D3723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609480" y="1604520"/>
            <a:ext cx="5354280" cy="1896840"/>
          </a:xfrm>
        </p:spPr>
        <p:txBody>
          <a:bodyPr anchor="t" anchorCtr="0">
            <a:normAutofit/>
          </a:bodyPr>
          <a:lstStyle>
            <a:lvl1pPr hangingPunct="0">
              <a:defRPr>
                <a:latin typeface="Liberation Sans" pitchFamily="18"/>
                <a:ea typeface="Noto Sans CJK SC" pitchFamily="2"/>
                <a:cs typeface="FreeSans" pitchFamily="2"/>
              </a:defRPr>
            </a:lvl1pPr>
          </a:lstStyle>
          <a:p>
            <a:pPr lvl="0"/>
            <a:endParaRPr lang="ru-RU"/>
          </a:p>
        </p:txBody>
      </p:sp>
      <p:sp>
        <p:nvSpPr>
          <p:cNvPr id="4" name="PlaceHolder 3">
            <a:extLst>
              <a:ext uri="{FF2B5EF4-FFF2-40B4-BE49-F238E27FC236}">
                <a16:creationId xmlns:a16="http://schemas.microsoft.com/office/drawing/2014/main" id="{F93F8A4E-CEBC-F865-9F0F-B320B9AD48F3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6231960" y="1604520"/>
            <a:ext cx="5354280" cy="1896840"/>
          </a:xfrm>
        </p:spPr>
        <p:txBody>
          <a:bodyPr anchor="t" anchorCtr="0">
            <a:normAutofit/>
          </a:bodyPr>
          <a:lstStyle>
            <a:lvl1pPr hangingPunct="0">
              <a:defRPr>
                <a:latin typeface="Liberation Sans" pitchFamily="18"/>
                <a:ea typeface="Noto Sans CJK SC" pitchFamily="2"/>
                <a:cs typeface="FreeSans" pitchFamily="2"/>
              </a:defRPr>
            </a:lvl1pPr>
          </a:lstStyle>
          <a:p>
            <a:pPr lvl="0"/>
            <a:endParaRPr lang="ru-RU"/>
          </a:p>
        </p:txBody>
      </p:sp>
      <p:sp>
        <p:nvSpPr>
          <p:cNvPr id="5" name="PlaceHolder 4">
            <a:extLst>
              <a:ext uri="{FF2B5EF4-FFF2-40B4-BE49-F238E27FC236}">
                <a16:creationId xmlns:a16="http://schemas.microsoft.com/office/drawing/2014/main" id="{E23D0476-5280-BE7B-41C3-EBCF0D4EC005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609480" y="3682079"/>
            <a:ext cx="10972440" cy="1896840"/>
          </a:xfrm>
        </p:spPr>
        <p:txBody>
          <a:bodyPr anchor="t" anchorCtr="0">
            <a:normAutofit/>
          </a:bodyPr>
          <a:lstStyle>
            <a:lvl1pPr hangingPunct="0">
              <a:defRPr>
                <a:latin typeface="Liberation Sans" pitchFamily="18"/>
                <a:ea typeface="Noto Sans CJK SC" pitchFamily="2"/>
                <a:cs typeface="FreeSans" pitchFamily="2"/>
              </a:defRPr>
            </a:lvl1pPr>
          </a:lstStyle>
          <a:p>
            <a:pPr lvl="0"/>
            <a:endParaRPr lang="ru-RU"/>
          </a:p>
        </p:txBody>
      </p:sp>
      <p:sp>
        <p:nvSpPr>
          <p:cNvPr id="6" name="PlaceHolder 5">
            <a:extLst>
              <a:ext uri="{FF2B5EF4-FFF2-40B4-BE49-F238E27FC236}">
                <a16:creationId xmlns:a16="http://schemas.microsoft.com/office/drawing/2014/main" id="{9DEA45C3-6277-6675-085C-5BB2BCE2BFCE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32B39DCD-7D81-EA4F-82B4-411A62A5B0B4}" type="slidenum"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72887414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_2c_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>
            <a:extLst>
              <a:ext uri="{FF2B5EF4-FFF2-40B4-BE49-F238E27FC236}">
                <a16:creationId xmlns:a16="http://schemas.microsoft.com/office/drawing/2014/main" id="{3446E18C-E889-4B10-90AD-1256DC2D214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09480" y="221040"/>
            <a:ext cx="10972440" cy="1250280"/>
          </a:xfrm>
        </p:spPr>
        <p:txBody>
          <a:bodyPr/>
          <a:lstStyle>
            <a:lvl1pPr hangingPunct="0">
              <a:defRPr>
                <a:latin typeface="Liberation Sans" pitchFamily="18"/>
                <a:ea typeface="Noto Sans CJK SC" pitchFamily="2"/>
                <a:cs typeface="FreeSans" pitchFamily="2"/>
              </a:defRPr>
            </a:lvl1pPr>
          </a:lstStyle>
          <a:p>
            <a:pPr lvl="0"/>
            <a:endParaRPr lang="ru-RU"/>
          </a:p>
        </p:txBody>
      </p:sp>
      <p:sp>
        <p:nvSpPr>
          <p:cNvPr id="3" name="PlaceHolder 2">
            <a:extLst>
              <a:ext uri="{FF2B5EF4-FFF2-40B4-BE49-F238E27FC236}">
                <a16:creationId xmlns:a16="http://schemas.microsoft.com/office/drawing/2014/main" id="{DEDAA0F3-7763-776D-A6DB-6D8E1F2C34E1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609480" y="1604520"/>
            <a:ext cx="10972440" cy="1896840"/>
          </a:xfrm>
        </p:spPr>
        <p:txBody>
          <a:bodyPr anchor="t" anchorCtr="0">
            <a:normAutofit/>
          </a:bodyPr>
          <a:lstStyle>
            <a:lvl1pPr hangingPunct="0">
              <a:defRPr>
                <a:latin typeface="Liberation Sans" pitchFamily="18"/>
                <a:ea typeface="Noto Sans CJK SC" pitchFamily="2"/>
                <a:cs typeface="FreeSans" pitchFamily="2"/>
              </a:defRPr>
            </a:lvl1pPr>
          </a:lstStyle>
          <a:p>
            <a:pPr lvl="0"/>
            <a:endParaRPr lang="ru-RU"/>
          </a:p>
        </p:txBody>
      </p:sp>
      <p:sp>
        <p:nvSpPr>
          <p:cNvPr id="4" name="PlaceHolder 3">
            <a:extLst>
              <a:ext uri="{FF2B5EF4-FFF2-40B4-BE49-F238E27FC236}">
                <a16:creationId xmlns:a16="http://schemas.microsoft.com/office/drawing/2014/main" id="{A476C6F9-1209-9624-CDBB-D9FCF19DD18B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609480" y="3682079"/>
            <a:ext cx="10972440" cy="1896840"/>
          </a:xfrm>
        </p:spPr>
        <p:txBody>
          <a:bodyPr anchor="t" anchorCtr="0">
            <a:normAutofit/>
          </a:bodyPr>
          <a:lstStyle>
            <a:lvl1pPr hangingPunct="0">
              <a:defRPr>
                <a:latin typeface="Liberation Sans" pitchFamily="18"/>
                <a:ea typeface="Noto Sans CJK SC" pitchFamily="2"/>
                <a:cs typeface="FreeSans" pitchFamily="2"/>
              </a:defRPr>
            </a:lvl1pPr>
          </a:lstStyle>
          <a:p>
            <a:pPr lvl="0"/>
            <a:endParaRPr lang="ru-RU"/>
          </a:p>
        </p:txBody>
      </p:sp>
      <p:sp>
        <p:nvSpPr>
          <p:cNvPr id="5" name="PlaceHolder 4">
            <a:extLst>
              <a:ext uri="{FF2B5EF4-FFF2-40B4-BE49-F238E27FC236}">
                <a16:creationId xmlns:a16="http://schemas.microsoft.com/office/drawing/2014/main" id="{2C2426CA-971B-7E77-38D3-43AE7E1BDD60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BB823471-1BF6-4A4C-AA65-69CE6356384D}" type="slidenum"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84566150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_2c_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>
            <a:extLst>
              <a:ext uri="{FF2B5EF4-FFF2-40B4-BE49-F238E27FC236}">
                <a16:creationId xmlns:a16="http://schemas.microsoft.com/office/drawing/2014/main" id="{65B28B96-7064-23CB-94DF-93B3937C731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09480" y="221040"/>
            <a:ext cx="10972440" cy="1250280"/>
          </a:xfrm>
        </p:spPr>
        <p:txBody>
          <a:bodyPr/>
          <a:lstStyle>
            <a:lvl1pPr hangingPunct="0">
              <a:defRPr>
                <a:latin typeface="Liberation Sans" pitchFamily="18"/>
                <a:ea typeface="Noto Sans CJK SC" pitchFamily="2"/>
                <a:cs typeface="FreeSans" pitchFamily="2"/>
              </a:defRPr>
            </a:lvl1pPr>
          </a:lstStyle>
          <a:p>
            <a:pPr lvl="0"/>
            <a:endParaRPr lang="ru-RU"/>
          </a:p>
        </p:txBody>
      </p:sp>
      <p:sp>
        <p:nvSpPr>
          <p:cNvPr id="3" name="PlaceHolder 2">
            <a:extLst>
              <a:ext uri="{FF2B5EF4-FFF2-40B4-BE49-F238E27FC236}">
                <a16:creationId xmlns:a16="http://schemas.microsoft.com/office/drawing/2014/main" id="{340D4ABE-0E27-3371-9201-C6BEEAAAF5CD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609480" y="1604520"/>
            <a:ext cx="5354280" cy="1896840"/>
          </a:xfrm>
        </p:spPr>
        <p:txBody>
          <a:bodyPr anchor="t" anchorCtr="0">
            <a:normAutofit/>
          </a:bodyPr>
          <a:lstStyle>
            <a:lvl1pPr hangingPunct="0">
              <a:defRPr>
                <a:latin typeface="Liberation Sans" pitchFamily="18"/>
                <a:ea typeface="Noto Sans CJK SC" pitchFamily="2"/>
                <a:cs typeface="FreeSans" pitchFamily="2"/>
              </a:defRPr>
            </a:lvl1pPr>
          </a:lstStyle>
          <a:p>
            <a:pPr lvl="0"/>
            <a:endParaRPr lang="ru-RU"/>
          </a:p>
        </p:txBody>
      </p:sp>
      <p:sp>
        <p:nvSpPr>
          <p:cNvPr id="4" name="PlaceHolder 3">
            <a:extLst>
              <a:ext uri="{FF2B5EF4-FFF2-40B4-BE49-F238E27FC236}">
                <a16:creationId xmlns:a16="http://schemas.microsoft.com/office/drawing/2014/main" id="{FE46B43B-CA97-1E26-C666-37591B62E8EC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6231960" y="1604520"/>
            <a:ext cx="5354280" cy="1896840"/>
          </a:xfrm>
        </p:spPr>
        <p:txBody>
          <a:bodyPr anchor="t" anchorCtr="0">
            <a:normAutofit/>
          </a:bodyPr>
          <a:lstStyle>
            <a:lvl1pPr hangingPunct="0">
              <a:defRPr>
                <a:latin typeface="Liberation Sans" pitchFamily="18"/>
                <a:ea typeface="Noto Sans CJK SC" pitchFamily="2"/>
                <a:cs typeface="FreeSans" pitchFamily="2"/>
              </a:defRPr>
            </a:lvl1pPr>
          </a:lstStyle>
          <a:p>
            <a:pPr lvl="0"/>
            <a:endParaRPr lang="ru-RU"/>
          </a:p>
        </p:txBody>
      </p:sp>
      <p:sp>
        <p:nvSpPr>
          <p:cNvPr id="5" name="PlaceHolder 4">
            <a:extLst>
              <a:ext uri="{FF2B5EF4-FFF2-40B4-BE49-F238E27FC236}">
                <a16:creationId xmlns:a16="http://schemas.microsoft.com/office/drawing/2014/main" id="{601DFF58-A017-AFAE-031F-C746B01DFC28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609480" y="3682079"/>
            <a:ext cx="5354280" cy="1896840"/>
          </a:xfrm>
        </p:spPr>
        <p:txBody>
          <a:bodyPr anchor="t" anchorCtr="0">
            <a:normAutofit/>
          </a:bodyPr>
          <a:lstStyle>
            <a:lvl1pPr hangingPunct="0">
              <a:defRPr>
                <a:latin typeface="Liberation Sans" pitchFamily="18"/>
                <a:ea typeface="Noto Sans CJK SC" pitchFamily="2"/>
                <a:cs typeface="FreeSans" pitchFamily="2"/>
              </a:defRPr>
            </a:lvl1pPr>
          </a:lstStyle>
          <a:p>
            <a:pPr lvl="0"/>
            <a:endParaRPr lang="ru-RU"/>
          </a:p>
        </p:txBody>
      </p:sp>
      <p:sp>
        <p:nvSpPr>
          <p:cNvPr id="6" name="PlaceHolder 5">
            <a:extLst>
              <a:ext uri="{FF2B5EF4-FFF2-40B4-BE49-F238E27FC236}">
                <a16:creationId xmlns:a16="http://schemas.microsoft.com/office/drawing/2014/main" id="{EB3EA809-FAF6-048F-92B9-B8A010C4E1E5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6231960" y="3682079"/>
            <a:ext cx="5354280" cy="1896840"/>
          </a:xfrm>
        </p:spPr>
        <p:txBody>
          <a:bodyPr anchor="t" anchorCtr="0">
            <a:normAutofit/>
          </a:bodyPr>
          <a:lstStyle>
            <a:lvl1pPr hangingPunct="0">
              <a:defRPr>
                <a:latin typeface="Liberation Sans" pitchFamily="18"/>
                <a:ea typeface="Noto Sans CJK SC" pitchFamily="2"/>
                <a:cs typeface="FreeSans" pitchFamily="2"/>
              </a:defRPr>
            </a:lvl1pPr>
          </a:lstStyle>
          <a:p>
            <a:pPr lvl="0"/>
            <a:endParaRPr lang="ru-RU"/>
          </a:p>
        </p:txBody>
      </p:sp>
      <p:sp>
        <p:nvSpPr>
          <p:cNvPr id="7" name="PlaceHolder 6">
            <a:extLst>
              <a:ext uri="{FF2B5EF4-FFF2-40B4-BE49-F238E27FC236}">
                <a16:creationId xmlns:a16="http://schemas.microsoft.com/office/drawing/2014/main" id="{115772F4-B6C8-CB5D-5FA1-89F15B019966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96AF4EEB-75FF-A44F-8627-3A86EFE20064}" type="slidenum"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96989132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_2c_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>
            <a:extLst>
              <a:ext uri="{FF2B5EF4-FFF2-40B4-BE49-F238E27FC236}">
                <a16:creationId xmlns:a16="http://schemas.microsoft.com/office/drawing/2014/main" id="{57B7BE59-119B-9E28-4A6C-15926947CD2B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609480" y="221040"/>
            <a:ext cx="10972440" cy="1250280"/>
          </a:xfrm>
        </p:spPr>
        <p:txBody>
          <a:bodyPr/>
          <a:lstStyle>
            <a:lvl1pPr hangingPunct="0">
              <a:defRPr>
                <a:latin typeface="Liberation Sans" pitchFamily="18"/>
                <a:ea typeface="Noto Sans CJK SC" pitchFamily="2"/>
                <a:cs typeface="FreeSans" pitchFamily="2"/>
              </a:defRPr>
            </a:lvl1pPr>
          </a:lstStyle>
          <a:p>
            <a:pPr lvl="0"/>
            <a:endParaRPr lang="ru-RU"/>
          </a:p>
        </p:txBody>
      </p:sp>
      <p:sp>
        <p:nvSpPr>
          <p:cNvPr id="3" name="PlaceHolder 2">
            <a:extLst>
              <a:ext uri="{FF2B5EF4-FFF2-40B4-BE49-F238E27FC236}">
                <a16:creationId xmlns:a16="http://schemas.microsoft.com/office/drawing/2014/main" id="{1EA69F3E-AC3C-0396-C293-8687AC01C537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609480" y="1604520"/>
            <a:ext cx="3533040" cy="1896840"/>
          </a:xfrm>
        </p:spPr>
        <p:txBody>
          <a:bodyPr anchor="t" anchorCtr="0">
            <a:normAutofit/>
          </a:bodyPr>
          <a:lstStyle>
            <a:lvl1pPr hangingPunct="0">
              <a:defRPr>
                <a:latin typeface="Liberation Sans" pitchFamily="18"/>
                <a:ea typeface="Noto Sans CJK SC" pitchFamily="2"/>
                <a:cs typeface="FreeSans" pitchFamily="2"/>
              </a:defRPr>
            </a:lvl1pPr>
          </a:lstStyle>
          <a:p>
            <a:pPr lvl="0"/>
            <a:endParaRPr lang="ru-RU"/>
          </a:p>
        </p:txBody>
      </p:sp>
      <p:sp>
        <p:nvSpPr>
          <p:cNvPr id="4" name="PlaceHolder 3">
            <a:extLst>
              <a:ext uri="{FF2B5EF4-FFF2-40B4-BE49-F238E27FC236}">
                <a16:creationId xmlns:a16="http://schemas.microsoft.com/office/drawing/2014/main" id="{29F7F1C5-9F05-2574-DBF5-AC4B5AEA203B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4319640" y="1604520"/>
            <a:ext cx="3533040" cy="1896840"/>
          </a:xfrm>
        </p:spPr>
        <p:txBody>
          <a:bodyPr anchor="t" anchorCtr="0">
            <a:normAutofit/>
          </a:bodyPr>
          <a:lstStyle>
            <a:lvl1pPr hangingPunct="0">
              <a:defRPr>
                <a:latin typeface="Liberation Sans" pitchFamily="18"/>
                <a:ea typeface="Noto Sans CJK SC" pitchFamily="2"/>
                <a:cs typeface="FreeSans" pitchFamily="2"/>
              </a:defRPr>
            </a:lvl1pPr>
          </a:lstStyle>
          <a:p>
            <a:pPr lvl="0"/>
            <a:endParaRPr lang="ru-RU"/>
          </a:p>
        </p:txBody>
      </p:sp>
      <p:sp>
        <p:nvSpPr>
          <p:cNvPr id="5" name="PlaceHolder 4">
            <a:extLst>
              <a:ext uri="{FF2B5EF4-FFF2-40B4-BE49-F238E27FC236}">
                <a16:creationId xmlns:a16="http://schemas.microsoft.com/office/drawing/2014/main" id="{075BD9F0-8F0E-779E-1D74-1A2CA9804A49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8029800" y="1604520"/>
            <a:ext cx="3533040" cy="1896840"/>
          </a:xfrm>
        </p:spPr>
        <p:txBody>
          <a:bodyPr anchor="t" anchorCtr="0">
            <a:normAutofit/>
          </a:bodyPr>
          <a:lstStyle>
            <a:lvl1pPr hangingPunct="0">
              <a:defRPr>
                <a:latin typeface="Liberation Sans" pitchFamily="18"/>
                <a:ea typeface="Noto Sans CJK SC" pitchFamily="2"/>
                <a:cs typeface="FreeSans" pitchFamily="2"/>
              </a:defRPr>
            </a:lvl1pPr>
          </a:lstStyle>
          <a:p>
            <a:pPr lvl="0"/>
            <a:endParaRPr lang="ru-RU"/>
          </a:p>
        </p:txBody>
      </p:sp>
      <p:sp>
        <p:nvSpPr>
          <p:cNvPr id="6" name="PlaceHolder 5">
            <a:extLst>
              <a:ext uri="{FF2B5EF4-FFF2-40B4-BE49-F238E27FC236}">
                <a16:creationId xmlns:a16="http://schemas.microsoft.com/office/drawing/2014/main" id="{95BCB978-5E73-4373-FB6D-48B68CD0313D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609480" y="3682079"/>
            <a:ext cx="3533040" cy="1896840"/>
          </a:xfrm>
        </p:spPr>
        <p:txBody>
          <a:bodyPr anchor="t" anchorCtr="0">
            <a:normAutofit/>
          </a:bodyPr>
          <a:lstStyle>
            <a:lvl1pPr hangingPunct="0">
              <a:defRPr>
                <a:latin typeface="Liberation Sans" pitchFamily="18"/>
                <a:ea typeface="Noto Sans CJK SC" pitchFamily="2"/>
                <a:cs typeface="FreeSans" pitchFamily="2"/>
              </a:defRPr>
            </a:lvl1pPr>
          </a:lstStyle>
          <a:p>
            <a:pPr lvl="0"/>
            <a:endParaRPr lang="ru-RU"/>
          </a:p>
        </p:txBody>
      </p:sp>
      <p:sp>
        <p:nvSpPr>
          <p:cNvPr id="7" name="PlaceHolder 6">
            <a:extLst>
              <a:ext uri="{FF2B5EF4-FFF2-40B4-BE49-F238E27FC236}">
                <a16:creationId xmlns:a16="http://schemas.microsoft.com/office/drawing/2014/main" id="{E62F45EA-79D6-B866-1FC7-5DDCBFB67753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4319640" y="3682079"/>
            <a:ext cx="3533040" cy="1896840"/>
          </a:xfrm>
        </p:spPr>
        <p:txBody>
          <a:bodyPr anchor="t" anchorCtr="0">
            <a:normAutofit/>
          </a:bodyPr>
          <a:lstStyle>
            <a:lvl1pPr hangingPunct="0">
              <a:defRPr>
                <a:latin typeface="Liberation Sans" pitchFamily="18"/>
                <a:ea typeface="Noto Sans CJK SC" pitchFamily="2"/>
                <a:cs typeface="FreeSans" pitchFamily="2"/>
              </a:defRPr>
            </a:lvl1pPr>
          </a:lstStyle>
          <a:p>
            <a:pPr lvl="0"/>
            <a:endParaRPr lang="ru-RU"/>
          </a:p>
        </p:txBody>
      </p:sp>
      <p:sp>
        <p:nvSpPr>
          <p:cNvPr id="8" name="PlaceHolder 7">
            <a:extLst>
              <a:ext uri="{FF2B5EF4-FFF2-40B4-BE49-F238E27FC236}">
                <a16:creationId xmlns:a16="http://schemas.microsoft.com/office/drawing/2014/main" id="{8FDEB183-01BB-E15E-7375-E7BCF91633C9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8029800" y="3682079"/>
            <a:ext cx="3533040" cy="1896840"/>
          </a:xfrm>
        </p:spPr>
        <p:txBody>
          <a:bodyPr anchor="t" anchorCtr="0">
            <a:normAutofit/>
          </a:bodyPr>
          <a:lstStyle>
            <a:lvl1pPr hangingPunct="0">
              <a:defRPr>
                <a:latin typeface="Liberation Sans" pitchFamily="18"/>
                <a:ea typeface="Noto Sans CJK SC" pitchFamily="2"/>
                <a:cs typeface="FreeSans" pitchFamily="2"/>
              </a:defRPr>
            </a:lvl1pPr>
          </a:lstStyle>
          <a:p>
            <a:pPr lvl="0"/>
            <a:endParaRPr lang="ru-RU"/>
          </a:p>
        </p:txBody>
      </p:sp>
      <p:sp>
        <p:nvSpPr>
          <p:cNvPr id="9" name="PlaceHolder 8">
            <a:extLst>
              <a:ext uri="{FF2B5EF4-FFF2-40B4-BE49-F238E27FC236}">
                <a16:creationId xmlns:a16="http://schemas.microsoft.com/office/drawing/2014/main" id="{70822ACE-32E8-C979-24F2-57CF77E6E970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596BD975-5646-494A-99FD-212E51074BA6}" type="slidenum"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626459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2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27.xml"/><Relationship Id="rId7" Type="http://schemas.openxmlformats.org/officeDocument/2006/relationships/slideLayout" Target="../slideLayouts/slideLayout31.xml"/><Relationship Id="rId12" Type="http://schemas.openxmlformats.org/officeDocument/2006/relationships/slideLayout" Target="../slideLayouts/slideLayout36.xml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35.xml"/><Relationship Id="rId5" Type="http://schemas.openxmlformats.org/officeDocument/2006/relationships/slideLayout" Target="../slideLayouts/slideLayout29.xml"/><Relationship Id="rId10" Type="http://schemas.openxmlformats.org/officeDocument/2006/relationships/slideLayout" Target="../slideLayouts/slideLayout34.xml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4.xml"/><Relationship Id="rId13" Type="http://schemas.openxmlformats.org/officeDocument/2006/relationships/theme" Target="../theme/theme4.xml"/><Relationship Id="rId3" Type="http://schemas.openxmlformats.org/officeDocument/2006/relationships/slideLayout" Target="../slideLayouts/slideLayout39.xml"/><Relationship Id="rId7" Type="http://schemas.openxmlformats.org/officeDocument/2006/relationships/slideLayout" Target="../slideLayouts/slideLayout43.xml"/><Relationship Id="rId12" Type="http://schemas.openxmlformats.org/officeDocument/2006/relationships/slideLayout" Target="../slideLayouts/slideLayout48.xml"/><Relationship Id="rId2" Type="http://schemas.openxmlformats.org/officeDocument/2006/relationships/slideLayout" Target="../slideLayouts/slideLayout38.xml"/><Relationship Id="rId1" Type="http://schemas.openxmlformats.org/officeDocument/2006/relationships/slideLayout" Target="../slideLayouts/slideLayout37.xml"/><Relationship Id="rId6" Type="http://schemas.openxmlformats.org/officeDocument/2006/relationships/slideLayout" Target="../slideLayouts/slideLayout42.xml"/><Relationship Id="rId11" Type="http://schemas.openxmlformats.org/officeDocument/2006/relationships/slideLayout" Target="../slideLayouts/slideLayout47.xml"/><Relationship Id="rId5" Type="http://schemas.openxmlformats.org/officeDocument/2006/relationships/slideLayout" Target="../slideLayouts/slideLayout41.xml"/><Relationship Id="rId10" Type="http://schemas.openxmlformats.org/officeDocument/2006/relationships/slideLayout" Target="../slideLayouts/slideLayout46.xml"/><Relationship Id="rId4" Type="http://schemas.openxmlformats.org/officeDocument/2006/relationships/slideLayout" Target="../slideLayouts/slideLayout40.xml"/><Relationship Id="rId9" Type="http://schemas.openxmlformats.org/officeDocument/2006/relationships/slideLayout" Target="../slideLayouts/slideLayout45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6.xml"/><Relationship Id="rId13" Type="http://schemas.openxmlformats.org/officeDocument/2006/relationships/theme" Target="../theme/theme5.xml"/><Relationship Id="rId3" Type="http://schemas.openxmlformats.org/officeDocument/2006/relationships/slideLayout" Target="../slideLayouts/slideLayout51.xml"/><Relationship Id="rId7" Type="http://schemas.openxmlformats.org/officeDocument/2006/relationships/slideLayout" Target="../slideLayouts/slideLayout55.xml"/><Relationship Id="rId12" Type="http://schemas.openxmlformats.org/officeDocument/2006/relationships/slideLayout" Target="../slideLayouts/slideLayout60.xml"/><Relationship Id="rId2" Type="http://schemas.openxmlformats.org/officeDocument/2006/relationships/slideLayout" Target="../slideLayouts/slideLayout50.xml"/><Relationship Id="rId1" Type="http://schemas.openxmlformats.org/officeDocument/2006/relationships/slideLayout" Target="../slideLayouts/slideLayout49.xml"/><Relationship Id="rId6" Type="http://schemas.openxmlformats.org/officeDocument/2006/relationships/slideLayout" Target="../slideLayouts/slideLayout54.xml"/><Relationship Id="rId11" Type="http://schemas.openxmlformats.org/officeDocument/2006/relationships/slideLayout" Target="../slideLayouts/slideLayout59.xml"/><Relationship Id="rId5" Type="http://schemas.openxmlformats.org/officeDocument/2006/relationships/slideLayout" Target="../slideLayouts/slideLayout53.xml"/><Relationship Id="rId10" Type="http://schemas.openxmlformats.org/officeDocument/2006/relationships/slideLayout" Target="../slideLayouts/slideLayout58.xml"/><Relationship Id="rId4" Type="http://schemas.openxmlformats.org/officeDocument/2006/relationships/slideLayout" Target="../slideLayouts/slideLayout52.xml"/><Relationship Id="rId9" Type="http://schemas.openxmlformats.org/officeDocument/2006/relationships/slideLayout" Target="../slideLayouts/slideLayout57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8.xml"/><Relationship Id="rId13" Type="http://schemas.openxmlformats.org/officeDocument/2006/relationships/theme" Target="../theme/theme6.xml"/><Relationship Id="rId3" Type="http://schemas.openxmlformats.org/officeDocument/2006/relationships/slideLayout" Target="../slideLayouts/slideLayout63.xml"/><Relationship Id="rId7" Type="http://schemas.openxmlformats.org/officeDocument/2006/relationships/slideLayout" Target="../slideLayouts/slideLayout67.xml"/><Relationship Id="rId12" Type="http://schemas.openxmlformats.org/officeDocument/2006/relationships/slideLayout" Target="../slideLayouts/slideLayout72.xml"/><Relationship Id="rId2" Type="http://schemas.openxmlformats.org/officeDocument/2006/relationships/slideLayout" Target="../slideLayouts/slideLayout62.xml"/><Relationship Id="rId1" Type="http://schemas.openxmlformats.org/officeDocument/2006/relationships/slideLayout" Target="../slideLayouts/slideLayout61.xml"/><Relationship Id="rId6" Type="http://schemas.openxmlformats.org/officeDocument/2006/relationships/slideLayout" Target="../slideLayouts/slideLayout66.xml"/><Relationship Id="rId11" Type="http://schemas.openxmlformats.org/officeDocument/2006/relationships/slideLayout" Target="../slideLayouts/slideLayout71.xml"/><Relationship Id="rId5" Type="http://schemas.openxmlformats.org/officeDocument/2006/relationships/slideLayout" Target="../slideLayouts/slideLayout65.xml"/><Relationship Id="rId10" Type="http://schemas.openxmlformats.org/officeDocument/2006/relationships/slideLayout" Target="../slideLayouts/slideLayout70.xml"/><Relationship Id="rId4" Type="http://schemas.openxmlformats.org/officeDocument/2006/relationships/slideLayout" Target="../slideLayouts/slideLayout64.xml"/><Relationship Id="rId9" Type="http://schemas.openxmlformats.org/officeDocument/2006/relationships/slideLayout" Target="../slideLayouts/slideLayout6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3">
            <a:extLst>
              <a:ext uri="{FF2B5EF4-FFF2-40B4-BE49-F238E27FC236}">
                <a16:creationId xmlns:a16="http://schemas.microsoft.com/office/drawing/2014/main" id="{1BE4AE9B-A9B8-10B3-DE5B-0C1D10C2FA4C}"/>
              </a:ext>
            </a:extLst>
          </p:cNvPr>
          <p:cNvSpPr/>
          <p:nvPr/>
        </p:nvSpPr>
        <p:spPr>
          <a:xfrm>
            <a:off x="0" y="0"/>
            <a:ext cx="12184919" cy="6850800"/>
          </a:xfrm>
          <a:prstGeom prst="rect">
            <a:avLst/>
          </a:prstGeom>
          <a:solidFill>
            <a:srgbClr val="E3E7EC"/>
          </a:solidFill>
          <a:ln cap="flat">
            <a:noFill/>
            <a:prstDash val="solid"/>
          </a:ln>
        </p:spPr>
        <p:txBody>
          <a:bodyPr vert="horz" wrap="square" lIns="25560" tIns="25560" rIns="25560" bIns="25560" anchor="ctr" anchorCtr="1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ru-RU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FreeSans" pitchFamily="2"/>
            </a:endParaRPr>
          </a:p>
        </p:txBody>
      </p:sp>
      <p:sp>
        <p:nvSpPr>
          <p:cNvPr id="3" name="PlaceHolder 1">
            <a:extLst>
              <a:ext uri="{FF2B5EF4-FFF2-40B4-BE49-F238E27FC236}">
                <a16:creationId xmlns:a16="http://schemas.microsoft.com/office/drawing/2014/main" id="{90A32EAF-6357-B8CC-3ECA-78E5A4FEC17A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5997600" y="6540480"/>
            <a:ext cx="183240" cy="180000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5000" rIns="90000" bIns="45000" anchor="t" anchorCtr="1">
            <a:noAutofit/>
          </a:bodyPr>
          <a:lstStyle>
            <a:lvl1pPr marL="0" marR="0" lvl="0" indent="0" algn="ctr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</a:tabLst>
              <a:defRPr lang="ru-RU" sz="1200" b="0" i="0" u="none" strike="noStrike" kern="1200" cap="none" spc="0" baseline="0">
                <a:solidFill>
                  <a:srgbClr val="5E5E5E"/>
                </a:solidFill>
                <a:latin typeface="Helvetica Neue"/>
                <a:ea typeface="Helvetica Neue"/>
                <a:cs typeface="DejaVu Sans"/>
              </a:defRPr>
            </a:lvl1pPr>
          </a:lstStyle>
          <a:p>
            <a:pPr lvl="0"/>
            <a:fld id="{503D3CD9-9DFF-384B-B545-633FDA2B94EA}" type="slidenum">
              <a:t>‹#›</a:t>
            </a:fld>
            <a:endParaRPr lang="ru-RU"/>
          </a:p>
        </p:txBody>
      </p:sp>
      <p:sp>
        <p:nvSpPr>
          <p:cNvPr id="4" name="PlaceHolder 2">
            <a:extLst>
              <a:ext uri="{FF2B5EF4-FFF2-40B4-BE49-F238E27FC236}">
                <a16:creationId xmlns:a16="http://schemas.microsoft.com/office/drawing/2014/main" id="{A1692038-5B58-592F-D7B1-832C43BA186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ctr" anchorCtr="1">
            <a:noAutofit/>
          </a:bodyPr>
          <a:lstStyle/>
          <a:p>
            <a:pPr lvl="0"/>
            <a:r>
              <a:rPr lang="ru-RU"/>
              <a:t>Для правки текста заглавия щёлкните мышью</a:t>
            </a:r>
          </a:p>
        </p:txBody>
      </p:sp>
      <p:sp>
        <p:nvSpPr>
          <p:cNvPr id="5" name="PlaceHolder 3">
            <a:extLst>
              <a:ext uri="{FF2B5EF4-FFF2-40B4-BE49-F238E27FC236}">
                <a16:creationId xmlns:a16="http://schemas.microsoft.com/office/drawing/2014/main" id="{D3C3348B-3FD5-CDAD-54D0-265A51B2E64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09480" y="1604520"/>
            <a:ext cx="10972440" cy="3977279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>
            <a:normAutofit/>
          </a:bodyPr>
          <a:lstStyle/>
          <a:p>
            <a:pPr lvl="0"/>
            <a:r>
              <a:rPr lang="ru-RU"/>
              <a:t>Для правки структуры щёлкните мышью</a:t>
            </a:r>
          </a:p>
          <a:p>
            <a:pPr lvl="1"/>
            <a:r>
              <a:rPr lang="ru-RU"/>
              <a:t>Второй уровень структуры</a:t>
            </a:r>
          </a:p>
          <a:p>
            <a:pPr lvl="2"/>
            <a:r>
              <a:rPr lang="ru-RU"/>
              <a:t>Третий уровень структуры</a:t>
            </a:r>
          </a:p>
          <a:p>
            <a:pPr lvl="3"/>
            <a:r>
              <a:rPr lang="ru-RU"/>
              <a:t>Четвёртый уровень структуры</a:t>
            </a:r>
          </a:p>
          <a:p>
            <a:pPr lvl="4"/>
            <a:r>
              <a:rPr lang="ru-RU"/>
              <a:t>Пятый уровень структуры</a:t>
            </a:r>
          </a:p>
          <a:p>
            <a:pPr lvl="5"/>
            <a:r>
              <a:rPr lang="ru-RU"/>
              <a:t>Шестой уровень структуры</a:t>
            </a:r>
          </a:p>
          <a:p>
            <a:pPr lvl="6"/>
            <a:r>
              <a:rPr lang="ru-RU"/>
              <a:t>Седьмой уровень структуры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marL="0" marR="0" lvl="0" indent="0" algn="ctr" rtl="0" hangingPunct="1">
        <a:lnSpc>
          <a:spcPct val="90000"/>
        </a:lnSpc>
        <a:spcBef>
          <a:spcPts val="0"/>
        </a:spcBef>
        <a:spcAft>
          <a:spcPts val="0"/>
        </a:spcAft>
        <a:buNone/>
        <a:tabLst/>
        <a:defRPr lang="ru-RU" sz="4400" b="0" i="0" u="none" strike="noStrike" kern="1200" cap="none" spc="0" baseline="0">
          <a:ln>
            <a:noFill/>
          </a:ln>
          <a:solidFill>
            <a:srgbClr val="000000"/>
          </a:solidFill>
          <a:highlight>
            <a:scrgbClr r="0" g="0" b="0">
              <a:alpha val="0"/>
            </a:scrgbClr>
          </a:highlight>
          <a:latin typeface="Arial" pitchFamily="18"/>
          <a:ea typeface="DejaVu Sans" pitchFamily="2"/>
          <a:cs typeface="DejaVu Sans" pitchFamily="2"/>
        </a:defRPr>
      </a:lvl1pPr>
    </p:titleStyle>
    <p:bodyStyle>
      <a:lvl1pPr marL="432000" marR="0" lvl="0" indent="-324000" algn="l" rtl="0" hangingPunct="1">
        <a:lnSpc>
          <a:spcPct val="90000"/>
        </a:lnSpc>
        <a:spcBef>
          <a:spcPts val="1414"/>
        </a:spcBef>
        <a:spcAft>
          <a:spcPts val="0"/>
        </a:spcAft>
        <a:buSzPct val="45000"/>
        <a:buFont typeface="OpenSymbol"/>
        <a:buChar char="●"/>
        <a:tabLst/>
        <a:defRPr lang="ru-RU" sz="3200" b="0" i="0" u="none" strike="noStrike" kern="1200" cap="none" spc="0" baseline="0">
          <a:ln>
            <a:noFill/>
          </a:ln>
          <a:solidFill>
            <a:srgbClr val="000000"/>
          </a:solidFill>
          <a:highlight>
            <a:scrgbClr r="0" g="0" b="0">
              <a:alpha val="0"/>
            </a:scrgbClr>
          </a:highlight>
          <a:latin typeface="Arial" pitchFamily="18"/>
          <a:ea typeface="DejaVu Sans" pitchFamily="2"/>
          <a:cs typeface="DejaVu Sans" pitchFamily="2"/>
        </a:defRPr>
      </a:lvl1pPr>
      <a:lvl2pPr marL="864000" marR="0" lvl="1" indent="-324000" algn="l" rtl="0" hangingPunct="1">
        <a:lnSpc>
          <a:spcPct val="90000"/>
        </a:lnSpc>
        <a:spcBef>
          <a:spcPts val="1134"/>
        </a:spcBef>
        <a:spcAft>
          <a:spcPts val="0"/>
        </a:spcAft>
        <a:buSzPct val="75000"/>
        <a:buFont typeface="OpenSymbol"/>
        <a:buChar char="–"/>
        <a:tabLst/>
        <a:defRPr lang="ru-RU" sz="2800" b="0" i="0" u="none" strike="noStrike" kern="1200" cap="none" spc="0" baseline="0">
          <a:ln>
            <a:noFill/>
          </a:ln>
          <a:solidFill>
            <a:srgbClr val="000000"/>
          </a:solidFill>
          <a:highlight>
            <a:scrgbClr r="0" g="0" b="0">
              <a:alpha val="0"/>
            </a:scrgbClr>
          </a:highlight>
          <a:latin typeface="Arial" pitchFamily="18"/>
          <a:ea typeface="DejaVu Sans" pitchFamily="2"/>
          <a:cs typeface="DejaVu Sans" pitchFamily="2"/>
        </a:defRPr>
      </a:lvl2pPr>
      <a:lvl3pPr marL="1296000" marR="0" lvl="2" indent="-288000" algn="l" rtl="0" hangingPunct="1">
        <a:lnSpc>
          <a:spcPct val="90000"/>
        </a:lnSpc>
        <a:spcBef>
          <a:spcPts val="850"/>
        </a:spcBef>
        <a:spcAft>
          <a:spcPts val="0"/>
        </a:spcAft>
        <a:buSzPct val="45000"/>
        <a:buFont typeface="OpenSymbol"/>
        <a:buChar char="●"/>
        <a:tabLst/>
        <a:defRPr lang="ru-RU" sz="2400" b="0" i="0" u="none" strike="noStrike" kern="1200" cap="none" spc="0" baseline="0">
          <a:ln>
            <a:noFill/>
          </a:ln>
          <a:solidFill>
            <a:srgbClr val="000000"/>
          </a:solidFill>
          <a:highlight>
            <a:scrgbClr r="0" g="0" b="0">
              <a:alpha val="0"/>
            </a:scrgbClr>
          </a:highlight>
          <a:latin typeface="Arial" pitchFamily="18"/>
          <a:ea typeface="DejaVu Sans" pitchFamily="2"/>
          <a:cs typeface="DejaVu Sans" pitchFamily="2"/>
        </a:defRPr>
      </a:lvl3pPr>
      <a:lvl4pPr marL="1728000" marR="0" lvl="3" indent="-216000" algn="l" rtl="0" hangingPunct="1">
        <a:lnSpc>
          <a:spcPct val="90000"/>
        </a:lnSpc>
        <a:spcBef>
          <a:spcPts val="564"/>
        </a:spcBef>
        <a:spcAft>
          <a:spcPts val="0"/>
        </a:spcAft>
        <a:buSzPct val="75000"/>
        <a:buFont typeface="OpenSymbol"/>
        <a:buChar char="–"/>
        <a:tabLst/>
        <a:defRPr lang="ru-RU" sz="2000" b="0" i="0" u="none" strike="noStrike" kern="1200" cap="none" spc="0" baseline="0">
          <a:ln>
            <a:noFill/>
          </a:ln>
          <a:solidFill>
            <a:srgbClr val="000000"/>
          </a:solidFill>
          <a:highlight>
            <a:scrgbClr r="0" g="0" b="0">
              <a:alpha val="0"/>
            </a:scrgbClr>
          </a:highlight>
          <a:latin typeface="Arial" pitchFamily="18"/>
          <a:ea typeface="DejaVu Sans" pitchFamily="2"/>
          <a:cs typeface="DejaVu Sans" pitchFamily="2"/>
        </a:defRPr>
      </a:lvl4pPr>
      <a:lvl5pPr marL="2160000" marR="0" lvl="4" indent="-216000" algn="l" rtl="0" hangingPunct="1">
        <a:lnSpc>
          <a:spcPct val="90000"/>
        </a:lnSpc>
        <a:spcBef>
          <a:spcPts val="286"/>
        </a:spcBef>
        <a:spcAft>
          <a:spcPts val="0"/>
        </a:spcAft>
        <a:buSzPct val="45000"/>
        <a:buFont typeface="OpenSymbol"/>
        <a:buChar char="●"/>
        <a:tabLst/>
        <a:defRPr lang="ru-RU" sz="2000" b="0" i="0" u="none" strike="noStrike" kern="1200" cap="none" spc="0" baseline="0">
          <a:ln>
            <a:noFill/>
          </a:ln>
          <a:solidFill>
            <a:srgbClr val="000000"/>
          </a:solidFill>
          <a:highlight>
            <a:scrgbClr r="0" g="0" b="0">
              <a:alpha val="0"/>
            </a:scrgbClr>
          </a:highlight>
          <a:latin typeface="Arial" pitchFamily="18"/>
          <a:ea typeface="DejaVu Sans" pitchFamily="2"/>
          <a:cs typeface="DejaVu Sans" pitchFamily="2"/>
        </a:defRPr>
      </a:lvl5pPr>
      <a:lvl6pPr marL="2592000" marR="0" lvl="5" indent="-216000" algn="l" rtl="0" hangingPunct="1">
        <a:lnSpc>
          <a:spcPct val="90000"/>
        </a:lnSpc>
        <a:spcBef>
          <a:spcPts val="286"/>
        </a:spcBef>
        <a:spcAft>
          <a:spcPts val="0"/>
        </a:spcAft>
        <a:buSzPct val="45000"/>
        <a:buFont typeface="OpenSymbol"/>
        <a:buChar char="●"/>
        <a:tabLst/>
        <a:defRPr lang="ru-RU" sz="2000" b="0" i="0" u="none" strike="noStrike" kern="1200" cap="none" spc="0" baseline="0">
          <a:ln>
            <a:noFill/>
          </a:ln>
          <a:solidFill>
            <a:srgbClr val="000000"/>
          </a:solidFill>
          <a:highlight>
            <a:scrgbClr r="0" g="0" b="0">
              <a:alpha val="0"/>
            </a:scrgbClr>
          </a:highlight>
          <a:latin typeface="Arial" pitchFamily="18"/>
          <a:ea typeface="DejaVu Sans" pitchFamily="2"/>
          <a:cs typeface="DejaVu Sans" pitchFamily="2"/>
        </a:defRPr>
      </a:lvl6pPr>
      <a:lvl7pPr marL="3024000" marR="0" lvl="6" indent="-216000" algn="l" rtl="0" hangingPunct="1">
        <a:lnSpc>
          <a:spcPct val="90000"/>
        </a:lnSpc>
        <a:spcBef>
          <a:spcPts val="286"/>
        </a:spcBef>
        <a:spcAft>
          <a:spcPts val="0"/>
        </a:spcAft>
        <a:buSzPct val="45000"/>
        <a:buFont typeface="OpenSymbol"/>
        <a:buChar char="●"/>
        <a:tabLst/>
        <a:defRPr lang="ru-RU" sz="2000" b="0" i="0" u="none" strike="noStrike" kern="1200" cap="none" spc="0" baseline="0">
          <a:ln>
            <a:noFill/>
          </a:ln>
          <a:solidFill>
            <a:srgbClr val="000000"/>
          </a:solidFill>
          <a:highlight>
            <a:scrgbClr r="0" g="0" b="0">
              <a:alpha val="0"/>
            </a:scrgbClr>
          </a:highlight>
          <a:latin typeface="Arial" pitchFamily="18"/>
          <a:ea typeface="DejaVu Sans" pitchFamily="2"/>
          <a:cs typeface="DejaVu Sans" pitchFamily="2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3">
            <a:extLst>
              <a:ext uri="{FF2B5EF4-FFF2-40B4-BE49-F238E27FC236}">
                <a16:creationId xmlns:a16="http://schemas.microsoft.com/office/drawing/2014/main" id="{670EBAA6-9B03-DB39-EA93-4AB1EECC621B}"/>
              </a:ext>
            </a:extLst>
          </p:cNvPr>
          <p:cNvSpPr/>
          <p:nvPr/>
        </p:nvSpPr>
        <p:spPr>
          <a:xfrm>
            <a:off x="0" y="0"/>
            <a:ext cx="12185639" cy="6851520"/>
          </a:xfrm>
          <a:prstGeom prst="rect">
            <a:avLst/>
          </a:prstGeom>
          <a:solidFill>
            <a:srgbClr val="E3E7EC"/>
          </a:solidFill>
          <a:ln cap="flat">
            <a:noFill/>
            <a:prstDash val="solid"/>
          </a:ln>
        </p:spPr>
        <p:txBody>
          <a:bodyPr vert="horz" wrap="square" lIns="25560" tIns="25560" rIns="25560" bIns="25560" anchor="ctr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ru-RU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FreeSans" pitchFamily="2"/>
            </a:endParaRPr>
          </a:p>
        </p:txBody>
      </p:sp>
      <p:sp>
        <p:nvSpPr>
          <p:cNvPr id="3" name="PlaceHolder 1">
            <a:extLst>
              <a:ext uri="{FF2B5EF4-FFF2-40B4-BE49-F238E27FC236}">
                <a16:creationId xmlns:a16="http://schemas.microsoft.com/office/drawing/2014/main" id="{2567EBED-93AF-C3FB-4A12-30E3E5E45113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667959" y="6489720"/>
            <a:ext cx="517319" cy="361799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5000" rIns="90000" bIns="45000" anchor="ctr" anchorCtr="1">
            <a:noAutofit/>
          </a:bodyPr>
          <a:lstStyle>
            <a:lvl1pPr marL="0" marR="0" lvl="0" indent="0" algn="ctr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</a:tabLst>
              <a:defRPr lang="ru-RU" sz="700" b="0" i="0" u="none" strike="noStrike" kern="1200" cap="none" spc="0" baseline="0">
                <a:solidFill>
                  <a:srgbClr val="1A1B23"/>
                </a:solidFill>
                <a:latin typeface="PT Astra Fact"/>
                <a:ea typeface="PT Astra Fact"/>
                <a:cs typeface="DejaVu Sans"/>
              </a:defRPr>
            </a:lvl1pPr>
          </a:lstStyle>
          <a:p>
            <a:pPr lvl="0"/>
            <a:fld id="{31C6E175-6BC2-0247-A037-C67B25F3FB7C}" type="slidenum">
              <a:t>‹#›</a:t>
            </a:fld>
            <a:endParaRPr lang="ru-RU"/>
          </a:p>
        </p:txBody>
      </p:sp>
      <p:sp>
        <p:nvSpPr>
          <p:cNvPr id="4" name="PlaceHolder 2">
            <a:extLst>
              <a:ext uri="{FF2B5EF4-FFF2-40B4-BE49-F238E27FC236}">
                <a16:creationId xmlns:a16="http://schemas.microsoft.com/office/drawing/2014/main" id="{F5143CCC-803B-8DBD-DAC7-E628D26306A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ctr" anchorCtr="1">
            <a:noAutofit/>
          </a:bodyPr>
          <a:lstStyle/>
          <a:p>
            <a:pPr lvl="0"/>
            <a:r>
              <a:rPr lang="ru-RU"/>
              <a:t>Для правки текста заглавия щёлкните мышью</a:t>
            </a:r>
          </a:p>
        </p:txBody>
      </p:sp>
      <p:sp>
        <p:nvSpPr>
          <p:cNvPr id="5" name="PlaceHolder 3">
            <a:extLst>
              <a:ext uri="{FF2B5EF4-FFF2-40B4-BE49-F238E27FC236}">
                <a16:creationId xmlns:a16="http://schemas.microsoft.com/office/drawing/2014/main" id="{F2190919-C8BC-E931-E126-AD717FDFC96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09480" y="1604520"/>
            <a:ext cx="10972440" cy="3977279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>
            <a:normAutofit/>
          </a:bodyPr>
          <a:lstStyle/>
          <a:p>
            <a:pPr lvl="0"/>
            <a:r>
              <a:rPr lang="ru-RU"/>
              <a:t>Для правки структуры щёлкните мышью</a:t>
            </a:r>
          </a:p>
          <a:p>
            <a:pPr lvl="1"/>
            <a:r>
              <a:rPr lang="ru-RU"/>
              <a:t>Второй уровень структуры</a:t>
            </a:r>
          </a:p>
          <a:p>
            <a:pPr lvl="2"/>
            <a:r>
              <a:rPr lang="ru-RU"/>
              <a:t>Третий уровень структуры</a:t>
            </a:r>
          </a:p>
          <a:p>
            <a:pPr lvl="3"/>
            <a:r>
              <a:rPr lang="ru-RU"/>
              <a:t>Четвёртый уровень структуры</a:t>
            </a:r>
          </a:p>
          <a:p>
            <a:pPr lvl="4"/>
            <a:r>
              <a:rPr lang="ru-RU"/>
              <a:t>Пятый уровень структуры</a:t>
            </a:r>
          </a:p>
          <a:p>
            <a:pPr lvl="5"/>
            <a:r>
              <a:rPr lang="ru-RU"/>
              <a:t>Шестой уровень структуры</a:t>
            </a:r>
          </a:p>
          <a:p>
            <a:pPr lvl="6"/>
            <a:r>
              <a:rPr lang="ru-RU"/>
              <a:t>Седьмой уровень структуры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>
      <a:lvl1pPr marL="0" marR="0" lvl="0" indent="0" algn="ctr" rtl="0" hangingPunct="1">
        <a:lnSpc>
          <a:spcPct val="90000"/>
        </a:lnSpc>
        <a:spcBef>
          <a:spcPts val="0"/>
        </a:spcBef>
        <a:spcAft>
          <a:spcPts val="0"/>
        </a:spcAft>
        <a:buNone/>
        <a:tabLst/>
        <a:defRPr lang="ru-RU" sz="4400" b="0" i="0" u="none" strike="noStrike" kern="1200" cap="none" spc="0" baseline="0">
          <a:ln>
            <a:noFill/>
          </a:ln>
          <a:solidFill>
            <a:srgbClr val="000000"/>
          </a:solidFill>
          <a:highlight>
            <a:scrgbClr r="0" g="0" b="0">
              <a:alpha val="0"/>
            </a:scrgbClr>
          </a:highlight>
          <a:latin typeface="Arial" pitchFamily="18"/>
          <a:ea typeface="DejaVu Sans" pitchFamily="2"/>
          <a:cs typeface="DejaVu Sans" pitchFamily="2"/>
        </a:defRPr>
      </a:lvl1pPr>
    </p:titleStyle>
    <p:bodyStyle>
      <a:lvl1pPr marL="432000" marR="0" lvl="0" indent="-324000" algn="l" rtl="0" hangingPunct="1">
        <a:lnSpc>
          <a:spcPct val="90000"/>
        </a:lnSpc>
        <a:spcBef>
          <a:spcPts val="1414"/>
        </a:spcBef>
        <a:spcAft>
          <a:spcPts val="0"/>
        </a:spcAft>
        <a:buSzPct val="45000"/>
        <a:buFont typeface="OpenSymbol"/>
        <a:buChar char="●"/>
        <a:tabLst/>
        <a:defRPr lang="ru-RU" sz="3200" b="0" i="0" u="none" strike="noStrike" kern="1200" cap="none" spc="0" baseline="0">
          <a:ln>
            <a:noFill/>
          </a:ln>
          <a:solidFill>
            <a:srgbClr val="000000"/>
          </a:solidFill>
          <a:highlight>
            <a:scrgbClr r="0" g="0" b="0">
              <a:alpha val="0"/>
            </a:scrgbClr>
          </a:highlight>
          <a:latin typeface="Arial" pitchFamily="18"/>
          <a:ea typeface="DejaVu Sans" pitchFamily="2"/>
          <a:cs typeface="DejaVu Sans" pitchFamily="2"/>
        </a:defRPr>
      </a:lvl1pPr>
      <a:lvl2pPr marL="864000" marR="0" lvl="1" indent="-324000" algn="l" rtl="0" hangingPunct="1">
        <a:lnSpc>
          <a:spcPct val="90000"/>
        </a:lnSpc>
        <a:spcBef>
          <a:spcPts val="1134"/>
        </a:spcBef>
        <a:spcAft>
          <a:spcPts val="0"/>
        </a:spcAft>
        <a:buSzPct val="75000"/>
        <a:buFont typeface="OpenSymbol"/>
        <a:buChar char="–"/>
        <a:tabLst/>
        <a:defRPr lang="ru-RU" sz="2800" b="0" i="0" u="none" strike="noStrike" kern="1200" cap="none" spc="0" baseline="0">
          <a:ln>
            <a:noFill/>
          </a:ln>
          <a:solidFill>
            <a:srgbClr val="000000"/>
          </a:solidFill>
          <a:highlight>
            <a:scrgbClr r="0" g="0" b="0">
              <a:alpha val="0"/>
            </a:scrgbClr>
          </a:highlight>
          <a:latin typeface="Arial" pitchFamily="18"/>
          <a:ea typeface="DejaVu Sans" pitchFamily="2"/>
          <a:cs typeface="DejaVu Sans" pitchFamily="2"/>
        </a:defRPr>
      </a:lvl2pPr>
      <a:lvl3pPr marL="1296000" marR="0" lvl="2" indent="-288000" algn="l" rtl="0" hangingPunct="1">
        <a:lnSpc>
          <a:spcPct val="90000"/>
        </a:lnSpc>
        <a:spcBef>
          <a:spcPts val="850"/>
        </a:spcBef>
        <a:spcAft>
          <a:spcPts val="0"/>
        </a:spcAft>
        <a:buSzPct val="45000"/>
        <a:buFont typeface="OpenSymbol"/>
        <a:buChar char="●"/>
        <a:tabLst/>
        <a:defRPr lang="ru-RU" sz="2400" b="0" i="0" u="none" strike="noStrike" kern="1200" cap="none" spc="0" baseline="0">
          <a:ln>
            <a:noFill/>
          </a:ln>
          <a:solidFill>
            <a:srgbClr val="000000"/>
          </a:solidFill>
          <a:highlight>
            <a:scrgbClr r="0" g="0" b="0">
              <a:alpha val="0"/>
            </a:scrgbClr>
          </a:highlight>
          <a:latin typeface="Arial" pitchFamily="18"/>
          <a:ea typeface="DejaVu Sans" pitchFamily="2"/>
          <a:cs typeface="DejaVu Sans" pitchFamily="2"/>
        </a:defRPr>
      </a:lvl3pPr>
      <a:lvl4pPr marL="1728000" marR="0" lvl="3" indent="-216000" algn="l" rtl="0" hangingPunct="1">
        <a:lnSpc>
          <a:spcPct val="90000"/>
        </a:lnSpc>
        <a:spcBef>
          <a:spcPts val="564"/>
        </a:spcBef>
        <a:spcAft>
          <a:spcPts val="0"/>
        </a:spcAft>
        <a:buSzPct val="75000"/>
        <a:buFont typeface="OpenSymbol"/>
        <a:buChar char="–"/>
        <a:tabLst/>
        <a:defRPr lang="ru-RU" sz="2000" b="0" i="0" u="none" strike="noStrike" kern="1200" cap="none" spc="0" baseline="0">
          <a:ln>
            <a:noFill/>
          </a:ln>
          <a:solidFill>
            <a:srgbClr val="000000"/>
          </a:solidFill>
          <a:highlight>
            <a:scrgbClr r="0" g="0" b="0">
              <a:alpha val="0"/>
            </a:scrgbClr>
          </a:highlight>
          <a:latin typeface="Arial" pitchFamily="18"/>
          <a:ea typeface="DejaVu Sans" pitchFamily="2"/>
          <a:cs typeface="DejaVu Sans" pitchFamily="2"/>
        </a:defRPr>
      </a:lvl4pPr>
      <a:lvl5pPr marL="2160000" marR="0" lvl="4" indent="-216000" algn="l" rtl="0" hangingPunct="1">
        <a:lnSpc>
          <a:spcPct val="90000"/>
        </a:lnSpc>
        <a:spcBef>
          <a:spcPts val="286"/>
        </a:spcBef>
        <a:spcAft>
          <a:spcPts val="0"/>
        </a:spcAft>
        <a:buSzPct val="45000"/>
        <a:buFont typeface="OpenSymbol"/>
        <a:buChar char="●"/>
        <a:tabLst/>
        <a:defRPr lang="ru-RU" sz="2000" b="0" i="0" u="none" strike="noStrike" kern="1200" cap="none" spc="0" baseline="0">
          <a:ln>
            <a:noFill/>
          </a:ln>
          <a:solidFill>
            <a:srgbClr val="000000"/>
          </a:solidFill>
          <a:highlight>
            <a:scrgbClr r="0" g="0" b="0">
              <a:alpha val="0"/>
            </a:scrgbClr>
          </a:highlight>
          <a:latin typeface="Arial" pitchFamily="18"/>
          <a:ea typeface="DejaVu Sans" pitchFamily="2"/>
          <a:cs typeface="DejaVu Sans" pitchFamily="2"/>
        </a:defRPr>
      </a:lvl5pPr>
      <a:lvl6pPr marL="2592000" marR="0" lvl="5" indent="-216000" algn="l" rtl="0" hangingPunct="1">
        <a:lnSpc>
          <a:spcPct val="90000"/>
        </a:lnSpc>
        <a:spcBef>
          <a:spcPts val="286"/>
        </a:spcBef>
        <a:spcAft>
          <a:spcPts val="0"/>
        </a:spcAft>
        <a:buSzPct val="45000"/>
        <a:buFont typeface="OpenSymbol"/>
        <a:buChar char="●"/>
        <a:tabLst/>
        <a:defRPr lang="ru-RU" sz="2000" b="0" i="0" u="none" strike="noStrike" kern="1200" cap="none" spc="0" baseline="0">
          <a:ln>
            <a:noFill/>
          </a:ln>
          <a:solidFill>
            <a:srgbClr val="000000"/>
          </a:solidFill>
          <a:highlight>
            <a:scrgbClr r="0" g="0" b="0">
              <a:alpha val="0"/>
            </a:scrgbClr>
          </a:highlight>
          <a:latin typeface="Arial" pitchFamily="18"/>
          <a:ea typeface="DejaVu Sans" pitchFamily="2"/>
          <a:cs typeface="DejaVu Sans" pitchFamily="2"/>
        </a:defRPr>
      </a:lvl6pPr>
      <a:lvl7pPr marL="3024000" marR="0" lvl="6" indent="-216000" algn="l" rtl="0" hangingPunct="1">
        <a:lnSpc>
          <a:spcPct val="90000"/>
        </a:lnSpc>
        <a:spcBef>
          <a:spcPts val="286"/>
        </a:spcBef>
        <a:spcAft>
          <a:spcPts val="0"/>
        </a:spcAft>
        <a:buSzPct val="45000"/>
        <a:buFont typeface="OpenSymbol"/>
        <a:buChar char="●"/>
        <a:tabLst/>
        <a:defRPr lang="ru-RU" sz="2000" b="0" i="0" u="none" strike="noStrike" kern="1200" cap="none" spc="0" baseline="0">
          <a:ln>
            <a:noFill/>
          </a:ln>
          <a:solidFill>
            <a:srgbClr val="000000"/>
          </a:solidFill>
          <a:highlight>
            <a:scrgbClr r="0" g="0" b="0">
              <a:alpha val="0"/>
            </a:scrgbClr>
          </a:highlight>
          <a:latin typeface="Arial" pitchFamily="18"/>
          <a:ea typeface="DejaVu Sans" pitchFamily="2"/>
          <a:cs typeface="DejaVu Sans" pitchFamily="2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3">
            <a:extLst>
              <a:ext uri="{FF2B5EF4-FFF2-40B4-BE49-F238E27FC236}">
                <a16:creationId xmlns:a16="http://schemas.microsoft.com/office/drawing/2014/main" id="{BFE1E123-1AF9-018C-CE04-96E3EC23D4AB}"/>
              </a:ext>
            </a:extLst>
          </p:cNvPr>
          <p:cNvSpPr/>
          <p:nvPr/>
        </p:nvSpPr>
        <p:spPr>
          <a:xfrm>
            <a:off x="0" y="0"/>
            <a:ext cx="12184919" cy="6850800"/>
          </a:xfrm>
          <a:prstGeom prst="rect">
            <a:avLst/>
          </a:prstGeom>
          <a:solidFill>
            <a:srgbClr val="E3E7EC"/>
          </a:solidFill>
          <a:ln cap="flat">
            <a:noFill/>
            <a:prstDash val="solid"/>
          </a:ln>
        </p:spPr>
        <p:txBody>
          <a:bodyPr vert="horz" wrap="square" lIns="25560" tIns="25560" rIns="25560" bIns="25560" anchor="ctr" anchorCtr="1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ru-RU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FreeSans" pitchFamily="2"/>
            </a:endParaRPr>
          </a:p>
        </p:txBody>
      </p:sp>
      <p:sp>
        <p:nvSpPr>
          <p:cNvPr id="3" name="PlaceHolder 1">
            <a:extLst>
              <a:ext uri="{FF2B5EF4-FFF2-40B4-BE49-F238E27FC236}">
                <a16:creationId xmlns:a16="http://schemas.microsoft.com/office/drawing/2014/main" id="{9A8417EA-12E0-F4BC-1791-70960A1E6376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667959" y="6489720"/>
            <a:ext cx="516599" cy="361079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5000" rIns="90000" bIns="45000" anchor="ctr" anchorCtr="1">
            <a:noAutofit/>
          </a:bodyPr>
          <a:lstStyle>
            <a:lvl1pPr marL="0" marR="0" lvl="0" indent="0" algn="ctr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</a:tabLst>
              <a:defRPr lang="ru-RU" sz="700" b="0" i="0" u="none" strike="noStrike" kern="1200" cap="none" spc="0" baseline="0">
                <a:solidFill>
                  <a:srgbClr val="1A1B23"/>
                </a:solidFill>
                <a:latin typeface="PT Astra Fact"/>
                <a:ea typeface="PT Astra Fact"/>
                <a:cs typeface="DejaVu Sans"/>
              </a:defRPr>
            </a:lvl1pPr>
          </a:lstStyle>
          <a:p>
            <a:pPr lvl="0"/>
            <a:fld id="{D42E6375-1F9F-8144-BF59-BB62932028DA}" type="slidenum">
              <a:t>‹#›</a:t>
            </a:fld>
            <a:endParaRPr lang="ru-RU"/>
          </a:p>
        </p:txBody>
      </p:sp>
      <p:sp>
        <p:nvSpPr>
          <p:cNvPr id="4" name="PlaceHolder 2">
            <a:extLst>
              <a:ext uri="{FF2B5EF4-FFF2-40B4-BE49-F238E27FC236}">
                <a16:creationId xmlns:a16="http://schemas.microsoft.com/office/drawing/2014/main" id="{D619A385-6C0D-86CA-CED3-3BFA2E0EDED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ctr" anchorCtr="1">
            <a:noAutofit/>
          </a:bodyPr>
          <a:lstStyle/>
          <a:p>
            <a:pPr lvl="0"/>
            <a:r>
              <a:rPr lang="ru-RU"/>
              <a:t>Для правки текста заглавия щёлкните мышью</a:t>
            </a:r>
          </a:p>
        </p:txBody>
      </p:sp>
      <p:sp>
        <p:nvSpPr>
          <p:cNvPr id="5" name="PlaceHolder 3">
            <a:extLst>
              <a:ext uri="{FF2B5EF4-FFF2-40B4-BE49-F238E27FC236}">
                <a16:creationId xmlns:a16="http://schemas.microsoft.com/office/drawing/2014/main" id="{A5E99139-18BB-4BFD-2760-5194413D2AE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09480" y="1604520"/>
            <a:ext cx="10972440" cy="3977279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>
            <a:normAutofit/>
          </a:bodyPr>
          <a:lstStyle/>
          <a:p>
            <a:pPr lvl="0"/>
            <a:r>
              <a:rPr lang="ru-RU"/>
              <a:t>Для правки структуры щёлкните мышью</a:t>
            </a:r>
          </a:p>
          <a:p>
            <a:pPr lvl="1"/>
            <a:r>
              <a:rPr lang="ru-RU"/>
              <a:t>Второй уровень структуры</a:t>
            </a:r>
          </a:p>
          <a:p>
            <a:pPr lvl="2"/>
            <a:r>
              <a:rPr lang="ru-RU"/>
              <a:t>Третий уровень структуры</a:t>
            </a:r>
          </a:p>
          <a:p>
            <a:pPr lvl="3"/>
            <a:r>
              <a:rPr lang="ru-RU"/>
              <a:t>Четвёртый уровень структуры</a:t>
            </a:r>
          </a:p>
          <a:p>
            <a:pPr lvl="4"/>
            <a:r>
              <a:rPr lang="ru-RU"/>
              <a:t>Пятый уровень структуры</a:t>
            </a:r>
          </a:p>
          <a:p>
            <a:pPr lvl="5"/>
            <a:r>
              <a:rPr lang="ru-RU"/>
              <a:t>Шестой уровень структуры</a:t>
            </a:r>
          </a:p>
          <a:p>
            <a:pPr lvl="6"/>
            <a:r>
              <a:rPr lang="ru-RU"/>
              <a:t>Седьмой уровень структуры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</p:sldLayoutIdLst>
  <p:txStyles>
    <p:titleStyle>
      <a:lvl1pPr marL="0" marR="0" lvl="0" indent="0" algn="ctr" rtl="0" hangingPunct="1">
        <a:lnSpc>
          <a:spcPct val="90000"/>
        </a:lnSpc>
        <a:spcBef>
          <a:spcPts val="0"/>
        </a:spcBef>
        <a:spcAft>
          <a:spcPts val="0"/>
        </a:spcAft>
        <a:buNone/>
        <a:tabLst/>
        <a:defRPr lang="ru-RU" sz="4400" b="0" i="0" u="none" strike="noStrike" kern="1200" cap="none" spc="0" baseline="0">
          <a:ln>
            <a:noFill/>
          </a:ln>
          <a:solidFill>
            <a:srgbClr val="000000"/>
          </a:solidFill>
          <a:highlight>
            <a:scrgbClr r="0" g="0" b="0">
              <a:alpha val="0"/>
            </a:scrgbClr>
          </a:highlight>
          <a:latin typeface="Arial" pitchFamily="18"/>
          <a:ea typeface="DejaVu Sans" pitchFamily="2"/>
          <a:cs typeface="DejaVu Sans" pitchFamily="2"/>
        </a:defRPr>
      </a:lvl1pPr>
    </p:titleStyle>
    <p:bodyStyle>
      <a:lvl1pPr marL="432000" marR="0" lvl="0" indent="-324000" algn="l" rtl="0" hangingPunct="1">
        <a:lnSpc>
          <a:spcPct val="90000"/>
        </a:lnSpc>
        <a:spcBef>
          <a:spcPts val="1414"/>
        </a:spcBef>
        <a:spcAft>
          <a:spcPts val="0"/>
        </a:spcAft>
        <a:buSzPct val="45000"/>
        <a:buFont typeface="OpenSymbol"/>
        <a:buChar char="●"/>
        <a:tabLst/>
        <a:defRPr lang="ru-RU" sz="3200" b="0" i="0" u="none" strike="noStrike" kern="1200" cap="none" spc="0" baseline="0">
          <a:ln>
            <a:noFill/>
          </a:ln>
          <a:solidFill>
            <a:srgbClr val="000000"/>
          </a:solidFill>
          <a:highlight>
            <a:scrgbClr r="0" g="0" b="0">
              <a:alpha val="0"/>
            </a:scrgbClr>
          </a:highlight>
          <a:latin typeface="Arial" pitchFamily="18"/>
          <a:ea typeface="DejaVu Sans" pitchFamily="2"/>
          <a:cs typeface="DejaVu Sans" pitchFamily="2"/>
        </a:defRPr>
      </a:lvl1pPr>
      <a:lvl2pPr marL="864000" marR="0" lvl="1" indent="-324000" algn="l" rtl="0" hangingPunct="1">
        <a:lnSpc>
          <a:spcPct val="90000"/>
        </a:lnSpc>
        <a:spcBef>
          <a:spcPts val="1134"/>
        </a:spcBef>
        <a:spcAft>
          <a:spcPts val="0"/>
        </a:spcAft>
        <a:buSzPct val="75000"/>
        <a:buFont typeface="OpenSymbol"/>
        <a:buChar char="–"/>
        <a:tabLst/>
        <a:defRPr lang="ru-RU" sz="2800" b="0" i="0" u="none" strike="noStrike" kern="1200" cap="none" spc="0" baseline="0">
          <a:ln>
            <a:noFill/>
          </a:ln>
          <a:solidFill>
            <a:srgbClr val="000000"/>
          </a:solidFill>
          <a:highlight>
            <a:scrgbClr r="0" g="0" b="0">
              <a:alpha val="0"/>
            </a:scrgbClr>
          </a:highlight>
          <a:latin typeface="Arial" pitchFamily="18"/>
          <a:ea typeface="DejaVu Sans" pitchFamily="2"/>
          <a:cs typeface="DejaVu Sans" pitchFamily="2"/>
        </a:defRPr>
      </a:lvl2pPr>
      <a:lvl3pPr marL="1296000" marR="0" lvl="2" indent="-288000" algn="l" rtl="0" hangingPunct="1">
        <a:lnSpc>
          <a:spcPct val="90000"/>
        </a:lnSpc>
        <a:spcBef>
          <a:spcPts val="850"/>
        </a:spcBef>
        <a:spcAft>
          <a:spcPts val="0"/>
        </a:spcAft>
        <a:buSzPct val="45000"/>
        <a:buFont typeface="OpenSymbol"/>
        <a:buChar char="●"/>
        <a:tabLst/>
        <a:defRPr lang="ru-RU" sz="2400" b="0" i="0" u="none" strike="noStrike" kern="1200" cap="none" spc="0" baseline="0">
          <a:ln>
            <a:noFill/>
          </a:ln>
          <a:solidFill>
            <a:srgbClr val="000000"/>
          </a:solidFill>
          <a:highlight>
            <a:scrgbClr r="0" g="0" b="0">
              <a:alpha val="0"/>
            </a:scrgbClr>
          </a:highlight>
          <a:latin typeface="Arial" pitchFamily="18"/>
          <a:ea typeface="DejaVu Sans" pitchFamily="2"/>
          <a:cs typeface="DejaVu Sans" pitchFamily="2"/>
        </a:defRPr>
      </a:lvl3pPr>
      <a:lvl4pPr marL="1728000" marR="0" lvl="3" indent="-216000" algn="l" rtl="0" hangingPunct="1">
        <a:lnSpc>
          <a:spcPct val="90000"/>
        </a:lnSpc>
        <a:spcBef>
          <a:spcPts val="564"/>
        </a:spcBef>
        <a:spcAft>
          <a:spcPts val="0"/>
        </a:spcAft>
        <a:buSzPct val="75000"/>
        <a:buFont typeface="OpenSymbol"/>
        <a:buChar char="–"/>
        <a:tabLst/>
        <a:defRPr lang="ru-RU" sz="2000" b="0" i="0" u="none" strike="noStrike" kern="1200" cap="none" spc="0" baseline="0">
          <a:ln>
            <a:noFill/>
          </a:ln>
          <a:solidFill>
            <a:srgbClr val="000000"/>
          </a:solidFill>
          <a:highlight>
            <a:scrgbClr r="0" g="0" b="0">
              <a:alpha val="0"/>
            </a:scrgbClr>
          </a:highlight>
          <a:latin typeface="Arial" pitchFamily="18"/>
          <a:ea typeface="DejaVu Sans" pitchFamily="2"/>
          <a:cs typeface="DejaVu Sans" pitchFamily="2"/>
        </a:defRPr>
      </a:lvl4pPr>
      <a:lvl5pPr marL="2160000" marR="0" lvl="4" indent="-216000" algn="l" rtl="0" hangingPunct="1">
        <a:lnSpc>
          <a:spcPct val="90000"/>
        </a:lnSpc>
        <a:spcBef>
          <a:spcPts val="286"/>
        </a:spcBef>
        <a:spcAft>
          <a:spcPts val="0"/>
        </a:spcAft>
        <a:buSzPct val="45000"/>
        <a:buFont typeface="OpenSymbol"/>
        <a:buChar char="●"/>
        <a:tabLst/>
        <a:defRPr lang="ru-RU" sz="2000" b="0" i="0" u="none" strike="noStrike" kern="1200" cap="none" spc="0" baseline="0">
          <a:ln>
            <a:noFill/>
          </a:ln>
          <a:solidFill>
            <a:srgbClr val="000000"/>
          </a:solidFill>
          <a:highlight>
            <a:scrgbClr r="0" g="0" b="0">
              <a:alpha val="0"/>
            </a:scrgbClr>
          </a:highlight>
          <a:latin typeface="Arial" pitchFamily="18"/>
          <a:ea typeface="DejaVu Sans" pitchFamily="2"/>
          <a:cs typeface="DejaVu Sans" pitchFamily="2"/>
        </a:defRPr>
      </a:lvl5pPr>
      <a:lvl6pPr marL="2592000" marR="0" lvl="5" indent="-216000" algn="l" rtl="0" hangingPunct="1">
        <a:lnSpc>
          <a:spcPct val="90000"/>
        </a:lnSpc>
        <a:spcBef>
          <a:spcPts val="286"/>
        </a:spcBef>
        <a:spcAft>
          <a:spcPts val="0"/>
        </a:spcAft>
        <a:buSzPct val="45000"/>
        <a:buFont typeface="OpenSymbol"/>
        <a:buChar char="●"/>
        <a:tabLst/>
        <a:defRPr lang="ru-RU" sz="2000" b="0" i="0" u="none" strike="noStrike" kern="1200" cap="none" spc="0" baseline="0">
          <a:ln>
            <a:noFill/>
          </a:ln>
          <a:solidFill>
            <a:srgbClr val="000000"/>
          </a:solidFill>
          <a:highlight>
            <a:scrgbClr r="0" g="0" b="0">
              <a:alpha val="0"/>
            </a:scrgbClr>
          </a:highlight>
          <a:latin typeface="Arial" pitchFamily="18"/>
          <a:ea typeface="DejaVu Sans" pitchFamily="2"/>
          <a:cs typeface="DejaVu Sans" pitchFamily="2"/>
        </a:defRPr>
      </a:lvl6pPr>
      <a:lvl7pPr marL="3024000" marR="0" lvl="6" indent="-216000" algn="l" rtl="0" hangingPunct="1">
        <a:lnSpc>
          <a:spcPct val="90000"/>
        </a:lnSpc>
        <a:spcBef>
          <a:spcPts val="286"/>
        </a:spcBef>
        <a:spcAft>
          <a:spcPts val="0"/>
        </a:spcAft>
        <a:buSzPct val="45000"/>
        <a:buFont typeface="OpenSymbol"/>
        <a:buChar char="●"/>
        <a:tabLst/>
        <a:defRPr lang="ru-RU" sz="2000" b="0" i="0" u="none" strike="noStrike" kern="1200" cap="none" spc="0" baseline="0">
          <a:ln>
            <a:noFill/>
          </a:ln>
          <a:solidFill>
            <a:srgbClr val="000000"/>
          </a:solidFill>
          <a:highlight>
            <a:scrgbClr r="0" g="0" b="0">
              <a:alpha val="0"/>
            </a:scrgbClr>
          </a:highlight>
          <a:latin typeface="Arial" pitchFamily="18"/>
          <a:ea typeface="DejaVu Sans" pitchFamily="2"/>
          <a:cs typeface="DejaVu Sans" pitchFamily="2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3">
            <a:extLst>
              <a:ext uri="{FF2B5EF4-FFF2-40B4-BE49-F238E27FC236}">
                <a16:creationId xmlns:a16="http://schemas.microsoft.com/office/drawing/2014/main" id="{5CA482B8-BB06-84C1-0A11-7D359A0C3751}"/>
              </a:ext>
            </a:extLst>
          </p:cNvPr>
          <p:cNvSpPr/>
          <p:nvPr/>
        </p:nvSpPr>
        <p:spPr>
          <a:xfrm>
            <a:off x="0" y="0"/>
            <a:ext cx="12184919" cy="6850800"/>
          </a:xfrm>
          <a:prstGeom prst="rect">
            <a:avLst/>
          </a:prstGeom>
          <a:solidFill>
            <a:srgbClr val="E3E7EC"/>
          </a:solidFill>
          <a:ln cap="flat">
            <a:noFill/>
            <a:prstDash val="solid"/>
          </a:ln>
        </p:spPr>
        <p:txBody>
          <a:bodyPr vert="horz" wrap="square" lIns="25560" tIns="25560" rIns="25560" bIns="25560" anchor="ctr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ru-RU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FreeSans" pitchFamily="2"/>
            </a:endParaRPr>
          </a:p>
        </p:txBody>
      </p:sp>
      <p:sp>
        <p:nvSpPr>
          <p:cNvPr id="3" name="PlaceHolder 1">
            <a:extLst>
              <a:ext uri="{FF2B5EF4-FFF2-40B4-BE49-F238E27FC236}">
                <a16:creationId xmlns:a16="http://schemas.microsoft.com/office/drawing/2014/main" id="{8875B527-E02A-E712-6DC3-7D41F23B374B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667959" y="6489720"/>
            <a:ext cx="516599" cy="361079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5000" rIns="90000" bIns="45000" anchor="ctr" anchorCtr="1">
            <a:noAutofit/>
          </a:bodyPr>
          <a:lstStyle>
            <a:lvl1pPr marL="0" marR="0" lvl="0" indent="0" algn="ctr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</a:tabLst>
              <a:defRPr lang="ru-RU" sz="700" b="0" i="0" u="none" strike="noStrike" kern="1200" cap="none" spc="0" baseline="0">
                <a:solidFill>
                  <a:srgbClr val="1A1B23"/>
                </a:solidFill>
                <a:latin typeface="PT Astra Fact"/>
                <a:ea typeface="PT Astra Fact"/>
                <a:cs typeface="DejaVu Sans"/>
              </a:defRPr>
            </a:lvl1pPr>
          </a:lstStyle>
          <a:p>
            <a:pPr lvl="0"/>
            <a:fld id="{ED5768E6-041F-C24B-9D18-36B1C0218807}" type="slidenum">
              <a:t>‹#›</a:t>
            </a:fld>
            <a:endParaRPr lang="ru-RU"/>
          </a:p>
        </p:txBody>
      </p:sp>
      <p:sp>
        <p:nvSpPr>
          <p:cNvPr id="4" name="PlaceHolder 2">
            <a:extLst>
              <a:ext uri="{FF2B5EF4-FFF2-40B4-BE49-F238E27FC236}">
                <a16:creationId xmlns:a16="http://schemas.microsoft.com/office/drawing/2014/main" id="{DE499C80-6B74-46B7-BED9-C8B7B75FAAC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ctr" anchorCtr="1">
            <a:noAutofit/>
          </a:bodyPr>
          <a:lstStyle/>
          <a:p>
            <a:pPr lvl="0"/>
            <a:r>
              <a:rPr lang="ru-RU"/>
              <a:t>Для правки текста заглавия щёлкните мышью</a:t>
            </a:r>
          </a:p>
        </p:txBody>
      </p:sp>
      <p:sp>
        <p:nvSpPr>
          <p:cNvPr id="5" name="PlaceHolder 3">
            <a:extLst>
              <a:ext uri="{FF2B5EF4-FFF2-40B4-BE49-F238E27FC236}">
                <a16:creationId xmlns:a16="http://schemas.microsoft.com/office/drawing/2014/main" id="{567F7959-A406-629A-F54C-AC61F654D71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09480" y="1604520"/>
            <a:ext cx="10972440" cy="3977279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>
            <a:normAutofit/>
          </a:bodyPr>
          <a:lstStyle/>
          <a:p>
            <a:pPr lvl="0"/>
            <a:r>
              <a:rPr lang="ru-RU"/>
              <a:t>Для правки структуры щёлкните мышью</a:t>
            </a:r>
          </a:p>
          <a:p>
            <a:pPr lvl="1"/>
            <a:r>
              <a:rPr lang="ru-RU"/>
              <a:t>Второй уровень структуры</a:t>
            </a:r>
          </a:p>
          <a:p>
            <a:pPr lvl="2"/>
            <a:r>
              <a:rPr lang="ru-RU"/>
              <a:t>Третий уровень структуры</a:t>
            </a:r>
          </a:p>
          <a:p>
            <a:pPr lvl="3"/>
            <a:r>
              <a:rPr lang="ru-RU"/>
              <a:t>Четвёртый уровень структуры</a:t>
            </a:r>
          </a:p>
          <a:p>
            <a:pPr lvl="4"/>
            <a:r>
              <a:rPr lang="ru-RU"/>
              <a:t>Пятый уровень структуры</a:t>
            </a:r>
          </a:p>
          <a:p>
            <a:pPr lvl="5"/>
            <a:r>
              <a:rPr lang="ru-RU"/>
              <a:t>Шестой уровень структуры</a:t>
            </a:r>
          </a:p>
          <a:p>
            <a:pPr lvl="6"/>
            <a:r>
              <a:rPr lang="ru-RU"/>
              <a:t>Седьмой уровень структуры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0" r:id="rId3"/>
    <p:sldLayoutId id="2147483691" r:id="rId4"/>
    <p:sldLayoutId id="2147483692" r:id="rId5"/>
    <p:sldLayoutId id="2147483693" r:id="rId6"/>
    <p:sldLayoutId id="2147483694" r:id="rId7"/>
    <p:sldLayoutId id="2147483695" r:id="rId8"/>
    <p:sldLayoutId id="2147483696" r:id="rId9"/>
    <p:sldLayoutId id="2147483697" r:id="rId10"/>
    <p:sldLayoutId id="2147483698" r:id="rId11"/>
    <p:sldLayoutId id="2147483699" r:id="rId12"/>
  </p:sldLayoutIdLst>
  <p:txStyles>
    <p:titleStyle>
      <a:lvl1pPr marL="0" marR="0" lvl="0" indent="0" algn="ctr" rtl="0" hangingPunct="1">
        <a:lnSpc>
          <a:spcPct val="90000"/>
        </a:lnSpc>
        <a:spcBef>
          <a:spcPts val="0"/>
        </a:spcBef>
        <a:spcAft>
          <a:spcPts val="0"/>
        </a:spcAft>
        <a:buNone/>
        <a:tabLst/>
        <a:defRPr lang="ru-RU" sz="4400" b="0" i="0" u="none" strike="noStrike" kern="1200" cap="none" spc="0" baseline="0">
          <a:ln>
            <a:noFill/>
          </a:ln>
          <a:solidFill>
            <a:srgbClr val="000000"/>
          </a:solidFill>
          <a:highlight>
            <a:scrgbClr r="0" g="0" b="0">
              <a:alpha val="0"/>
            </a:scrgbClr>
          </a:highlight>
          <a:latin typeface="Arial" pitchFamily="18"/>
          <a:ea typeface="DejaVu Sans" pitchFamily="2"/>
          <a:cs typeface="DejaVu Sans" pitchFamily="2"/>
        </a:defRPr>
      </a:lvl1pPr>
    </p:titleStyle>
    <p:bodyStyle>
      <a:lvl1pPr marL="432000" marR="0" lvl="0" indent="-324000" algn="l" rtl="0" hangingPunct="1">
        <a:lnSpc>
          <a:spcPct val="90000"/>
        </a:lnSpc>
        <a:spcBef>
          <a:spcPts val="1414"/>
        </a:spcBef>
        <a:spcAft>
          <a:spcPts val="0"/>
        </a:spcAft>
        <a:buSzPct val="45000"/>
        <a:buFont typeface="OpenSymbol"/>
        <a:buChar char="●"/>
        <a:tabLst/>
        <a:defRPr lang="ru-RU" sz="3200" b="0" i="0" u="none" strike="noStrike" kern="1200" cap="none" spc="0" baseline="0">
          <a:ln>
            <a:noFill/>
          </a:ln>
          <a:solidFill>
            <a:srgbClr val="000000"/>
          </a:solidFill>
          <a:highlight>
            <a:scrgbClr r="0" g="0" b="0">
              <a:alpha val="0"/>
            </a:scrgbClr>
          </a:highlight>
          <a:latin typeface="Arial" pitchFamily="18"/>
          <a:ea typeface="DejaVu Sans" pitchFamily="2"/>
          <a:cs typeface="DejaVu Sans" pitchFamily="2"/>
        </a:defRPr>
      </a:lvl1pPr>
      <a:lvl2pPr marL="864000" marR="0" lvl="1" indent="-324000" algn="l" rtl="0" hangingPunct="1">
        <a:lnSpc>
          <a:spcPct val="90000"/>
        </a:lnSpc>
        <a:spcBef>
          <a:spcPts val="1134"/>
        </a:spcBef>
        <a:spcAft>
          <a:spcPts val="0"/>
        </a:spcAft>
        <a:buSzPct val="75000"/>
        <a:buFont typeface="OpenSymbol"/>
        <a:buChar char="–"/>
        <a:tabLst/>
        <a:defRPr lang="ru-RU" sz="2800" b="0" i="0" u="none" strike="noStrike" kern="1200" cap="none" spc="0" baseline="0">
          <a:ln>
            <a:noFill/>
          </a:ln>
          <a:solidFill>
            <a:srgbClr val="000000"/>
          </a:solidFill>
          <a:highlight>
            <a:scrgbClr r="0" g="0" b="0">
              <a:alpha val="0"/>
            </a:scrgbClr>
          </a:highlight>
          <a:latin typeface="Arial" pitchFamily="18"/>
          <a:ea typeface="DejaVu Sans" pitchFamily="2"/>
          <a:cs typeface="DejaVu Sans" pitchFamily="2"/>
        </a:defRPr>
      </a:lvl2pPr>
      <a:lvl3pPr marL="1296000" marR="0" lvl="2" indent="-288000" algn="l" rtl="0" hangingPunct="1">
        <a:lnSpc>
          <a:spcPct val="90000"/>
        </a:lnSpc>
        <a:spcBef>
          <a:spcPts val="850"/>
        </a:spcBef>
        <a:spcAft>
          <a:spcPts val="0"/>
        </a:spcAft>
        <a:buSzPct val="45000"/>
        <a:buFont typeface="OpenSymbol"/>
        <a:buChar char="●"/>
        <a:tabLst/>
        <a:defRPr lang="ru-RU" sz="2400" b="0" i="0" u="none" strike="noStrike" kern="1200" cap="none" spc="0" baseline="0">
          <a:ln>
            <a:noFill/>
          </a:ln>
          <a:solidFill>
            <a:srgbClr val="000000"/>
          </a:solidFill>
          <a:highlight>
            <a:scrgbClr r="0" g="0" b="0">
              <a:alpha val="0"/>
            </a:scrgbClr>
          </a:highlight>
          <a:latin typeface="Arial" pitchFamily="18"/>
          <a:ea typeface="DejaVu Sans" pitchFamily="2"/>
          <a:cs typeface="DejaVu Sans" pitchFamily="2"/>
        </a:defRPr>
      </a:lvl3pPr>
      <a:lvl4pPr marL="1728000" marR="0" lvl="3" indent="-216000" algn="l" rtl="0" hangingPunct="1">
        <a:lnSpc>
          <a:spcPct val="90000"/>
        </a:lnSpc>
        <a:spcBef>
          <a:spcPts val="564"/>
        </a:spcBef>
        <a:spcAft>
          <a:spcPts val="0"/>
        </a:spcAft>
        <a:buSzPct val="75000"/>
        <a:buFont typeface="OpenSymbol"/>
        <a:buChar char="–"/>
        <a:tabLst/>
        <a:defRPr lang="ru-RU" sz="2000" b="0" i="0" u="none" strike="noStrike" kern="1200" cap="none" spc="0" baseline="0">
          <a:ln>
            <a:noFill/>
          </a:ln>
          <a:solidFill>
            <a:srgbClr val="000000"/>
          </a:solidFill>
          <a:highlight>
            <a:scrgbClr r="0" g="0" b="0">
              <a:alpha val="0"/>
            </a:scrgbClr>
          </a:highlight>
          <a:latin typeface="Arial" pitchFamily="18"/>
          <a:ea typeface="DejaVu Sans" pitchFamily="2"/>
          <a:cs typeface="DejaVu Sans" pitchFamily="2"/>
        </a:defRPr>
      </a:lvl4pPr>
      <a:lvl5pPr marL="2160000" marR="0" lvl="4" indent="-216000" algn="l" rtl="0" hangingPunct="1">
        <a:lnSpc>
          <a:spcPct val="90000"/>
        </a:lnSpc>
        <a:spcBef>
          <a:spcPts val="286"/>
        </a:spcBef>
        <a:spcAft>
          <a:spcPts val="0"/>
        </a:spcAft>
        <a:buSzPct val="45000"/>
        <a:buFont typeface="OpenSymbol"/>
        <a:buChar char="●"/>
        <a:tabLst/>
        <a:defRPr lang="ru-RU" sz="2000" b="0" i="0" u="none" strike="noStrike" kern="1200" cap="none" spc="0" baseline="0">
          <a:ln>
            <a:noFill/>
          </a:ln>
          <a:solidFill>
            <a:srgbClr val="000000"/>
          </a:solidFill>
          <a:highlight>
            <a:scrgbClr r="0" g="0" b="0">
              <a:alpha val="0"/>
            </a:scrgbClr>
          </a:highlight>
          <a:latin typeface="Arial" pitchFamily="18"/>
          <a:ea typeface="DejaVu Sans" pitchFamily="2"/>
          <a:cs typeface="DejaVu Sans" pitchFamily="2"/>
        </a:defRPr>
      </a:lvl5pPr>
      <a:lvl6pPr marL="2592000" marR="0" lvl="5" indent="-216000" algn="l" rtl="0" hangingPunct="1">
        <a:lnSpc>
          <a:spcPct val="90000"/>
        </a:lnSpc>
        <a:spcBef>
          <a:spcPts val="286"/>
        </a:spcBef>
        <a:spcAft>
          <a:spcPts val="0"/>
        </a:spcAft>
        <a:buSzPct val="45000"/>
        <a:buFont typeface="OpenSymbol"/>
        <a:buChar char="●"/>
        <a:tabLst/>
        <a:defRPr lang="ru-RU" sz="2000" b="0" i="0" u="none" strike="noStrike" kern="1200" cap="none" spc="0" baseline="0">
          <a:ln>
            <a:noFill/>
          </a:ln>
          <a:solidFill>
            <a:srgbClr val="000000"/>
          </a:solidFill>
          <a:highlight>
            <a:scrgbClr r="0" g="0" b="0">
              <a:alpha val="0"/>
            </a:scrgbClr>
          </a:highlight>
          <a:latin typeface="Arial" pitchFamily="18"/>
          <a:ea typeface="DejaVu Sans" pitchFamily="2"/>
          <a:cs typeface="DejaVu Sans" pitchFamily="2"/>
        </a:defRPr>
      </a:lvl6pPr>
      <a:lvl7pPr marL="3024000" marR="0" lvl="6" indent="-216000" algn="l" rtl="0" hangingPunct="1">
        <a:lnSpc>
          <a:spcPct val="90000"/>
        </a:lnSpc>
        <a:spcBef>
          <a:spcPts val="286"/>
        </a:spcBef>
        <a:spcAft>
          <a:spcPts val="0"/>
        </a:spcAft>
        <a:buSzPct val="45000"/>
        <a:buFont typeface="OpenSymbol"/>
        <a:buChar char="●"/>
        <a:tabLst/>
        <a:defRPr lang="ru-RU" sz="2000" b="0" i="0" u="none" strike="noStrike" kern="1200" cap="none" spc="0" baseline="0">
          <a:ln>
            <a:noFill/>
          </a:ln>
          <a:solidFill>
            <a:srgbClr val="000000"/>
          </a:solidFill>
          <a:highlight>
            <a:scrgbClr r="0" g="0" b="0">
              <a:alpha val="0"/>
            </a:scrgbClr>
          </a:highlight>
          <a:latin typeface="Arial" pitchFamily="18"/>
          <a:ea typeface="DejaVu Sans" pitchFamily="2"/>
          <a:cs typeface="DejaVu Sans" pitchFamily="2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3">
            <a:extLst>
              <a:ext uri="{FF2B5EF4-FFF2-40B4-BE49-F238E27FC236}">
                <a16:creationId xmlns:a16="http://schemas.microsoft.com/office/drawing/2014/main" id="{AF28F093-A38E-A5B2-9F55-9CB501F0FF82}"/>
              </a:ext>
            </a:extLst>
          </p:cNvPr>
          <p:cNvSpPr/>
          <p:nvPr/>
        </p:nvSpPr>
        <p:spPr>
          <a:xfrm>
            <a:off x="0" y="0"/>
            <a:ext cx="12185280" cy="6851160"/>
          </a:xfrm>
          <a:prstGeom prst="rect">
            <a:avLst/>
          </a:prstGeom>
          <a:solidFill>
            <a:srgbClr val="E3E7EC"/>
          </a:solidFill>
          <a:ln cap="flat">
            <a:noFill/>
            <a:prstDash val="solid"/>
          </a:ln>
        </p:spPr>
        <p:txBody>
          <a:bodyPr vert="horz" wrap="square" lIns="25560" tIns="25560" rIns="25560" bIns="25560" anchor="ctr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ru-RU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FreeSans" pitchFamily="2"/>
            </a:endParaRPr>
          </a:p>
        </p:txBody>
      </p:sp>
      <p:sp>
        <p:nvSpPr>
          <p:cNvPr id="3" name="PlaceHolder 1">
            <a:extLst>
              <a:ext uri="{FF2B5EF4-FFF2-40B4-BE49-F238E27FC236}">
                <a16:creationId xmlns:a16="http://schemas.microsoft.com/office/drawing/2014/main" id="{1A7F45A9-BE2A-2D6A-1884-61F444DABDEF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667959" y="6489720"/>
            <a:ext cx="516960" cy="361440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5000" rIns="90000" bIns="45000" anchor="ctr" anchorCtr="1">
            <a:noAutofit/>
          </a:bodyPr>
          <a:lstStyle>
            <a:lvl1pPr marL="0" marR="0" lvl="0" indent="0" algn="ctr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</a:tabLst>
              <a:defRPr lang="ru-RU" sz="700" b="0" i="0" u="none" strike="noStrike" kern="1200" cap="none" spc="0" baseline="0">
                <a:solidFill>
                  <a:srgbClr val="1A1B23"/>
                </a:solidFill>
                <a:latin typeface="PT Astra Fact"/>
                <a:ea typeface="PT Astra Fact"/>
                <a:cs typeface="DejaVu Sans"/>
              </a:defRPr>
            </a:lvl1pPr>
          </a:lstStyle>
          <a:p>
            <a:pPr lvl="0"/>
            <a:fld id="{FAD5CB5A-D597-7641-91EF-3D1F2BD4FA38}" type="slidenum">
              <a:t>‹#›</a:t>
            </a:fld>
            <a:endParaRPr lang="ru-RU"/>
          </a:p>
        </p:txBody>
      </p:sp>
      <p:sp>
        <p:nvSpPr>
          <p:cNvPr id="4" name="PlaceHolder 2">
            <a:extLst>
              <a:ext uri="{FF2B5EF4-FFF2-40B4-BE49-F238E27FC236}">
                <a16:creationId xmlns:a16="http://schemas.microsoft.com/office/drawing/2014/main" id="{44FBF3D5-93E6-91A3-B9D7-FA2787F6213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ctr" anchorCtr="1">
            <a:noAutofit/>
          </a:bodyPr>
          <a:lstStyle/>
          <a:p>
            <a:pPr lvl="0"/>
            <a:r>
              <a:rPr lang="ru-RU"/>
              <a:t>Для правки текста заглавия щёлкните мышью</a:t>
            </a:r>
          </a:p>
        </p:txBody>
      </p:sp>
      <p:sp>
        <p:nvSpPr>
          <p:cNvPr id="5" name="PlaceHolder 3">
            <a:extLst>
              <a:ext uri="{FF2B5EF4-FFF2-40B4-BE49-F238E27FC236}">
                <a16:creationId xmlns:a16="http://schemas.microsoft.com/office/drawing/2014/main" id="{B48CAED6-97B4-C77E-2995-9364283754A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09480" y="1604520"/>
            <a:ext cx="10972440" cy="3977279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>
            <a:normAutofit/>
          </a:bodyPr>
          <a:lstStyle/>
          <a:p>
            <a:pPr lvl="0"/>
            <a:r>
              <a:rPr lang="ru-RU"/>
              <a:t>Для правки структуры щёлкните мышью</a:t>
            </a:r>
          </a:p>
          <a:p>
            <a:pPr lvl="1"/>
            <a:r>
              <a:rPr lang="ru-RU"/>
              <a:t>Второй уровень структуры</a:t>
            </a:r>
          </a:p>
          <a:p>
            <a:pPr lvl="2"/>
            <a:r>
              <a:rPr lang="ru-RU"/>
              <a:t>Третий уровень структуры</a:t>
            </a:r>
          </a:p>
          <a:p>
            <a:pPr lvl="3"/>
            <a:r>
              <a:rPr lang="ru-RU"/>
              <a:t>Четвёртый уровень структуры</a:t>
            </a:r>
          </a:p>
          <a:p>
            <a:pPr lvl="4"/>
            <a:r>
              <a:rPr lang="ru-RU"/>
              <a:t>Пятый уровень структуры</a:t>
            </a:r>
          </a:p>
          <a:p>
            <a:pPr lvl="5"/>
            <a:r>
              <a:rPr lang="ru-RU"/>
              <a:t>Шестой уровень структуры</a:t>
            </a:r>
          </a:p>
          <a:p>
            <a:pPr lvl="6"/>
            <a:r>
              <a:rPr lang="ru-RU"/>
              <a:t>Седьмой уровень структуры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1" r:id="rId1"/>
    <p:sldLayoutId id="2147483702" r:id="rId2"/>
    <p:sldLayoutId id="2147483703" r:id="rId3"/>
    <p:sldLayoutId id="2147483704" r:id="rId4"/>
    <p:sldLayoutId id="2147483705" r:id="rId5"/>
    <p:sldLayoutId id="2147483706" r:id="rId6"/>
    <p:sldLayoutId id="2147483707" r:id="rId7"/>
    <p:sldLayoutId id="2147483708" r:id="rId8"/>
    <p:sldLayoutId id="2147483709" r:id="rId9"/>
    <p:sldLayoutId id="2147483710" r:id="rId10"/>
    <p:sldLayoutId id="2147483711" r:id="rId11"/>
    <p:sldLayoutId id="2147483712" r:id="rId12"/>
  </p:sldLayoutIdLst>
  <p:txStyles>
    <p:titleStyle>
      <a:lvl1pPr marL="0" marR="0" lvl="0" indent="0" algn="ctr" rtl="0" hangingPunct="1">
        <a:lnSpc>
          <a:spcPct val="90000"/>
        </a:lnSpc>
        <a:spcBef>
          <a:spcPts val="0"/>
        </a:spcBef>
        <a:spcAft>
          <a:spcPts val="0"/>
        </a:spcAft>
        <a:buNone/>
        <a:tabLst/>
        <a:defRPr lang="ru-RU" sz="4400" b="0" i="0" u="none" strike="noStrike" kern="1200" cap="none" spc="0" baseline="0">
          <a:ln>
            <a:noFill/>
          </a:ln>
          <a:solidFill>
            <a:srgbClr val="000000"/>
          </a:solidFill>
          <a:highlight>
            <a:scrgbClr r="0" g="0" b="0">
              <a:alpha val="0"/>
            </a:scrgbClr>
          </a:highlight>
          <a:latin typeface="Arial" pitchFamily="18"/>
          <a:ea typeface="DejaVu Sans" pitchFamily="2"/>
          <a:cs typeface="DejaVu Sans" pitchFamily="2"/>
        </a:defRPr>
      </a:lvl1pPr>
    </p:titleStyle>
    <p:bodyStyle>
      <a:lvl1pPr marL="432000" marR="0" lvl="0" indent="-324000" algn="l" rtl="0" hangingPunct="1">
        <a:lnSpc>
          <a:spcPct val="90000"/>
        </a:lnSpc>
        <a:spcBef>
          <a:spcPts val="1414"/>
        </a:spcBef>
        <a:spcAft>
          <a:spcPts val="0"/>
        </a:spcAft>
        <a:buSzPct val="45000"/>
        <a:buFont typeface="OpenSymbol"/>
        <a:buChar char="●"/>
        <a:tabLst/>
        <a:defRPr lang="ru-RU" sz="3200" b="0" i="0" u="none" strike="noStrike" kern="1200" cap="none" spc="0" baseline="0">
          <a:ln>
            <a:noFill/>
          </a:ln>
          <a:solidFill>
            <a:srgbClr val="000000"/>
          </a:solidFill>
          <a:highlight>
            <a:scrgbClr r="0" g="0" b="0">
              <a:alpha val="0"/>
            </a:scrgbClr>
          </a:highlight>
          <a:latin typeface="Arial" pitchFamily="18"/>
          <a:ea typeface="DejaVu Sans" pitchFamily="2"/>
          <a:cs typeface="DejaVu Sans" pitchFamily="2"/>
        </a:defRPr>
      </a:lvl1pPr>
      <a:lvl2pPr marL="864000" marR="0" lvl="1" indent="-324000" algn="l" rtl="0" hangingPunct="1">
        <a:lnSpc>
          <a:spcPct val="90000"/>
        </a:lnSpc>
        <a:spcBef>
          <a:spcPts val="1134"/>
        </a:spcBef>
        <a:spcAft>
          <a:spcPts val="0"/>
        </a:spcAft>
        <a:buSzPct val="75000"/>
        <a:buFont typeface="OpenSymbol"/>
        <a:buChar char="–"/>
        <a:tabLst/>
        <a:defRPr lang="ru-RU" sz="2800" b="0" i="0" u="none" strike="noStrike" kern="1200" cap="none" spc="0" baseline="0">
          <a:ln>
            <a:noFill/>
          </a:ln>
          <a:solidFill>
            <a:srgbClr val="000000"/>
          </a:solidFill>
          <a:highlight>
            <a:scrgbClr r="0" g="0" b="0">
              <a:alpha val="0"/>
            </a:scrgbClr>
          </a:highlight>
          <a:latin typeface="Arial" pitchFamily="18"/>
          <a:ea typeface="DejaVu Sans" pitchFamily="2"/>
          <a:cs typeface="DejaVu Sans" pitchFamily="2"/>
        </a:defRPr>
      </a:lvl2pPr>
      <a:lvl3pPr marL="1296000" marR="0" lvl="2" indent="-288000" algn="l" rtl="0" hangingPunct="1">
        <a:lnSpc>
          <a:spcPct val="90000"/>
        </a:lnSpc>
        <a:spcBef>
          <a:spcPts val="850"/>
        </a:spcBef>
        <a:spcAft>
          <a:spcPts val="0"/>
        </a:spcAft>
        <a:buSzPct val="45000"/>
        <a:buFont typeface="OpenSymbol"/>
        <a:buChar char="●"/>
        <a:tabLst/>
        <a:defRPr lang="ru-RU" sz="2400" b="0" i="0" u="none" strike="noStrike" kern="1200" cap="none" spc="0" baseline="0">
          <a:ln>
            <a:noFill/>
          </a:ln>
          <a:solidFill>
            <a:srgbClr val="000000"/>
          </a:solidFill>
          <a:highlight>
            <a:scrgbClr r="0" g="0" b="0">
              <a:alpha val="0"/>
            </a:scrgbClr>
          </a:highlight>
          <a:latin typeface="Arial" pitchFamily="18"/>
          <a:ea typeface="DejaVu Sans" pitchFamily="2"/>
          <a:cs typeface="DejaVu Sans" pitchFamily="2"/>
        </a:defRPr>
      </a:lvl3pPr>
      <a:lvl4pPr marL="1728000" marR="0" lvl="3" indent="-216000" algn="l" rtl="0" hangingPunct="1">
        <a:lnSpc>
          <a:spcPct val="90000"/>
        </a:lnSpc>
        <a:spcBef>
          <a:spcPts val="564"/>
        </a:spcBef>
        <a:spcAft>
          <a:spcPts val="0"/>
        </a:spcAft>
        <a:buSzPct val="75000"/>
        <a:buFont typeface="OpenSymbol"/>
        <a:buChar char="–"/>
        <a:tabLst/>
        <a:defRPr lang="ru-RU" sz="2000" b="0" i="0" u="none" strike="noStrike" kern="1200" cap="none" spc="0" baseline="0">
          <a:ln>
            <a:noFill/>
          </a:ln>
          <a:solidFill>
            <a:srgbClr val="000000"/>
          </a:solidFill>
          <a:highlight>
            <a:scrgbClr r="0" g="0" b="0">
              <a:alpha val="0"/>
            </a:scrgbClr>
          </a:highlight>
          <a:latin typeface="Arial" pitchFamily="18"/>
          <a:ea typeface="DejaVu Sans" pitchFamily="2"/>
          <a:cs typeface="DejaVu Sans" pitchFamily="2"/>
        </a:defRPr>
      </a:lvl4pPr>
      <a:lvl5pPr marL="2160000" marR="0" lvl="4" indent="-216000" algn="l" rtl="0" hangingPunct="1">
        <a:lnSpc>
          <a:spcPct val="90000"/>
        </a:lnSpc>
        <a:spcBef>
          <a:spcPts val="286"/>
        </a:spcBef>
        <a:spcAft>
          <a:spcPts val="0"/>
        </a:spcAft>
        <a:buSzPct val="45000"/>
        <a:buFont typeface="OpenSymbol"/>
        <a:buChar char="●"/>
        <a:tabLst/>
        <a:defRPr lang="ru-RU" sz="2000" b="0" i="0" u="none" strike="noStrike" kern="1200" cap="none" spc="0" baseline="0">
          <a:ln>
            <a:noFill/>
          </a:ln>
          <a:solidFill>
            <a:srgbClr val="000000"/>
          </a:solidFill>
          <a:highlight>
            <a:scrgbClr r="0" g="0" b="0">
              <a:alpha val="0"/>
            </a:scrgbClr>
          </a:highlight>
          <a:latin typeface="Arial" pitchFamily="18"/>
          <a:ea typeface="DejaVu Sans" pitchFamily="2"/>
          <a:cs typeface="DejaVu Sans" pitchFamily="2"/>
        </a:defRPr>
      </a:lvl5pPr>
      <a:lvl6pPr marL="2592000" marR="0" lvl="5" indent="-216000" algn="l" rtl="0" hangingPunct="1">
        <a:lnSpc>
          <a:spcPct val="90000"/>
        </a:lnSpc>
        <a:spcBef>
          <a:spcPts val="286"/>
        </a:spcBef>
        <a:spcAft>
          <a:spcPts val="0"/>
        </a:spcAft>
        <a:buSzPct val="45000"/>
        <a:buFont typeface="OpenSymbol"/>
        <a:buChar char="●"/>
        <a:tabLst/>
        <a:defRPr lang="ru-RU" sz="2000" b="0" i="0" u="none" strike="noStrike" kern="1200" cap="none" spc="0" baseline="0">
          <a:ln>
            <a:noFill/>
          </a:ln>
          <a:solidFill>
            <a:srgbClr val="000000"/>
          </a:solidFill>
          <a:highlight>
            <a:scrgbClr r="0" g="0" b="0">
              <a:alpha val="0"/>
            </a:scrgbClr>
          </a:highlight>
          <a:latin typeface="Arial" pitchFamily="18"/>
          <a:ea typeface="DejaVu Sans" pitchFamily="2"/>
          <a:cs typeface="DejaVu Sans" pitchFamily="2"/>
        </a:defRPr>
      </a:lvl6pPr>
      <a:lvl7pPr marL="3024000" marR="0" lvl="6" indent="-216000" algn="l" rtl="0" hangingPunct="1">
        <a:lnSpc>
          <a:spcPct val="90000"/>
        </a:lnSpc>
        <a:spcBef>
          <a:spcPts val="286"/>
        </a:spcBef>
        <a:spcAft>
          <a:spcPts val="0"/>
        </a:spcAft>
        <a:buSzPct val="45000"/>
        <a:buFont typeface="OpenSymbol"/>
        <a:buChar char="●"/>
        <a:tabLst/>
        <a:defRPr lang="ru-RU" sz="2000" b="0" i="0" u="none" strike="noStrike" kern="1200" cap="none" spc="0" baseline="0">
          <a:ln>
            <a:noFill/>
          </a:ln>
          <a:solidFill>
            <a:srgbClr val="000000"/>
          </a:solidFill>
          <a:highlight>
            <a:scrgbClr r="0" g="0" b="0">
              <a:alpha val="0"/>
            </a:scrgbClr>
          </a:highlight>
          <a:latin typeface="Arial" pitchFamily="18"/>
          <a:ea typeface="DejaVu Sans" pitchFamily="2"/>
          <a:cs typeface="DejaVu Sans" pitchFamily="2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3">
            <a:extLst>
              <a:ext uri="{FF2B5EF4-FFF2-40B4-BE49-F238E27FC236}">
                <a16:creationId xmlns:a16="http://schemas.microsoft.com/office/drawing/2014/main" id="{E910942E-656A-4ABB-DC59-927A1C9AAD9B}"/>
              </a:ext>
            </a:extLst>
          </p:cNvPr>
          <p:cNvSpPr/>
          <p:nvPr/>
        </p:nvSpPr>
        <p:spPr>
          <a:xfrm>
            <a:off x="0" y="0"/>
            <a:ext cx="12185280" cy="6851160"/>
          </a:xfrm>
          <a:prstGeom prst="rect">
            <a:avLst/>
          </a:prstGeom>
          <a:solidFill>
            <a:srgbClr val="E3E7EC"/>
          </a:solidFill>
          <a:ln cap="flat">
            <a:noFill/>
            <a:prstDash val="solid"/>
          </a:ln>
        </p:spPr>
        <p:txBody>
          <a:bodyPr vert="horz" wrap="square" lIns="25560" tIns="25560" rIns="25560" bIns="25560" anchor="ctr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ru-RU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FreeSans" pitchFamily="2"/>
            </a:endParaRPr>
          </a:p>
        </p:txBody>
      </p:sp>
      <p:sp>
        <p:nvSpPr>
          <p:cNvPr id="3" name="PlaceHolder 1">
            <a:extLst>
              <a:ext uri="{FF2B5EF4-FFF2-40B4-BE49-F238E27FC236}">
                <a16:creationId xmlns:a16="http://schemas.microsoft.com/office/drawing/2014/main" id="{2D9786BF-CE7C-CB1E-2F8A-CA4D03171D42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667959" y="6489720"/>
            <a:ext cx="516960" cy="361440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5000" rIns="90000" bIns="45000" anchor="ctr" anchorCtr="1">
            <a:noAutofit/>
          </a:bodyPr>
          <a:lstStyle>
            <a:lvl1pPr marL="0" marR="0" lvl="0" indent="0" algn="ctr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</a:tabLst>
              <a:defRPr lang="ru-RU" sz="700" b="0" i="0" u="none" strike="noStrike" kern="1200" cap="none" spc="0" baseline="0">
                <a:solidFill>
                  <a:srgbClr val="1A1B23"/>
                </a:solidFill>
                <a:latin typeface="PT Astra Fact"/>
                <a:ea typeface="PT Astra Fact"/>
                <a:cs typeface="DejaVu Sans"/>
              </a:defRPr>
            </a:lvl1pPr>
          </a:lstStyle>
          <a:p>
            <a:pPr lvl="0"/>
            <a:fld id="{112010C4-28FE-BF40-911C-FFE08D527B06}" type="slidenum">
              <a:t>‹#›</a:t>
            </a:fld>
            <a:endParaRPr lang="ru-RU"/>
          </a:p>
        </p:txBody>
      </p:sp>
      <p:sp>
        <p:nvSpPr>
          <p:cNvPr id="4" name="PlaceHolder 2">
            <a:extLst>
              <a:ext uri="{FF2B5EF4-FFF2-40B4-BE49-F238E27FC236}">
                <a16:creationId xmlns:a16="http://schemas.microsoft.com/office/drawing/2014/main" id="{39A42926-8F8A-0856-A03D-6999BB0BAA5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ctr" anchorCtr="1">
            <a:noAutofit/>
          </a:bodyPr>
          <a:lstStyle/>
          <a:p>
            <a:pPr lvl="0"/>
            <a:r>
              <a:rPr lang="ru-RU"/>
              <a:t>Для правки текста заглавия щёлкните мышью</a:t>
            </a:r>
          </a:p>
        </p:txBody>
      </p:sp>
      <p:sp>
        <p:nvSpPr>
          <p:cNvPr id="5" name="PlaceHolder 3">
            <a:extLst>
              <a:ext uri="{FF2B5EF4-FFF2-40B4-BE49-F238E27FC236}">
                <a16:creationId xmlns:a16="http://schemas.microsoft.com/office/drawing/2014/main" id="{D2FB4154-887A-39D8-6869-7479CA0E329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09480" y="1604520"/>
            <a:ext cx="10972440" cy="3977279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>
            <a:normAutofit/>
          </a:bodyPr>
          <a:lstStyle/>
          <a:p>
            <a:pPr lvl="0"/>
            <a:r>
              <a:rPr lang="ru-RU"/>
              <a:t>Для правки структуры щёлкните мышью</a:t>
            </a:r>
          </a:p>
          <a:p>
            <a:pPr lvl="1"/>
            <a:r>
              <a:rPr lang="ru-RU"/>
              <a:t>Второй уровень структуры</a:t>
            </a:r>
          </a:p>
          <a:p>
            <a:pPr lvl="2"/>
            <a:r>
              <a:rPr lang="ru-RU"/>
              <a:t>Третий уровень структуры</a:t>
            </a:r>
          </a:p>
          <a:p>
            <a:pPr lvl="3"/>
            <a:r>
              <a:rPr lang="ru-RU"/>
              <a:t>Четвёртый уровень структуры</a:t>
            </a:r>
          </a:p>
          <a:p>
            <a:pPr lvl="4"/>
            <a:r>
              <a:rPr lang="ru-RU"/>
              <a:t>Пятый уровень структуры</a:t>
            </a:r>
          </a:p>
          <a:p>
            <a:pPr lvl="5"/>
            <a:r>
              <a:rPr lang="ru-RU"/>
              <a:t>Шестой уровень структуры</a:t>
            </a:r>
          </a:p>
          <a:p>
            <a:pPr lvl="6"/>
            <a:r>
              <a:rPr lang="ru-RU"/>
              <a:t>Седьмой уровень структуры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4" r:id="rId1"/>
    <p:sldLayoutId id="2147483715" r:id="rId2"/>
    <p:sldLayoutId id="2147483716" r:id="rId3"/>
    <p:sldLayoutId id="2147483717" r:id="rId4"/>
    <p:sldLayoutId id="2147483718" r:id="rId5"/>
    <p:sldLayoutId id="2147483719" r:id="rId6"/>
    <p:sldLayoutId id="2147483720" r:id="rId7"/>
    <p:sldLayoutId id="2147483721" r:id="rId8"/>
    <p:sldLayoutId id="2147483722" r:id="rId9"/>
    <p:sldLayoutId id="2147483723" r:id="rId10"/>
    <p:sldLayoutId id="2147483724" r:id="rId11"/>
    <p:sldLayoutId id="2147483725" r:id="rId12"/>
  </p:sldLayoutIdLst>
  <p:txStyles>
    <p:titleStyle>
      <a:lvl1pPr marL="0" marR="0" lvl="0" indent="0" algn="ctr" rtl="0" hangingPunct="1">
        <a:lnSpc>
          <a:spcPct val="90000"/>
        </a:lnSpc>
        <a:spcBef>
          <a:spcPts val="0"/>
        </a:spcBef>
        <a:spcAft>
          <a:spcPts val="0"/>
        </a:spcAft>
        <a:buNone/>
        <a:tabLst/>
        <a:defRPr lang="ru-RU" sz="4400" b="0" i="0" u="none" strike="noStrike" kern="1200" cap="none" spc="0" baseline="0">
          <a:ln>
            <a:noFill/>
          </a:ln>
          <a:solidFill>
            <a:srgbClr val="000000"/>
          </a:solidFill>
          <a:highlight>
            <a:scrgbClr r="0" g="0" b="0">
              <a:alpha val="0"/>
            </a:scrgbClr>
          </a:highlight>
          <a:latin typeface="Arial" pitchFamily="18"/>
          <a:ea typeface="DejaVu Sans" pitchFamily="2"/>
          <a:cs typeface="DejaVu Sans" pitchFamily="2"/>
        </a:defRPr>
      </a:lvl1pPr>
    </p:titleStyle>
    <p:bodyStyle>
      <a:lvl1pPr marL="432000" marR="0" lvl="0" indent="-324000" algn="l" rtl="0" hangingPunct="1">
        <a:lnSpc>
          <a:spcPct val="90000"/>
        </a:lnSpc>
        <a:spcBef>
          <a:spcPts val="1414"/>
        </a:spcBef>
        <a:spcAft>
          <a:spcPts val="0"/>
        </a:spcAft>
        <a:buSzPct val="45000"/>
        <a:buFont typeface="OpenSymbol"/>
        <a:buChar char="●"/>
        <a:tabLst/>
        <a:defRPr lang="ru-RU" sz="3200" b="0" i="0" u="none" strike="noStrike" kern="1200" cap="none" spc="0" baseline="0">
          <a:ln>
            <a:noFill/>
          </a:ln>
          <a:solidFill>
            <a:srgbClr val="000000"/>
          </a:solidFill>
          <a:highlight>
            <a:scrgbClr r="0" g="0" b="0">
              <a:alpha val="0"/>
            </a:scrgbClr>
          </a:highlight>
          <a:latin typeface="Arial" pitchFamily="18"/>
          <a:ea typeface="DejaVu Sans" pitchFamily="2"/>
          <a:cs typeface="DejaVu Sans" pitchFamily="2"/>
        </a:defRPr>
      </a:lvl1pPr>
      <a:lvl2pPr marL="864000" marR="0" lvl="1" indent="-324000" algn="l" rtl="0" hangingPunct="1">
        <a:lnSpc>
          <a:spcPct val="90000"/>
        </a:lnSpc>
        <a:spcBef>
          <a:spcPts val="1134"/>
        </a:spcBef>
        <a:spcAft>
          <a:spcPts val="0"/>
        </a:spcAft>
        <a:buSzPct val="75000"/>
        <a:buFont typeface="OpenSymbol"/>
        <a:buChar char="–"/>
        <a:tabLst/>
        <a:defRPr lang="ru-RU" sz="2800" b="0" i="0" u="none" strike="noStrike" kern="1200" cap="none" spc="0" baseline="0">
          <a:ln>
            <a:noFill/>
          </a:ln>
          <a:solidFill>
            <a:srgbClr val="000000"/>
          </a:solidFill>
          <a:highlight>
            <a:scrgbClr r="0" g="0" b="0">
              <a:alpha val="0"/>
            </a:scrgbClr>
          </a:highlight>
          <a:latin typeface="Arial" pitchFamily="18"/>
          <a:ea typeface="DejaVu Sans" pitchFamily="2"/>
          <a:cs typeface="DejaVu Sans" pitchFamily="2"/>
        </a:defRPr>
      </a:lvl2pPr>
      <a:lvl3pPr marL="1296000" marR="0" lvl="2" indent="-288000" algn="l" rtl="0" hangingPunct="1">
        <a:lnSpc>
          <a:spcPct val="90000"/>
        </a:lnSpc>
        <a:spcBef>
          <a:spcPts val="850"/>
        </a:spcBef>
        <a:spcAft>
          <a:spcPts val="0"/>
        </a:spcAft>
        <a:buSzPct val="45000"/>
        <a:buFont typeface="OpenSymbol"/>
        <a:buChar char="●"/>
        <a:tabLst/>
        <a:defRPr lang="ru-RU" sz="2400" b="0" i="0" u="none" strike="noStrike" kern="1200" cap="none" spc="0" baseline="0">
          <a:ln>
            <a:noFill/>
          </a:ln>
          <a:solidFill>
            <a:srgbClr val="000000"/>
          </a:solidFill>
          <a:highlight>
            <a:scrgbClr r="0" g="0" b="0">
              <a:alpha val="0"/>
            </a:scrgbClr>
          </a:highlight>
          <a:latin typeface="Arial" pitchFamily="18"/>
          <a:ea typeface="DejaVu Sans" pitchFamily="2"/>
          <a:cs typeface="DejaVu Sans" pitchFamily="2"/>
        </a:defRPr>
      </a:lvl3pPr>
      <a:lvl4pPr marL="1728000" marR="0" lvl="3" indent="-216000" algn="l" rtl="0" hangingPunct="1">
        <a:lnSpc>
          <a:spcPct val="90000"/>
        </a:lnSpc>
        <a:spcBef>
          <a:spcPts val="564"/>
        </a:spcBef>
        <a:spcAft>
          <a:spcPts val="0"/>
        </a:spcAft>
        <a:buSzPct val="75000"/>
        <a:buFont typeface="OpenSymbol"/>
        <a:buChar char="–"/>
        <a:tabLst/>
        <a:defRPr lang="ru-RU" sz="2000" b="0" i="0" u="none" strike="noStrike" kern="1200" cap="none" spc="0" baseline="0">
          <a:ln>
            <a:noFill/>
          </a:ln>
          <a:solidFill>
            <a:srgbClr val="000000"/>
          </a:solidFill>
          <a:highlight>
            <a:scrgbClr r="0" g="0" b="0">
              <a:alpha val="0"/>
            </a:scrgbClr>
          </a:highlight>
          <a:latin typeface="Arial" pitchFamily="18"/>
          <a:ea typeface="DejaVu Sans" pitchFamily="2"/>
          <a:cs typeface="DejaVu Sans" pitchFamily="2"/>
        </a:defRPr>
      </a:lvl4pPr>
      <a:lvl5pPr marL="2160000" marR="0" lvl="4" indent="-216000" algn="l" rtl="0" hangingPunct="1">
        <a:lnSpc>
          <a:spcPct val="90000"/>
        </a:lnSpc>
        <a:spcBef>
          <a:spcPts val="286"/>
        </a:spcBef>
        <a:spcAft>
          <a:spcPts val="0"/>
        </a:spcAft>
        <a:buSzPct val="45000"/>
        <a:buFont typeface="OpenSymbol"/>
        <a:buChar char="●"/>
        <a:tabLst/>
        <a:defRPr lang="ru-RU" sz="2000" b="0" i="0" u="none" strike="noStrike" kern="1200" cap="none" spc="0" baseline="0">
          <a:ln>
            <a:noFill/>
          </a:ln>
          <a:solidFill>
            <a:srgbClr val="000000"/>
          </a:solidFill>
          <a:highlight>
            <a:scrgbClr r="0" g="0" b="0">
              <a:alpha val="0"/>
            </a:scrgbClr>
          </a:highlight>
          <a:latin typeface="Arial" pitchFamily="18"/>
          <a:ea typeface="DejaVu Sans" pitchFamily="2"/>
          <a:cs typeface="DejaVu Sans" pitchFamily="2"/>
        </a:defRPr>
      </a:lvl5pPr>
      <a:lvl6pPr marL="2592000" marR="0" lvl="5" indent="-216000" algn="l" rtl="0" hangingPunct="1">
        <a:lnSpc>
          <a:spcPct val="90000"/>
        </a:lnSpc>
        <a:spcBef>
          <a:spcPts val="286"/>
        </a:spcBef>
        <a:spcAft>
          <a:spcPts val="0"/>
        </a:spcAft>
        <a:buSzPct val="45000"/>
        <a:buFont typeface="OpenSymbol"/>
        <a:buChar char="●"/>
        <a:tabLst/>
        <a:defRPr lang="ru-RU" sz="2000" b="0" i="0" u="none" strike="noStrike" kern="1200" cap="none" spc="0" baseline="0">
          <a:ln>
            <a:noFill/>
          </a:ln>
          <a:solidFill>
            <a:srgbClr val="000000"/>
          </a:solidFill>
          <a:highlight>
            <a:scrgbClr r="0" g="0" b="0">
              <a:alpha val="0"/>
            </a:scrgbClr>
          </a:highlight>
          <a:latin typeface="Arial" pitchFamily="18"/>
          <a:ea typeface="DejaVu Sans" pitchFamily="2"/>
          <a:cs typeface="DejaVu Sans" pitchFamily="2"/>
        </a:defRPr>
      </a:lvl6pPr>
      <a:lvl7pPr marL="3024000" marR="0" lvl="6" indent="-216000" algn="l" rtl="0" hangingPunct="1">
        <a:lnSpc>
          <a:spcPct val="90000"/>
        </a:lnSpc>
        <a:spcBef>
          <a:spcPts val="286"/>
        </a:spcBef>
        <a:spcAft>
          <a:spcPts val="0"/>
        </a:spcAft>
        <a:buSzPct val="45000"/>
        <a:buFont typeface="OpenSymbol"/>
        <a:buChar char="●"/>
        <a:tabLst/>
        <a:defRPr lang="ru-RU" sz="2000" b="0" i="0" u="none" strike="noStrike" kern="1200" cap="none" spc="0" baseline="0">
          <a:ln>
            <a:noFill/>
          </a:ln>
          <a:solidFill>
            <a:srgbClr val="000000"/>
          </a:solidFill>
          <a:highlight>
            <a:scrgbClr r="0" g="0" b="0">
              <a:alpha val="0"/>
            </a:scrgbClr>
          </a:highlight>
          <a:latin typeface="Arial" pitchFamily="18"/>
          <a:ea typeface="DejaVu Sans" pitchFamily="2"/>
          <a:cs typeface="DejaVu Sans" pitchFamily="2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52"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Стрелка: пятиугольник 50">
            <a:extLst>
              <a:ext uri="{FF2B5EF4-FFF2-40B4-BE49-F238E27FC236}">
                <a16:creationId xmlns:a16="http://schemas.microsoft.com/office/drawing/2014/main" id="{71EEF586-6B45-65C1-6866-4D482D0CFA21}"/>
              </a:ext>
            </a:extLst>
          </p:cNvPr>
          <p:cNvSpPr/>
          <p:nvPr/>
        </p:nvSpPr>
        <p:spPr>
          <a:xfrm>
            <a:off x="1779316" y="721344"/>
            <a:ext cx="5029200" cy="441719"/>
          </a:xfrm>
          <a:custGeom>
            <a:avLst>
              <a:gd name="f8" fmla="val 50000"/>
            </a:avLst>
            <a:gdLst>
              <a:gd name="f1" fmla="val 10800000"/>
              <a:gd name="f2" fmla="val 5400000"/>
              <a:gd name="f3" fmla="val 180"/>
              <a:gd name="f4" fmla="val w"/>
              <a:gd name="f5" fmla="val h"/>
              <a:gd name="f6" fmla="val ss"/>
              <a:gd name="f7" fmla="val 0"/>
              <a:gd name="f8" fmla="val 50000"/>
              <a:gd name="f9" fmla="+- 0 0 0"/>
              <a:gd name="f10" fmla="abs f4"/>
              <a:gd name="f11" fmla="abs f5"/>
              <a:gd name="f12" fmla="abs f6"/>
              <a:gd name="f13" fmla="val f7"/>
              <a:gd name="f14" fmla="val f8"/>
              <a:gd name="f15" fmla="*/ f9 f1 1"/>
              <a:gd name="f16" fmla="?: f10 f4 1"/>
              <a:gd name="f17" fmla="?: f11 f5 1"/>
              <a:gd name="f18" fmla="?: f12 f6 1"/>
              <a:gd name="f19" fmla="*/ f15 1 f3"/>
              <a:gd name="f20" fmla="*/ f16 1 21600"/>
              <a:gd name="f21" fmla="*/ f17 1 21600"/>
              <a:gd name="f22" fmla="*/ 21600 f16 1"/>
              <a:gd name="f23" fmla="*/ 21600 f17 1"/>
              <a:gd name="f24" fmla="+- f19 0 f2"/>
              <a:gd name="f25" fmla="min f21 f20"/>
              <a:gd name="f26" fmla="*/ f22 1 f18"/>
              <a:gd name="f27" fmla="*/ f23 1 f18"/>
              <a:gd name="f28" fmla="val f26"/>
              <a:gd name="f29" fmla="val f27"/>
              <a:gd name="f30" fmla="*/ f13 f25 1"/>
              <a:gd name="f31" fmla="+- f29 0 f13"/>
              <a:gd name="f32" fmla="+- f28 0 f13"/>
              <a:gd name="f33" fmla="*/ f29 f25 1"/>
              <a:gd name="f34" fmla="*/ f28 f25 1"/>
              <a:gd name="f35" fmla="*/ f31 1 2"/>
              <a:gd name="f36" fmla="min f32 f31"/>
              <a:gd name="f37" fmla="+- f13 f35 0"/>
              <a:gd name="f38" fmla="*/ f36 f14 1"/>
              <a:gd name="f39" fmla="*/ f38 1 100000"/>
              <a:gd name="f40" fmla="*/ f37 f25 1"/>
              <a:gd name="f41" fmla="+- f28 0 f39"/>
              <a:gd name="f42" fmla="+- f41 f28 0"/>
              <a:gd name="f43" fmla="*/ f41 1 2"/>
              <a:gd name="f44" fmla="*/ f41 f25 1"/>
              <a:gd name="f45" fmla="*/ f42 1 2"/>
              <a:gd name="f46" fmla="*/ f43 f25 1"/>
              <a:gd name="f47" fmla="*/ f45 f25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4">
                <a:pos x="f46" y="f30"/>
              </a:cxn>
              <a:cxn ang="f24">
                <a:pos x="f46" y="f33"/>
              </a:cxn>
            </a:cxnLst>
            <a:rect l="f30" t="f30" r="f47" b="f33"/>
            <a:pathLst>
              <a:path>
                <a:moveTo>
                  <a:pt x="f30" y="f30"/>
                </a:moveTo>
                <a:lnTo>
                  <a:pt x="f44" y="f30"/>
                </a:lnTo>
                <a:lnTo>
                  <a:pt x="f34" y="f40"/>
                </a:lnTo>
                <a:lnTo>
                  <a:pt x="f44" y="f33"/>
                </a:lnTo>
                <a:lnTo>
                  <a:pt x="f30" y="f33"/>
                </a:lnTo>
                <a:close/>
              </a:path>
            </a:pathLst>
          </a:custGeom>
          <a:solidFill>
            <a:srgbClr val="70B8E5"/>
          </a:solidFill>
          <a:ln cap="flat">
            <a:noFill/>
            <a:prstDash val="solid"/>
          </a:ln>
        </p:spPr>
        <p:txBody>
          <a:bodyPr vert="horz" wrap="square" lIns="25560" tIns="25560" rIns="25560" bIns="25560" anchor="ctr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ru-RU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FreeSans" pitchFamily="2"/>
            </a:endParaRPr>
          </a:p>
        </p:txBody>
      </p:sp>
      <p:sp>
        <p:nvSpPr>
          <p:cNvPr id="14" name="Прямоугольник: усеченные противолежащие углы 29">
            <a:extLst>
              <a:ext uri="{FF2B5EF4-FFF2-40B4-BE49-F238E27FC236}">
                <a16:creationId xmlns:a16="http://schemas.microsoft.com/office/drawing/2014/main" id="{40DE3054-150B-6D73-F3F3-7F01F52A3411}"/>
              </a:ext>
            </a:extLst>
          </p:cNvPr>
          <p:cNvSpPr/>
          <p:nvPr/>
        </p:nvSpPr>
        <p:spPr>
          <a:xfrm rot="5400000">
            <a:off x="-1274964" y="2908867"/>
            <a:ext cx="5141236" cy="1840679"/>
          </a:xfrm>
          <a:custGeom>
            <a:avLst/>
            <a:gdLst>
              <a:gd name="f0" fmla="val w"/>
              <a:gd name="f1" fmla="val h"/>
              <a:gd name="f2" fmla="val 0"/>
              <a:gd name="f3" fmla="val 21600"/>
              <a:gd name="f4" fmla="val 1397"/>
              <a:gd name="f5" fmla="val 20307"/>
              <a:gd name="f6" fmla="val 1577"/>
              <a:gd name="f7" fmla="val 19895"/>
              <a:gd name="f8" fmla="val 20203"/>
              <a:gd name="f9" fmla="val 1293"/>
              <a:gd name="f10" fmla="val 20023"/>
              <a:gd name="f11" fmla="val 1705"/>
              <a:gd name="f12" fmla="*/ f0 1 21600"/>
              <a:gd name="f13" fmla="*/ f1 1 21600"/>
              <a:gd name="f14" fmla="val f2"/>
              <a:gd name="f15" fmla="val f3"/>
              <a:gd name="f16" fmla="+- f15 0 f14"/>
              <a:gd name="f17" fmla="*/ f16 1 21600"/>
              <a:gd name="f18" fmla="*/ 0 f16 1"/>
              <a:gd name="f19" fmla="*/ 5773320 f16 1"/>
              <a:gd name="f20" fmla="*/ 5014440 f16 1"/>
              <a:gd name="f21" fmla="*/ f18 1 5766480"/>
              <a:gd name="f22" fmla="*/ f19 1 5766480"/>
              <a:gd name="f23" fmla="*/ f18 1 5007600"/>
              <a:gd name="f24" fmla="*/ f20 1 5007600"/>
              <a:gd name="f25" fmla="*/ f21 1 f17"/>
              <a:gd name="f26" fmla="*/ f22 1 f17"/>
              <a:gd name="f27" fmla="*/ f23 1 f17"/>
              <a:gd name="f28" fmla="*/ f24 1 f17"/>
              <a:gd name="f29" fmla="*/ f25 f12 1"/>
              <a:gd name="f30" fmla="*/ f26 f12 1"/>
              <a:gd name="f31" fmla="*/ f28 f13 1"/>
              <a:gd name="f32" fmla="*/ f27 f13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29" t="f32" r="f30" b="f31"/>
            <a:pathLst>
              <a:path w="21600" h="21600">
                <a:moveTo>
                  <a:pt x="f4" y="f2"/>
                </a:moveTo>
                <a:lnTo>
                  <a:pt x="f5" y="f2"/>
                </a:lnTo>
                <a:lnTo>
                  <a:pt x="f3" y="f6"/>
                </a:lnTo>
                <a:lnTo>
                  <a:pt x="f3" y="f7"/>
                </a:lnTo>
                <a:lnTo>
                  <a:pt x="f8" y="f3"/>
                </a:lnTo>
                <a:lnTo>
                  <a:pt x="f9" y="f3"/>
                </a:lnTo>
                <a:lnTo>
                  <a:pt x="f2" y="f10"/>
                </a:lnTo>
                <a:lnTo>
                  <a:pt x="f2" y="f11"/>
                </a:lnTo>
                <a:lnTo>
                  <a:pt x="f4" y="f2"/>
                </a:lnTo>
                <a:close/>
              </a:path>
            </a:pathLst>
          </a:custGeom>
          <a:solidFill>
            <a:srgbClr val="1A1B23"/>
          </a:solidFill>
          <a:ln w="507959" cap="rnd">
            <a:solidFill>
              <a:srgbClr val="1A1B23"/>
            </a:solidFill>
            <a:prstDash val="solid"/>
            <a:round/>
          </a:ln>
          <a:effectLst>
            <a:outerShdw dist="25149" dir="1417763" algn="tl">
              <a:srgbClr val="000000">
                <a:alpha val="18000"/>
              </a:srgbClr>
            </a:outerShdw>
          </a:effectLst>
        </p:spPr>
        <p:txBody>
          <a:bodyPr vert="horz" wrap="square" lIns="45720" tIns="45000" rIns="45720" bIns="45000" anchor="ctr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ru-RU" sz="1800" b="0" i="0" u="none" strike="noStrike" kern="1200" cap="none" dirty="0">
              <a:ln>
                <a:noFill/>
              </a:ln>
              <a:latin typeface="Liberation Sans" pitchFamily="18"/>
              <a:ea typeface="Noto Sans CJK SC" pitchFamily="2"/>
              <a:cs typeface="FreeSans" pitchFamily="2"/>
            </a:endParaRPr>
          </a:p>
        </p:txBody>
      </p:sp>
      <p:sp>
        <p:nvSpPr>
          <p:cNvPr id="2" name="Astra Group solutions 330">
            <a:extLst>
              <a:ext uri="{FF2B5EF4-FFF2-40B4-BE49-F238E27FC236}">
                <a16:creationId xmlns:a16="http://schemas.microsoft.com/office/drawing/2014/main" id="{D99043B8-D4F8-C5FA-671C-34ED1105031C}"/>
              </a:ext>
            </a:extLst>
          </p:cNvPr>
          <p:cNvSpPr/>
          <p:nvPr/>
        </p:nvSpPr>
        <p:spPr>
          <a:xfrm>
            <a:off x="712440" y="307800"/>
            <a:ext cx="8783640" cy="364679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45720" tIns="45000" rIns="45720" bIns="45000" anchor="t" anchorCtr="0" compatLnSpc="0">
            <a:sp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</a:tabLst>
            </a:pPr>
            <a:r>
              <a:rPr lang="ru-RU" sz="1800" b="1" i="0" u="none" strike="noStrike" kern="1200" cap="none" spc="0" baseline="0" dirty="0">
                <a:ln>
                  <a:noFill/>
                </a:ln>
                <a:solidFill>
                  <a:srgbClr val="3F4658"/>
                </a:solidFill>
                <a:latin typeface="PT Astra Fact" pitchFamily="18"/>
                <a:ea typeface="PT Astra Fact" pitchFamily="2"/>
                <a:cs typeface="DejaVu Sans" pitchFamily="2"/>
              </a:rPr>
              <a:t>Дорожная карта Платформы</a:t>
            </a:r>
            <a:r>
              <a:rPr lang="en-US" sz="1800" b="1" i="0" u="none" strike="noStrike" kern="1200" cap="none" spc="0" baseline="0" dirty="0">
                <a:ln>
                  <a:noFill/>
                </a:ln>
                <a:solidFill>
                  <a:srgbClr val="3F4658"/>
                </a:solidFill>
                <a:latin typeface="PT Astra Fact" pitchFamily="18"/>
                <a:ea typeface="PT Astra Fact" pitchFamily="2"/>
                <a:cs typeface="DejaVu Sans" pitchFamily="2"/>
              </a:rPr>
              <a:t> Astra Cloud</a:t>
            </a:r>
            <a:r>
              <a:rPr lang="ru-RU" sz="1800" b="1" i="0" u="none" strike="noStrike" kern="1200" cap="none" spc="0" baseline="0" dirty="0">
                <a:ln>
                  <a:noFill/>
                </a:ln>
                <a:solidFill>
                  <a:srgbClr val="3F4658"/>
                </a:solidFill>
                <a:latin typeface="PT Astra Fact" pitchFamily="18"/>
                <a:ea typeface="PT Astra Fact" pitchFamily="2"/>
                <a:cs typeface="DejaVu Sans" pitchFamily="2"/>
              </a:rPr>
              <a:t> </a:t>
            </a:r>
          </a:p>
        </p:txBody>
      </p:sp>
      <p:grpSp>
        <p:nvGrpSpPr>
          <p:cNvPr id="3" name="Группа 60">
            <a:extLst>
              <a:ext uri="{FF2B5EF4-FFF2-40B4-BE49-F238E27FC236}">
                <a16:creationId xmlns:a16="http://schemas.microsoft.com/office/drawing/2014/main" id="{C63B87B2-BFC2-573E-7D72-D06766E1BE9E}"/>
              </a:ext>
            </a:extLst>
          </p:cNvPr>
          <p:cNvGrpSpPr/>
          <p:nvPr/>
        </p:nvGrpSpPr>
        <p:grpSpPr>
          <a:xfrm>
            <a:off x="11467800" y="179640"/>
            <a:ext cx="449640" cy="290160"/>
            <a:chOff x="11467800" y="179640"/>
            <a:chExt cx="449640" cy="290160"/>
          </a:xfrm>
        </p:grpSpPr>
        <p:sp>
          <p:nvSpPr>
            <p:cNvPr id="4" name="Линия 28">
              <a:extLst>
                <a:ext uri="{FF2B5EF4-FFF2-40B4-BE49-F238E27FC236}">
                  <a16:creationId xmlns:a16="http://schemas.microsoft.com/office/drawing/2014/main" id="{3BFFDD9D-9CE4-29E4-7456-2AB5BD3159C7}"/>
                </a:ext>
              </a:extLst>
            </p:cNvPr>
            <p:cNvSpPr/>
            <p:nvPr/>
          </p:nvSpPr>
          <p:spPr>
            <a:xfrm flipV="1">
              <a:off x="11467800" y="200880"/>
              <a:ext cx="360" cy="268920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ss"/>
                <a:gd name="f6" fmla="val 0"/>
                <a:gd name="f7" fmla="+- 0 0 0"/>
                <a:gd name="f8" fmla="abs f3"/>
                <a:gd name="f9" fmla="abs f4"/>
                <a:gd name="f10" fmla="abs f5"/>
                <a:gd name="f11" fmla="val f6"/>
                <a:gd name="f12" fmla="*/ f7 f0 1"/>
                <a:gd name="f13" fmla="?: f8 f3 1"/>
                <a:gd name="f14" fmla="?: f9 f4 1"/>
                <a:gd name="f15" fmla="?: f10 f5 1"/>
                <a:gd name="f16" fmla="*/ f12 1 f2"/>
                <a:gd name="f17" fmla="*/ f13 1 21600"/>
                <a:gd name="f18" fmla="*/ f14 1 21600"/>
                <a:gd name="f19" fmla="*/ 21600 f13 1"/>
                <a:gd name="f20" fmla="*/ 21600 f14 1"/>
                <a:gd name="f21" fmla="+- f16 0 f1"/>
                <a:gd name="f22" fmla="min f18 f17"/>
                <a:gd name="f23" fmla="*/ f19 1 f15"/>
                <a:gd name="f24" fmla="*/ f20 1 f15"/>
                <a:gd name="f25" fmla="val f23"/>
                <a:gd name="f26" fmla="val f24"/>
                <a:gd name="f27" fmla="*/ f6 f22 1"/>
                <a:gd name="f28" fmla="*/ f23 f22 1"/>
                <a:gd name="f29" fmla="*/ f24 f22 1"/>
                <a:gd name="f30" fmla="*/ f11 f22 1"/>
                <a:gd name="f31" fmla="*/ f25 f22 1"/>
                <a:gd name="f32" fmla="*/ f26 f22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1">
                  <a:pos x="f30" y="f30"/>
                </a:cxn>
                <a:cxn ang="f21">
                  <a:pos x="f31" y="f32"/>
                </a:cxn>
              </a:cxnLst>
              <a:rect l="f27" t="f27" r="f28" b="f29"/>
              <a:pathLst>
                <a:path>
                  <a:moveTo>
                    <a:pt x="f30" y="f30"/>
                  </a:moveTo>
                  <a:lnTo>
                    <a:pt x="f31" y="f32"/>
                  </a:lnTo>
                </a:path>
              </a:pathLst>
            </a:custGeom>
            <a:noFill/>
            <a:ln w="9360" cap="flat">
              <a:solidFill>
                <a:srgbClr val="535353"/>
              </a:solidFill>
              <a:prstDash val="solid"/>
              <a:round/>
            </a:ln>
          </p:spPr>
          <p:txBody>
            <a:bodyPr vert="horz" wrap="square" lIns="45720" tIns="45000" rIns="45720" bIns="45000" anchor="t" anchorCtr="0" compatLnSpc="0">
              <a:noAutofit/>
            </a:bodyPr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ru-RU" sz="1800" b="0" i="0" u="none" strike="noStrike" kern="1200" cap="none">
                <a:ln>
                  <a:noFill/>
                </a:ln>
                <a:latin typeface="Liberation Sans" pitchFamily="18"/>
                <a:ea typeface="Noto Sans CJK SC" pitchFamily="2"/>
                <a:cs typeface="FreeSans" pitchFamily="2"/>
              </a:endParaRPr>
            </a:p>
          </p:txBody>
        </p:sp>
        <p:pic>
          <p:nvPicPr>
            <p:cNvPr id="5" name="Изображение 183" descr="Изображение 48">
              <a:extLst>
                <a:ext uri="{FF2B5EF4-FFF2-40B4-BE49-F238E27FC236}">
                  <a16:creationId xmlns:a16="http://schemas.microsoft.com/office/drawing/2014/main" id="{1FBF16D7-A972-DDAC-7AED-58767F5C502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1595240" y="179640"/>
              <a:ext cx="322200" cy="285840"/>
            </a:xfrm>
            <a:prstGeom prst="rect">
              <a:avLst/>
            </a:prstGeom>
            <a:noFill/>
            <a:ln cap="flat">
              <a:noFill/>
            </a:ln>
          </p:spPr>
        </p:pic>
      </p:grpSp>
      <p:sp>
        <p:nvSpPr>
          <p:cNvPr id="7" name="Стрелка: пятиугольник 49">
            <a:extLst>
              <a:ext uri="{FF2B5EF4-FFF2-40B4-BE49-F238E27FC236}">
                <a16:creationId xmlns:a16="http://schemas.microsoft.com/office/drawing/2014/main" id="{3DB06543-2CCD-129B-7C2E-3BEF2BD33D23}"/>
              </a:ext>
            </a:extLst>
          </p:cNvPr>
          <p:cNvSpPr/>
          <p:nvPr/>
        </p:nvSpPr>
        <p:spPr>
          <a:xfrm>
            <a:off x="6554356" y="710184"/>
            <a:ext cx="5510880" cy="462600"/>
          </a:xfrm>
          <a:custGeom>
            <a:avLst>
              <a:gd name="f8" fmla="val 50000"/>
            </a:avLst>
            <a:gdLst>
              <a:gd name="f1" fmla="val 10800000"/>
              <a:gd name="f2" fmla="val 5400000"/>
              <a:gd name="f3" fmla="val 180"/>
              <a:gd name="f4" fmla="val w"/>
              <a:gd name="f5" fmla="val h"/>
              <a:gd name="f6" fmla="val ss"/>
              <a:gd name="f7" fmla="val 0"/>
              <a:gd name="f8" fmla="val 50000"/>
              <a:gd name="f9" fmla="+- 0 0 0"/>
              <a:gd name="f10" fmla="abs f4"/>
              <a:gd name="f11" fmla="abs f5"/>
              <a:gd name="f12" fmla="abs f6"/>
              <a:gd name="f13" fmla="val f7"/>
              <a:gd name="f14" fmla="val f8"/>
              <a:gd name="f15" fmla="*/ f9 f1 1"/>
              <a:gd name="f16" fmla="?: f10 f4 1"/>
              <a:gd name="f17" fmla="?: f11 f5 1"/>
              <a:gd name="f18" fmla="?: f12 f6 1"/>
              <a:gd name="f19" fmla="*/ f15 1 f3"/>
              <a:gd name="f20" fmla="*/ f16 1 21600"/>
              <a:gd name="f21" fmla="*/ f17 1 21600"/>
              <a:gd name="f22" fmla="*/ 21600 f16 1"/>
              <a:gd name="f23" fmla="*/ 21600 f17 1"/>
              <a:gd name="f24" fmla="+- f19 0 f2"/>
              <a:gd name="f25" fmla="min f21 f20"/>
              <a:gd name="f26" fmla="*/ f22 1 f18"/>
              <a:gd name="f27" fmla="*/ f23 1 f18"/>
              <a:gd name="f28" fmla="val f26"/>
              <a:gd name="f29" fmla="val f27"/>
              <a:gd name="f30" fmla="*/ f13 f25 1"/>
              <a:gd name="f31" fmla="+- f29 0 f13"/>
              <a:gd name="f32" fmla="+- f28 0 f13"/>
              <a:gd name="f33" fmla="*/ f29 f25 1"/>
              <a:gd name="f34" fmla="*/ f28 f25 1"/>
              <a:gd name="f35" fmla="*/ f31 1 2"/>
              <a:gd name="f36" fmla="min f32 f31"/>
              <a:gd name="f37" fmla="+- f13 f35 0"/>
              <a:gd name="f38" fmla="*/ f36 f14 1"/>
              <a:gd name="f39" fmla="*/ f38 1 100000"/>
              <a:gd name="f40" fmla="*/ f37 f25 1"/>
              <a:gd name="f41" fmla="+- f28 0 f39"/>
              <a:gd name="f42" fmla="+- f41 f28 0"/>
              <a:gd name="f43" fmla="*/ f41 1 2"/>
              <a:gd name="f44" fmla="*/ f41 f25 1"/>
              <a:gd name="f45" fmla="*/ f42 1 2"/>
              <a:gd name="f46" fmla="*/ f43 f25 1"/>
              <a:gd name="f47" fmla="*/ f45 f25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4">
                <a:pos x="f46" y="f30"/>
              </a:cxn>
              <a:cxn ang="f24">
                <a:pos x="f46" y="f33"/>
              </a:cxn>
            </a:cxnLst>
            <a:rect l="f30" t="f30" r="f47" b="f33"/>
            <a:pathLst>
              <a:path>
                <a:moveTo>
                  <a:pt x="f30" y="f30"/>
                </a:moveTo>
                <a:lnTo>
                  <a:pt x="f44" y="f30"/>
                </a:lnTo>
                <a:lnTo>
                  <a:pt x="f34" y="f40"/>
                </a:lnTo>
                <a:lnTo>
                  <a:pt x="f44" y="f33"/>
                </a:lnTo>
                <a:lnTo>
                  <a:pt x="f30" y="f33"/>
                </a:lnTo>
                <a:close/>
              </a:path>
            </a:pathLst>
          </a:custGeom>
          <a:solidFill>
            <a:srgbClr val="696F7E"/>
          </a:solidFill>
          <a:ln w="25560" cap="flat">
            <a:solidFill>
              <a:srgbClr val="E3E7EC"/>
            </a:solidFill>
            <a:prstDash val="solid"/>
            <a:round/>
          </a:ln>
        </p:spPr>
        <p:txBody>
          <a:bodyPr vert="horz" wrap="square" lIns="25560" tIns="25560" rIns="25560" bIns="25560" anchor="ctr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ru-RU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FreeSans" pitchFamily="2"/>
            </a:endParaRPr>
          </a:p>
        </p:txBody>
      </p:sp>
      <p:sp>
        <p:nvSpPr>
          <p:cNvPr id="10" name="Astra Group solutions 294">
            <a:extLst>
              <a:ext uri="{FF2B5EF4-FFF2-40B4-BE49-F238E27FC236}">
                <a16:creationId xmlns:a16="http://schemas.microsoft.com/office/drawing/2014/main" id="{C1C5854A-F0C4-4AD6-5083-3D696EF23780}"/>
              </a:ext>
            </a:extLst>
          </p:cNvPr>
          <p:cNvSpPr/>
          <p:nvPr/>
        </p:nvSpPr>
        <p:spPr>
          <a:xfrm>
            <a:off x="6876916" y="823943"/>
            <a:ext cx="1157400" cy="24300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45720" tIns="45000" rIns="45720" bIns="45000" anchor="ctr" anchorCtr="0" compatLnSpc="0">
            <a:sp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</a:tabLst>
            </a:pPr>
            <a:r>
              <a:rPr lang="ru-RU" sz="1000" b="0" i="0" u="none" strike="noStrike" kern="1200" cap="none" spc="0" baseline="0">
                <a:ln>
                  <a:noFill/>
                </a:ln>
                <a:solidFill>
                  <a:srgbClr val="FFFFFF"/>
                </a:solidFill>
                <a:latin typeface="PT Astra Fact" pitchFamily="18"/>
                <a:ea typeface="PT Astra Fact" pitchFamily="2"/>
                <a:cs typeface="DejaVu Sans" pitchFamily="2"/>
              </a:rPr>
              <a:t>Текущий</a:t>
            </a:r>
          </a:p>
        </p:txBody>
      </p:sp>
      <p:sp>
        <p:nvSpPr>
          <p:cNvPr id="11" name="Astra Group solutions 302">
            <a:extLst>
              <a:ext uri="{FF2B5EF4-FFF2-40B4-BE49-F238E27FC236}">
                <a16:creationId xmlns:a16="http://schemas.microsoft.com/office/drawing/2014/main" id="{EE5C0B2A-EA39-F72F-5B96-EA0BA14B5DCE}"/>
              </a:ext>
            </a:extLst>
          </p:cNvPr>
          <p:cNvSpPr/>
          <p:nvPr/>
        </p:nvSpPr>
        <p:spPr>
          <a:xfrm>
            <a:off x="5032996" y="806664"/>
            <a:ext cx="1521360" cy="27324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45720" tIns="45000" rIns="45720" bIns="45000" anchor="t" anchorCtr="0" compatLnSpc="0">
            <a:spAutoFit/>
          </a:bodyPr>
          <a:lstStyle/>
          <a:p>
            <a:pPr marL="0" marR="0" lvl="0" indent="0" algn="r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</a:tabLst>
            </a:pPr>
            <a:r>
              <a:rPr lang="ru-RU" sz="1200" b="1" i="0" u="none" strike="noStrike" kern="1200" cap="none" spc="0" baseline="0">
                <a:ln>
                  <a:noFill/>
                </a:ln>
                <a:solidFill>
                  <a:srgbClr val="FFFFFF"/>
                </a:solidFill>
                <a:latin typeface="PT Astra Fact" pitchFamily="18"/>
                <a:ea typeface="PT Astra Fact" pitchFamily="2"/>
                <a:cs typeface="DejaVu Sans" pitchFamily="2"/>
              </a:rPr>
              <a:t>H1</a:t>
            </a:r>
            <a:r>
              <a:rPr lang="en-US" sz="1200" b="1" i="0" u="none" strike="noStrike" kern="1200" cap="none" spc="0" baseline="0">
                <a:ln>
                  <a:noFill/>
                </a:ln>
                <a:solidFill>
                  <a:srgbClr val="FFFFFF"/>
                </a:solidFill>
                <a:latin typeface="PT Astra Fact" pitchFamily="18"/>
                <a:ea typeface="PT Astra Fact" pitchFamily="2"/>
                <a:cs typeface="DejaVu Sans" pitchFamily="2"/>
              </a:rPr>
              <a:t> 202</a:t>
            </a:r>
            <a:r>
              <a:rPr lang="ru-RU" sz="1200" b="1" i="0" u="none" strike="noStrike" kern="1200" cap="none" spc="0" baseline="0">
                <a:ln>
                  <a:noFill/>
                </a:ln>
                <a:solidFill>
                  <a:srgbClr val="FFFFFF"/>
                </a:solidFill>
                <a:latin typeface="PT Astra Fact" pitchFamily="18"/>
                <a:ea typeface="PT Astra Fact" pitchFamily="2"/>
                <a:cs typeface="DejaVu Sans" pitchFamily="2"/>
              </a:rPr>
              <a:t>6</a:t>
            </a:r>
          </a:p>
        </p:txBody>
      </p:sp>
      <p:sp>
        <p:nvSpPr>
          <p:cNvPr id="12" name="Astra Group solutions 304">
            <a:extLst>
              <a:ext uri="{FF2B5EF4-FFF2-40B4-BE49-F238E27FC236}">
                <a16:creationId xmlns:a16="http://schemas.microsoft.com/office/drawing/2014/main" id="{82B941ED-0F83-FEC9-943C-BA30C21AF2C1}"/>
              </a:ext>
            </a:extLst>
          </p:cNvPr>
          <p:cNvSpPr/>
          <p:nvPr/>
        </p:nvSpPr>
        <p:spPr>
          <a:xfrm>
            <a:off x="10290076" y="806664"/>
            <a:ext cx="1521360" cy="27324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45720" tIns="45000" rIns="45720" bIns="45000" anchor="t" anchorCtr="0" compatLnSpc="0">
            <a:spAutoFit/>
          </a:bodyPr>
          <a:lstStyle/>
          <a:p>
            <a:pPr marL="0" marR="0" lvl="0" indent="0" algn="r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</a:tabLst>
            </a:pPr>
            <a:r>
              <a:rPr lang="ru-RU" sz="1200" b="1" i="0" u="none" strike="noStrike" kern="1200" cap="none" spc="0" baseline="0">
                <a:ln>
                  <a:noFill/>
                </a:ln>
                <a:solidFill>
                  <a:srgbClr val="FFFFFF"/>
                </a:solidFill>
                <a:latin typeface="PT Astra Fact" pitchFamily="18"/>
                <a:ea typeface="PT Astra Fact" pitchFamily="2"/>
                <a:cs typeface="DejaVu Sans" pitchFamily="2"/>
              </a:rPr>
              <a:t>H2</a:t>
            </a:r>
            <a:r>
              <a:rPr lang="en-US" sz="1200" b="1" i="0" u="none" strike="noStrike" kern="1200" cap="none" spc="0" baseline="0">
                <a:ln>
                  <a:noFill/>
                </a:ln>
                <a:solidFill>
                  <a:srgbClr val="FFFFFF"/>
                </a:solidFill>
                <a:latin typeface="PT Astra Fact" pitchFamily="18"/>
                <a:ea typeface="PT Astra Fact" pitchFamily="2"/>
                <a:cs typeface="DejaVu Sans" pitchFamily="2"/>
              </a:rPr>
              <a:t> 202</a:t>
            </a:r>
            <a:r>
              <a:rPr lang="ru-RU" sz="1200" b="1" i="0" u="none" strike="noStrike" kern="1200" cap="none" spc="0" baseline="0">
                <a:ln>
                  <a:noFill/>
                </a:ln>
                <a:solidFill>
                  <a:srgbClr val="FFFFFF"/>
                </a:solidFill>
                <a:latin typeface="PT Astra Fact" pitchFamily="18"/>
                <a:ea typeface="PT Astra Fact" pitchFamily="2"/>
                <a:cs typeface="DejaVu Sans" pitchFamily="2"/>
              </a:rPr>
              <a:t>6</a:t>
            </a:r>
          </a:p>
        </p:txBody>
      </p:sp>
      <p:sp>
        <p:nvSpPr>
          <p:cNvPr id="13" name="Astra Group solutions 293">
            <a:extLst>
              <a:ext uri="{FF2B5EF4-FFF2-40B4-BE49-F238E27FC236}">
                <a16:creationId xmlns:a16="http://schemas.microsoft.com/office/drawing/2014/main" id="{FBE807A8-E6B0-B32E-C0D4-F61899CDF5C5}"/>
              </a:ext>
            </a:extLst>
          </p:cNvPr>
          <p:cNvSpPr/>
          <p:nvPr/>
        </p:nvSpPr>
        <p:spPr>
          <a:xfrm>
            <a:off x="2416876" y="829704"/>
            <a:ext cx="1157400" cy="24300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45720" tIns="45000" rIns="45720" bIns="45000" anchor="ctr" anchorCtr="0" compatLnSpc="0">
            <a:sp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</a:tabLst>
            </a:pPr>
            <a:r>
              <a:rPr lang="ru-RU" sz="1000" b="0" i="0" u="none" strike="noStrike" kern="1200" cap="none" spc="0" baseline="0" dirty="0">
                <a:ln>
                  <a:noFill/>
                </a:ln>
                <a:solidFill>
                  <a:srgbClr val="FFFFFF"/>
                </a:solidFill>
                <a:latin typeface="PT Astra Fact" pitchFamily="18"/>
                <a:ea typeface="PT Astra Fact" pitchFamily="2"/>
                <a:cs typeface="DejaVu Sans" pitchFamily="2"/>
              </a:rPr>
              <a:t>Предыдущий</a:t>
            </a:r>
          </a:p>
        </p:txBody>
      </p:sp>
      <p:sp>
        <p:nvSpPr>
          <p:cNvPr id="15" name="Astra Group solutions 331">
            <a:extLst>
              <a:ext uri="{FF2B5EF4-FFF2-40B4-BE49-F238E27FC236}">
                <a16:creationId xmlns:a16="http://schemas.microsoft.com/office/drawing/2014/main" id="{912CDB06-D523-9101-E50F-8D786E42CB91}"/>
              </a:ext>
            </a:extLst>
          </p:cNvPr>
          <p:cNvSpPr/>
          <p:nvPr/>
        </p:nvSpPr>
        <p:spPr>
          <a:xfrm>
            <a:off x="369556" y="1404119"/>
            <a:ext cx="1742760" cy="20484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45720" tIns="45000" rIns="45720" bIns="45000" anchor="t" anchorCtr="0" compatLnSpc="0">
            <a:sp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</a:tabLst>
            </a:pPr>
            <a:r>
              <a:rPr lang="ru-RU" sz="750" b="1" dirty="0">
                <a:solidFill>
                  <a:srgbClr val="FFFFFF"/>
                </a:solidFill>
                <a:latin typeface="PT Astra Fact" pitchFamily="18"/>
                <a:ea typeface="PT Astra Fact" pitchFamily="2"/>
                <a:cs typeface="DejaVu Sans" pitchFamily="2"/>
              </a:rPr>
              <a:t>Облачная платформа</a:t>
            </a:r>
            <a:endParaRPr lang="ru-RU" sz="750" b="1" i="0" u="none" strike="noStrike" kern="1200" cap="none" spc="0" baseline="0" dirty="0">
              <a:ln>
                <a:noFill/>
              </a:ln>
              <a:solidFill>
                <a:srgbClr val="FFFFFF"/>
              </a:solidFill>
              <a:latin typeface="PT Astra Fact" pitchFamily="18"/>
              <a:ea typeface="PT Astra Fact" pitchFamily="2"/>
              <a:cs typeface="DejaVu Sans" pitchFamily="2"/>
            </a:endParaRPr>
          </a:p>
        </p:txBody>
      </p:sp>
      <p:sp>
        <p:nvSpPr>
          <p:cNvPr id="16" name="Astra Group solutions 332">
            <a:extLst>
              <a:ext uri="{FF2B5EF4-FFF2-40B4-BE49-F238E27FC236}">
                <a16:creationId xmlns:a16="http://schemas.microsoft.com/office/drawing/2014/main" id="{25674D15-0D26-93D4-53DA-B059235CADBB}"/>
              </a:ext>
            </a:extLst>
          </p:cNvPr>
          <p:cNvSpPr/>
          <p:nvPr/>
        </p:nvSpPr>
        <p:spPr>
          <a:xfrm>
            <a:off x="369556" y="2248824"/>
            <a:ext cx="1593719" cy="312093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45720" tIns="45000" rIns="45720" bIns="45000" anchor="t" anchorCtr="0" compatLnSpc="0">
            <a:sp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</a:tabLst>
            </a:pPr>
            <a:r>
              <a:rPr lang="ru-RU" sz="750" b="1" dirty="0">
                <a:solidFill>
                  <a:srgbClr val="FFFFFF"/>
                </a:solidFill>
                <a:latin typeface="PT Astra Fact" pitchFamily="18"/>
              </a:rPr>
              <a:t>Вычислительные ресурсы</a:t>
            </a:r>
            <a:r>
              <a:rPr lang="en-US" sz="750" b="1" dirty="0">
                <a:solidFill>
                  <a:srgbClr val="FFFFFF"/>
                </a:solidFill>
                <a:latin typeface="PT Astra Fact" pitchFamily="18"/>
              </a:rPr>
              <a:t>/</a:t>
            </a:r>
            <a:r>
              <a:rPr lang="ru-RU" sz="750" b="1" dirty="0">
                <a:solidFill>
                  <a:srgbClr val="FFFFFF"/>
                </a:solidFill>
                <a:latin typeface="PT Astra Fact" pitchFamily="18"/>
              </a:rPr>
              <a:t>Брест</a:t>
            </a:r>
          </a:p>
        </p:txBody>
      </p:sp>
      <p:cxnSp>
        <p:nvCxnSpPr>
          <p:cNvPr id="17" name="Прямая соединительная линия 119">
            <a:extLst>
              <a:ext uri="{FF2B5EF4-FFF2-40B4-BE49-F238E27FC236}">
                <a16:creationId xmlns:a16="http://schemas.microsoft.com/office/drawing/2014/main" id="{6D02B416-35F4-0CB2-6784-8774FA610E12}"/>
              </a:ext>
            </a:extLst>
          </p:cNvPr>
          <p:cNvCxnSpPr/>
          <p:nvPr/>
        </p:nvCxnSpPr>
        <p:spPr>
          <a:xfrm flipH="1">
            <a:off x="322723" y="2045925"/>
            <a:ext cx="2058120" cy="6839"/>
          </a:xfrm>
          <a:prstGeom prst="straightConnector1">
            <a:avLst/>
          </a:prstGeom>
          <a:noFill/>
          <a:ln w="9360" cap="flat">
            <a:solidFill>
              <a:srgbClr val="5BC2F4"/>
            </a:solidFill>
            <a:prstDash val="solid"/>
            <a:round/>
          </a:ln>
        </p:spPr>
      </p:cxnSp>
      <p:cxnSp>
        <p:nvCxnSpPr>
          <p:cNvPr id="18" name="Прямая соединительная линия 120">
            <a:extLst>
              <a:ext uri="{FF2B5EF4-FFF2-40B4-BE49-F238E27FC236}">
                <a16:creationId xmlns:a16="http://schemas.microsoft.com/office/drawing/2014/main" id="{D5A6A123-14D4-FD29-88F4-D35317A33AEA}"/>
              </a:ext>
            </a:extLst>
          </p:cNvPr>
          <p:cNvCxnSpPr/>
          <p:nvPr/>
        </p:nvCxnSpPr>
        <p:spPr>
          <a:xfrm flipH="1">
            <a:off x="322723" y="3829520"/>
            <a:ext cx="2058120" cy="6840"/>
          </a:xfrm>
          <a:prstGeom prst="straightConnector1">
            <a:avLst/>
          </a:prstGeom>
          <a:noFill/>
          <a:ln w="9360" cap="flat">
            <a:solidFill>
              <a:srgbClr val="5BC2F4"/>
            </a:solidFill>
            <a:prstDash val="solid"/>
            <a:round/>
          </a:ln>
        </p:spPr>
      </p:cxnSp>
      <p:sp>
        <p:nvSpPr>
          <p:cNvPr id="19" name="Astra Group solutions 333">
            <a:extLst>
              <a:ext uri="{FF2B5EF4-FFF2-40B4-BE49-F238E27FC236}">
                <a16:creationId xmlns:a16="http://schemas.microsoft.com/office/drawing/2014/main" id="{BF7174C8-016C-E49A-772E-1D32C89C7023}"/>
              </a:ext>
            </a:extLst>
          </p:cNvPr>
          <p:cNvSpPr/>
          <p:nvPr/>
        </p:nvSpPr>
        <p:spPr>
          <a:xfrm>
            <a:off x="369556" y="4117321"/>
            <a:ext cx="1593719" cy="208796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45720" tIns="45000" rIns="45720" bIns="45000" anchor="t" anchorCtr="0" compatLnSpc="0">
            <a:sp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</a:tabLst>
            </a:pPr>
            <a:r>
              <a:rPr lang="ru-RU" sz="750" b="1" dirty="0">
                <a:solidFill>
                  <a:srgbClr val="FFFFFF"/>
                </a:solidFill>
                <a:latin typeface="PT Astra Fact" pitchFamily="18"/>
              </a:rPr>
              <a:t>Безопасность/</a:t>
            </a:r>
            <a:r>
              <a:rPr lang="en" sz="750" b="1" dirty="0">
                <a:solidFill>
                  <a:srgbClr val="FFFFFF"/>
                </a:solidFill>
                <a:latin typeface="PT Astra Fact" pitchFamily="18"/>
              </a:rPr>
              <a:t>IAM</a:t>
            </a:r>
            <a:endParaRPr lang="ru-RU" sz="750" b="1" dirty="0">
              <a:solidFill>
                <a:srgbClr val="FFFFFF"/>
              </a:solidFill>
              <a:latin typeface="PT Astra Fact" pitchFamily="18"/>
            </a:endParaRPr>
          </a:p>
        </p:txBody>
      </p:sp>
      <p:sp>
        <p:nvSpPr>
          <p:cNvPr id="20" name="Astra Group solutions 334">
            <a:extLst>
              <a:ext uri="{FF2B5EF4-FFF2-40B4-BE49-F238E27FC236}">
                <a16:creationId xmlns:a16="http://schemas.microsoft.com/office/drawing/2014/main" id="{80C8EC1F-02FE-739C-8672-78E2503CE5A7}"/>
              </a:ext>
            </a:extLst>
          </p:cNvPr>
          <p:cNvSpPr/>
          <p:nvPr/>
        </p:nvSpPr>
        <p:spPr>
          <a:xfrm>
            <a:off x="379395" y="3201930"/>
            <a:ext cx="1593719" cy="208796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45720" tIns="45000" rIns="45720" bIns="45000" anchor="t" anchorCtr="0" compatLnSpc="0">
            <a:sp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</a:tabLst>
            </a:pPr>
            <a:r>
              <a:rPr lang="ru-RU" sz="750" b="1" dirty="0">
                <a:solidFill>
                  <a:srgbClr val="FFFFFF"/>
                </a:solidFill>
                <a:latin typeface="PT Astra Fact" pitchFamily="18"/>
              </a:rPr>
              <a:t>Сети/</a:t>
            </a:r>
            <a:r>
              <a:rPr lang="en" sz="750" b="1" dirty="0">
                <a:solidFill>
                  <a:srgbClr val="FFFFFF"/>
                </a:solidFill>
                <a:latin typeface="PT Astra Fact" pitchFamily="18"/>
              </a:rPr>
              <a:t>SDN</a:t>
            </a:r>
            <a:endParaRPr lang="ru-RU" sz="750" b="1" dirty="0">
              <a:solidFill>
                <a:srgbClr val="FFFFFF"/>
              </a:solidFill>
              <a:latin typeface="PT Astra Fact" pitchFamily="18"/>
            </a:endParaRPr>
          </a:p>
        </p:txBody>
      </p:sp>
      <p:cxnSp>
        <p:nvCxnSpPr>
          <p:cNvPr id="21" name="Прямая соединительная линия 121">
            <a:extLst>
              <a:ext uri="{FF2B5EF4-FFF2-40B4-BE49-F238E27FC236}">
                <a16:creationId xmlns:a16="http://schemas.microsoft.com/office/drawing/2014/main" id="{60022290-284A-5ECD-E765-3BAB56F02F53}"/>
              </a:ext>
            </a:extLst>
          </p:cNvPr>
          <p:cNvCxnSpPr/>
          <p:nvPr/>
        </p:nvCxnSpPr>
        <p:spPr>
          <a:xfrm flipH="1">
            <a:off x="358756" y="3064459"/>
            <a:ext cx="2058120" cy="6840"/>
          </a:xfrm>
          <a:prstGeom prst="straightConnector1">
            <a:avLst/>
          </a:prstGeom>
          <a:noFill/>
          <a:ln w="9360" cap="flat">
            <a:solidFill>
              <a:srgbClr val="5BC2F4"/>
            </a:solidFill>
            <a:prstDash val="solid"/>
            <a:round/>
          </a:ln>
        </p:spPr>
      </p:cxnSp>
      <p:cxnSp>
        <p:nvCxnSpPr>
          <p:cNvPr id="22" name="Прямая соединительная линия 122">
            <a:extLst>
              <a:ext uri="{FF2B5EF4-FFF2-40B4-BE49-F238E27FC236}">
                <a16:creationId xmlns:a16="http://schemas.microsoft.com/office/drawing/2014/main" id="{5549F08E-5FDE-D385-B332-49B369961460}"/>
              </a:ext>
            </a:extLst>
          </p:cNvPr>
          <p:cNvCxnSpPr/>
          <p:nvPr/>
        </p:nvCxnSpPr>
        <p:spPr>
          <a:xfrm flipH="1">
            <a:off x="322723" y="5422750"/>
            <a:ext cx="2058120" cy="6841"/>
          </a:xfrm>
          <a:prstGeom prst="straightConnector1">
            <a:avLst/>
          </a:prstGeom>
          <a:noFill/>
          <a:ln w="9360" cap="flat">
            <a:solidFill>
              <a:srgbClr val="5BC2F4"/>
            </a:solidFill>
            <a:prstDash val="solid"/>
            <a:round/>
          </a:ln>
        </p:spPr>
      </p:cxnSp>
      <p:sp>
        <p:nvSpPr>
          <p:cNvPr id="23" name="Astra Group solutions 335">
            <a:extLst>
              <a:ext uri="{FF2B5EF4-FFF2-40B4-BE49-F238E27FC236}">
                <a16:creationId xmlns:a16="http://schemas.microsoft.com/office/drawing/2014/main" id="{256548D2-9D56-6163-403A-4198DB5EE692}"/>
              </a:ext>
            </a:extLst>
          </p:cNvPr>
          <p:cNvSpPr/>
          <p:nvPr/>
        </p:nvSpPr>
        <p:spPr>
          <a:xfrm>
            <a:off x="379395" y="5544070"/>
            <a:ext cx="1593719" cy="208796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45720" tIns="45000" rIns="45720" bIns="45000" anchor="t" anchorCtr="0" compatLnSpc="0">
            <a:sp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</a:tabLst>
            </a:pPr>
            <a:r>
              <a:rPr lang="ru-RU" sz="750" b="1" dirty="0">
                <a:solidFill>
                  <a:srgbClr val="FFFFFF"/>
                </a:solidFill>
                <a:latin typeface="PT Astra Fact" pitchFamily="18"/>
              </a:rPr>
              <a:t>Контейнеры/Боцман</a:t>
            </a:r>
          </a:p>
        </p:txBody>
      </p:sp>
      <p:cxnSp>
        <p:nvCxnSpPr>
          <p:cNvPr id="24" name="Прямая соединительная линия 123">
            <a:extLst>
              <a:ext uri="{FF2B5EF4-FFF2-40B4-BE49-F238E27FC236}">
                <a16:creationId xmlns:a16="http://schemas.microsoft.com/office/drawing/2014/main" id="{3DF1FDC1-497B-28EA-D5C9-BF8D0AD0AA89}"/>
              </a:ext>
            </a:extLst>
          </p:cNvPr>
          <p:cNvCxnSpPr/>
          <p:nvPr/>
        </p:nvCxnSpPr>
        <p:spPr>
          <a:xfrm flipH="1">
            <a:off x="345149" y="6157749"/>
            <a:ext cx="2058120" cy="6841"/>
          </a:xfrm>
          <a:prstGeom prst="straightConnector1">
            <a:avLst/>
          </a:prstGeom>
          <a:noFill/>
          <a:ln w="9360" cap="flat">
            <a:solidFill>
              <a:srgbClr val="5BC2F4"/>
            </a:solidFill>
            <a:prstDash val="solid"/>
            <a:round/>
          </a:ln>
        </p:spPr>
      </p:cxnSp>
      <p:sp>
        <p:nvSpPr>
          <p:cNvPr id="27" name="Astra Group solutions 341">
            <a:extLst>
              <a:ext uri="{FF2B5EF4-FFF2-40B4-BE49-F238E27FC236}">
                <a16:creationId xmlns:a16="http://schemas.microsoft.com/office/drawing/2014/main" id="{88CCCCE9-1779-0A8A-9E33-4AB70E4D97B6}"/>
              </a:ext>
            </a:extLst>
          </p:cNvPr>
          <p:cNvSpPr/>
          <p:nvPr/>
        </p:nvSpPr>
        <p:spPr>
          <a:xfrm>
            <a:off x="369556" y="6274775"/>
            <a:ext cx="1593719" cy="20484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45720" tIns="45000" rIns="45720" bIns="45000" anchor="t" anchorCtr="0" compatLnSpc="0">
            <a:sp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</a:tabLst>
            </a:pPr>
            <a:r>
              <a:rPr lang="ru-RU" sz="750" b="1" dirty="0">
                <a:solidFill>
                  <a:srgbClr val="FFFFFF"/>
                </a:solidFill>
                <a:latin typeface="PT Astra Fact" pitchFamily="18"/>
                <a:ea typeface="PT Astra Fact" pitchFamily="2"/>
                <a:cs typeface="DejaVu Sans" pitchFamily="2"/>
              </a:rPr>
              <a:t>Резервное копирование</a:t>
            </a:r>
            <a:endParaRPr lang="ru-RU" sz="750" b="1" i="0" u="none" strike="noStrike" kern="1200" cap="none" spc="0" baseline="0" dirty="0">
              <a:ln>
                <a:noFill/>
              </a:ln>
              <a:solidFill>
                <a:srgbClr val="FFFFFF"/>
              </a:solidFill>
              <a:latin typeface="PT Astra Fact" pitchFamily="18"/>
              <a:ea typeface="PT Astra Fact" pitchFamily="2"/>
              <a:cs typeface="DejaVu Sans" pitchFamily="2"/>
            </a:endParaRPr>
          </a:p>
        </p:txBody>
      </p:sp>
      <p:graphicFrame>
        <p:nvGraphicFramePr>
          <p:cNvPr id="9" name="Таблица 8">
            <a:extLst>
              <a:ext uri="{FF2B5EF4-FFF2-40B4-BE49-F238E27FC236}">
                <a16:creationId xmlns:a16="http://schemas.microsoft.com/office/drawing/2014/main" id="{A093B86E-83F7-BBBC-A425-97C4A1FD2CC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19819650"/>
              </p:ext>
            </p:extLst>
          </p:nvPr>
        </p:nvGraphicFramePr>
        <p:xfrm>
          <a:off x="2508316" y="1163423"/>
          <a:ext cx="9604440" cy="5442680"/>
        </p:xfrm>
        <a:graphic>
          <a:graphicData uri="http://schemas.openxmlformats.org/drawingml/2006/table">
            <a:tbl>
              <a:tblPr/>
              <a:tblGrid>
                <a:gridCol w="4173585">
                  <a:extLst>
                    <a:ext uri="{9D8B030D-6E8A-4147-A177-3AD203B41FA5}">
                      <a16:colId xmlns:a16="http://schemas.microsoft.com/office/drawing/2014/main" val="1201401941"/>
                    </a:ext>
                  </a:extLst>
                </a:gridCol>
                <a:gridCol w="5430855">
                  <a:extLst>
                    <a:ext uri="{9D8B030D-6E8A-4147-A177-3AD203B41FA5}">
                      <a16:colId xmlns:a16="http://schemas.microsoft.com/office/drawing/2014/main" val="3860914164"/>
                    </a:ext>
                  </a:extLst>
                </a:gridCol>
              </a:tblGrid>
              <a:tr h="546360">
                <a:tc>
                  <a:txBody>
                    <a:bodyPr/>
                    <a:lstStyle/>
                    <a:p>
                      <a:pPr marL="172800" marR="0" lvl="0" indent="-172800" rtl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201"/>
                        </a:spcAft>
                        <a:buClr>
                          <a:srgbClr val="000000"/>
                        </a:buClr>
                        <a:buSzPct val="45000"/>
                        <a:buFont typeface="Wingdings"/>
                        <a:buChar char=""/>
                        <a:tabLst/>
                      </a:pPr>
                      <a:r>
                        <a:rPr lang="ru-RU" sz="750" b="0" i="0" u="none" strike="noStrike" kern="1200" cap="none" spc="0" dirty="0">
                          <a:ln>
                            <a:noFill/>
                          </a:ln>
                          <a:solidFill>
                            <a:srgbClr val="3F4658"/>
                          </a:solidFill>
                          <a:latin typeface="PT Astra Fact" pitchFamily="18"/>
                          <a:ea typeface="PT Astra Fact" pitchFamily="2"/>
                          <a:cs typeface="FreeSans" pitchFamily="2"/>
                        </a:rPr>
                        <a:t>Автоматизированная установка новых компонентов платформы через инсталлятор (</a:t>
                      </a:r>
                      <a:r>
                        <a:rPr lang="en" sz="750" b="0" i="0" u="none" strike="noStrike" kern="1200" cap="none" spc="0" dirty="0">
                          <a:ln>
                            <a:noFill/>
                          </a:ln>
                          <a:solidFill>
                            <a:srgbClr val="3F4658"/>
                          </a:solidFill>
                          <a:latin typeface="PT Astra Fact" pitchFamily="18"/>
                          <a:ea typeface="PT Astra Fact" pitchFamily="2"/>
                          <a:cs typeface="FreeSans" pitchFamily="2"/>
                        </a:rPr>
                        <a:t>IAM, SDS, SDN, APIM)</a:t>
                      </a:r>
                    </a:p>
                    <a:p>
                      <a:pPr marL="172800" marR="0" lvl="0" indent="-172800" rtl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201"/>
                        </a:spcAft>
                        <a:buClr>
                          <a:srgbClr val="000000"/>
                        </a:buClr>
                        <a:buSzPct val="45000"/>
                        <a:buFont typeface="Wingdings"/>
                        <a:buChar char=""/>
                        <a:tabLst/>
                      </a:pPr>
                      <a:r>
                        <a:rPr lang="ru-RU" sz="750" b="0" i="0" u="none" strike="noStrike" kern="1200" cap="none" spc="0" dirty="0">
                          <a:ln>
                            <a:noFill/>
                          </a:ln>
                          <a:solidFill>
                            <a:srgbClr val="3F4658"/>
                          </a:solidFill>
                          <a:latin typeface="PT Astra Fact" pitchFamily="18"/>
                          <a:ea typeface="PT Astra Fact" pitchFamily="2"/>
                          <a:cs typeface="FreeSans" pitchFamily="2"/>
                        </a:rPr>
                        <a:t>Установка облачной платформы в пределах одного сервера</a:t>
                      </a:r>
                      <a:br>
                        <a:rPr lang="ru-RU" sz="750" b="0" i="0" u="none" strike="noStrike" kern="1200" cap="none" spc="0" dirty="0">
                          <a:ln>
                            <a:noFill/>
                          </a:ln>
                          <a:solidFill>
                            <a:srgbClr val="3F4658"/>
                          </a:solidFill>
                          <a:latin typeface="PT Astra Fact" pitchFamily="18"/>
                          <a:ea typeface="PT Astra Fact" pitchFamily="2"/>
                          <a:cs typeface="FreeSans" pitchFamily="2"/>
                        </a:rPr>
                      </a:br>
                      <a:r>
                        <a:rPr lang="ru-RU" sz="750" b="0" i="0" u="none" strike="noStrike" kern="1200" cap="none" spc="0" dirty="0">
                          <a:ln>
                            <a:noFill/>
                          </a:ln>
                          <a:solidFill>
                            <a:srgbClr val="3F4658"/>
                          </a:solidFill>
                          <a:latin typeface="PT Astra Fact" pitchFamily="18"/>
                          <a:ea typeface="PT Astra Fact" pitchFamily="2"/>
                          <a:cs typeface="FreeSans" pitchFamily="2"/>
                        </a:rPr>
                        <a:t>("Все-в-одном") для образовательных целей</a:t>
                      </a:r>
                    </a:p>
                    <a:p>
                      <a:pPr marL="172800" marR="0" lvl="0" indent="-172800" rtl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201"/>
                        </a:spcAft>
                        <a:buClr>
                          <a:srgbClr val="000000"/>
                        </a:buClr>
                        <a:buSzPct val="45000"/>
                        <a:buFont typeface="Wingdings"/>
                        <a:buChar char=""/>
                        <a:tabLst/>
                      </a:pPr>
                      <a:r>
                        <a:rPr lang="en" sz="750" b="0" i="0" u="none" strike="noStrike" kern="1200" cap="none" spc="0" dirty="0">
                          <a:ln>
                            <a:noFill/>
                          </a:ln>
                          <a:solidFill>
                            <a:srgbClr val="3F4658"/>
                          </a:solidFill>
                          <a:latin typeface="PT Astra Fact" pitchFamily="18"/>
                          <a:ea typeface="PT Astra Fact" pitchFamily="2"/>
                          <a:cs typeface="FreeSans" pitchFamily="2"/>
                        </a:rPr>
                        <a:t>API </a:t>
                      </a:r>
                      <a:r>
                        <a:rPr lang="ru-RU" sz="750" b="0" i="0" u="none" strike="noStrike" kern="1200" cap="none" spc="0" dirty="0">
                          <a:ln>
                            <a:noFill/>
                          </a:ln>
                          <a:solidFill>
                            <a:srgbClr val="3F4658"/>
                          </a:solidFill>
                          <a:latin typeface="PT Astra Fact" pitchFamily="18"/>
                          <a:ea typeface="PT Astra Fact" pitchFamily="2"/>
                          <a:cs typeface="FreeSans" pitchFamily="2"/>
                        </a:rPr>
                        <a:t>документация облачной платформы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2800" marR="0" lvl="0" indent="-172800" rtl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201"/>
                        </a:spcAft>
                        <a:buClr>
                          <a:srgbClr val="000000"/>
                        </a:buClr>
                        <a:buSzPct val="45000"/>
                        <a:buFont typeface="Wingdings"/>
                        <a:buChar char=""/>
                        <a:tabLst/>
                      </a:pPr>
                      <a:r>
                        <a:rPr lang="ru-RU" sz="750" b="0" i="0" u="none" strike="noStrike" kern="1200" cap="none" spc="0" dirty="0">
                          <a:ln>
                            <a:noFill/>
                          </a:ln>
                          <a:solidFill>
                            <a:srgbClr val="3F4658"/>
                          </a:solidFill>
                          <a:latin typeface="PT Astra Fact" pitchFamily="18"/>
                          <a:ea typeface="PT Astra Fact" pitchFamily="2"/>
                          <a:cs typeface="FreeSans" pitchFamily="2"/>
                        </a:rPr>
                        <a:t>Работа с </a:t>
                      </a:r>
                      <a:r>
                        <a:rPr lang="en" sz="750" b="0" i="0" u="none" strike="noStrike" kern="1200" cap="none" spc="0" dirty="0" err="1">
                          <a:ln>
                            <a:noFill/>
                          </a:ln>
                          <a:solidFill>
                            <a:srgbClr val="3F4658"/>
                          </a:solidFill>
                          <a:latin typeface="PT Astra Fact" pitchFamily="18"/>
                          <a:ea typeface="PT Astra Fact" pitchFamily="2"/>
                          <a:cs typeface="FreeSans" pitchFamily="2"/>
                        </a:rPr>
                        <a:t>vGPU</a:t>
                      </a:r>
                      <a:r>
                        <a:rPr lang="en" sz="750" b="0" i="0" u="none" strike="noStrike" kern="1200" cap="none" spc="0" dirty="0">
                          <a:ln>
                            <a:noFill/>
                          </a:ln>
                          <a:solidFill>
                            <a:srgbClr val="3F4658"/>
                          </a:solidFill>
                          <a:latin typeface="PT Astra Fact" pitchFamily="18"/>
                          <a:ea typeface="PT Astra Fact" pitchFamily="2"/>
                          <a:cs typeface="FreeSans" pitchFamily="2"/>
                        </a:rPr>
                        <a:t> </a:t>
                      </a:r>
                      <a:r>
                        <a:rPr lang="ru-RU" sz="750" b="0" i="0" u="none" strike="noStrike" kern="1200" cap="none" spc="0" dirty="0">
                          <a:ln>
                            <a:noFill/>
                          </a:ln>
                          <a:solidFill>
                            <a:srgbClr val="3F4658"/>
                          </a:solidFill>
                          <a:latin typeface="PT Astra Fact" pitchFamily="18"/>
                          <a:ea typeface="PT Astra Fact" pitchFamily="2"/>
                          <a:cs typeface="FreeSans" pitchFamily="2"/>
                        </a:rPr>
                        <a:t>через портал самообслуживания</a:t>
                      </a:r>
                    </a:p>
                    <a:p>
                      <a:pPr marL="172800" marR="0" lvl="0" indent="-172800" rtl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201"/>
                        </a:spcAft>
                        <a:buClr>
                          <a:srgbClr val="000000"/>
                        </a:buClr>
                        <a:buSzPct val="45000"/>
                        <a:buFont typeface="Wingdings"/>
                        <a:buChar char=""/>
                        <a:tabLst/>
                      </a:pPr>
                      <a:r>
                        <a:rPr lang="ru-RU" sz="750" b="0" i="0" u="none" strike="noStrike" kern="1200" cap="none" spc="0" dirty="0">
                          <a:ln>
                            <a:noFill/>
                          </a:ln>
                          <a:solidFill>
                            <a:srgbClr val="3F4658"/>
                          </a:solidFill>
                          <a:latin typeface="PT Astra Fact" pitchFamily="18"/>
                          <a:ea typeface="PT Astra Fact" pitchFamily="2"/>
                          <a:cs typeface="FreeSans" pitchFamily="2"/>
                        </a:rPr>
                        <a:t>Управление резервным копированием ВМ через портал самообслуживания</a:t>
                      </a:r>
                    </a:p>
                    <a:p>
                      <a:pPr marL="172800" marR="0" lvl="0" indent="-172800" rtl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201"/>
                        </a:spcAft>
                        <a:buClr>
                          <a:srgbClr val="000000"/>
                        </a:buClr>
                        <a:buSzPct val="45000"/>
                        <a:buFont typeface="Wingdings"/>
                        <a:buChar char=""/>
                        <a:tabLst/>
                      </a:pPr>
                      <a:r>
                        <a:rPr lang="en-US" sz="750" b="0" i="0" u="none" strike="noStrike" kern="1200" cap="none" spc="0" dirty="0">
                          <a:ln>
                            <a:noFill/>
                          </a:ln>
                          <a:solidFill>
                            <a:srgbClr val="3F4658"/>
                          </a:solidFill>
                          <a:latin typeface="PT Astra Fact" pitchFamily="18"/>
                          <a:ea typeface="PT Astra Fact" pitchFamily="2"/>
                          <a:cs typeface="FreeSans" pitchFamily="2"/>
                        </a:rPr>
                        <a:t>PoC </a:t>
                      </a:r>
                      <a:r>
                        <a:rPr lang="ru-RU" sz="750" b="0" i="0" u="none" strike="noStrike" kern="1200" cap="none" spc="0" dirty="0">
                          <a:ln>
                            <a:noFill/>
                          </a:ln>
                          <a:solidFill>
                            <a:srgbClr val="3F4658"/>
                          </a:solidFill>
                          <a:latin typeface="PT Astra Fact" pitchFamily="18"/>
                          <a:ea typeface="PT Astra Fact" pitchFamily="2"/>
                          <a:cs typeface="FreeSans" pitchFamily="2"/>
                        </a:rPr>
                        <a:t>ЛК Пользователя/Админа</a:t>
                      </a:r>
                    </a:p>
                    <a:p>
                      <a:pPr marL="172800" marR="0" lvl="0" indent="-172800" rtl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201"/>
                        </a:spcAft>
                        <a:buClr>
                          <a:srgbClr val="000000"/>
                        </a:buClr>
                        <a:buSzPct val="45000"/>
                        <a:buFont typeface="Wingdings"/>
                        <a:buChar char=""/>
                        <a:tabLst/>
                      </a:pPr>
                      <a:r>
                        <a:rPr lang="en-US" sz="750" b="0" i="0" u="none" strike="noStrike" kern="1200" cap="none" spc="0" dirty="0">
                          <a:ln>
                            <a:noFill/>
                          </a:ln>
                          <a:solidFill>
                            <a:srgbClr val="3F4658"/>
                          </a:solidFill>
                          <a:latin typeface="PT Astra Fact" pitchFamily="18"/>
                          <a:ea typeface="PT Astra Fact" pitchFamily="2"/>
                          <a:cs typeface="FreeSans" pitchFamily="2"/>
                        </a:rPr>
                        <a:t>PoC Tenant Management/ IaaS Orchestrator</a:t>
                      </a:r>
                    </a:p>
                    <a:p>
                      <a:pPr marL="172800" marR="0" lvl="0" indent="-172800" rtl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201"/>
                        </a:spcAft>
                        <a:buClr>
                          <a:srgbClr val="000000"/>
                        </a:buClr>
                        <a:buSzPct val="45000"/>
                        <a:buFont typeface="Wingdings"/>
                        <a:buChar char=""/>
                        <a:tabLst/>
                      </a:pPr>
                      <a:r>
                        <a:rPr lang="en-US" sz="750" b="0" i="0" u="none" strike="noStrike" kern="1200" cap="none" spc="0" dirty="0">
                          <a:ln>
                            <a:noFill/>
                          </a:ln>
                          <a:solidFill>
                            <a:srgbClr val="3F4658"/>
                          </a:solidFill>
                          <a:latin typeface="PT Astra Fact" pitchFamily="18"/>
                          <a:ea typeface="PT Astra Fact" pitchFamily="2"/>
                          <a:cs typeface="FreeSans" pitchFamily="2"/>
                        </a:rPr>
                        <a:t>PoC </a:t>
                      </a:r>
                      <a:r>
                        <a:rPr lang="ru-RU" sz="750" b="0" i="0" u="none" strike="noStrike" kern="1200" cap="none" spc="0" dirty="0">
                          <a:ln>
                            <a:noFill/>
                          </a:ln>
                          <a:solidFill>
                            <a:srgbClr val="3F4658"/>
                          </a:solidFill>
                          <a:latin typeface="PT Astra Fact" pitchFamily="18"/>
                          <a:ea typeface="PT Astra Fact" pitchFamily="2"/>
                          <a:cs typeface="FreeSans" pitchFamily="2"/>
                        </a:rPr>
                        <a:t>Интеграция </a:t>
                      </a:r>
                      <a:r>
                        <a:rPr lang="en-US" sz="750" b="0" i="0" u="none" strike="noStrike" kern="1200" cap="none" spc="0" dirty="0" err="1">
                          <a:ln>
                            <a:noFill/>
                          </a:ln>
                          <a:solidFill>
                            <a:srgbClr val="3F4658"/>
                          </a:solidFill>
                          <a:latin typeface="PT Astra Fact" pitchFamily="18"/>
                          <a:ea typeface="PT Astra Fact" pitchFamily="2"/>
                          <a:cs typeface="FreeSans" pitchFamily="2"/>
                        </a:rPr>
                        <a:t>XaaS</a:t>
                      </a:r>
                      <a:endParaRPr lang="ru-RU" sz="750" b="0" i="0" u="none" strike="noStrike" kern="1200" cap="none" spc="0" dirty="0">
                        <a:ln>
                          <a:noFill/>
                        </a:ln>
                        <a:solidFill>
                          <a:srgbClr val="3F4658"/>
                        </a:solidFill>
                        <a:latin typeface="PT Astra Fact" pitchFamily="18"/>
                        <a:ea typeface="PT Astra Fact" pitchFamily="2"/>
                        <a:cs typeface="FreeSans" pitchFamily="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62433920"/>
                  </a:ext>
                </a:extLst>
              </a:tr>
              <a:tr h="665280">
                <a:tc>
                  <a:txBody>
                    <a:bodyPr/>
                    <a:lstStyle/>
                    <a:p>
                      <a:pPr marL="172800" marR="0" lvl="0" indent="-172800" rtl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201"/>
                        </a:spcAft>
                        <a:buClr>
                          <a:srgbClr val="3F4658"/>
                        </a:buClr>
                        <a:buSzPct val="100000"/>
                        <a:buFont typeface="Arial"/>
                        <a:buChar char="•"/>
                        <a:tabLst/>
                      </a:pPr>
                      <a:r>
                        <a:rPr lang="en" sz="750" b="0" i="0" u="none" strike="noStrike" kern="1200" cap="none" spc="0" dirty="0">
                          <a:ln>
                            <a:noFill/>
                          </a:ln>
                          <a:solidFill>
                            <a:srgbClr val="3F4658"/>
                          </a:solidFill>
                          <a:latin typeface="PT Astra Fact" pitchFamily="18"/>
                          <a:ea typeface="PT Astra Fact" pitchFamily="2"/>
                          <a:cs typeface="FreeSans" pitchFamily="2"/>
                        </a:rPr>
                        <a:t>REST API </a:t>
                      </a:r>
                      <a:r>
                        <a:rPr lang="ru-RU" sz="750" b="0" i="0" u="none" strike="noStrike" kern="1200" cap="none" spc="0" dirty="0">
                          <a:ln>
                            <a:noFill/>
                          </a:ln>
                          <a:solidFill>
                            <a:srgbClr val="3F4658"/>
                          </a:solidFill>
                          <a:latin typeface="PT Astra Fact" pitchFamily="18"/>
                          <a:ea typeface="PT Astra Fact" pitchFamily="2"/>
                          <a:cs typeface="FreeSans" pitchFamily="2"/>
                        </a:rPr>
                        <a:t>виртуализации</a:t>
                      </a:r>
                    </a:p>
                    <a:p>
                      <a:pPr marL="172800" marR="0" lvl="0" indent="-172800" rtl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201"/>
                        </a:spcAft>
                        <a:buClr>
                          <a:srgbClr val="3F4658"/>
                        </a:buClr>
                        <a:buSzPct val="100000"/>
                        <a:buFont typeface="Arial"/>
                        <a:buChar char="•"/>
                        <a:tabLst/>
                      </a:pPr>
                      <a:r>
                        <a:rPr lang="ru-RU" sz="750" b="0" i="0" u="none" strike="noStrike" kern="1200" cap="none" spc="0" dirty="0">
                          <a:ln>
                            <a:noFill/>
                          </a:ln>
                          <a:solidFill>
                            <a:srgbClr val="3F4658"/>
                          </a:solidFill>
                          <a:latin typeface="PT Astra Fact" pitchFamily="18"/>
                          <a:ea typeface="PT Astra Fact" pitchFamily="2"/>
                          <a:cs typeface="FreeSans" pitchFamily="2"/>
                        </a:rPr>
                        <a:t>Поддержка аварийного восстановления рабочих нагрузок потребителей облачной платформы</a:t>
                      </a:r>
                    </a:p>
                    <a:p>
                      <a:pPr marL="172800" marR="0" lvl="0" indent="-172800" rtl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201"/>
                        </a:spcAft>
                        <a:buClr>
                          <a:srgbClr val="3F4658"/>
                        </a:buClr>
                        <a:buSzPct val="100000"/>
                        <a:buFont typeface="Arial"/>
                        <a:buChar char="•"/>
                        <a:tabLst/>
                      </a:pPr>
                      <a:r>
                        <a:rPr lang="ru-RU" sz="750" b="0" i="0" u="none" strike="noStrike" kern="1200" cap="none" spc="0" dirty="0">
                          <a:ln>
                            <a:noFill/>
                          </a:ln>
                          <a:solidFill>
                            <a:srgbClr val="3F4658"/>
                          </a:solidFill>
                          <a:latin typeface="PT Astra Fact" pitchFamily="18"/>
                          <a:ea typeface="PT Astra Fact" pitchFamily="2"/>
                          <a:cs typeface="FreeSans" pitchFamily="2"/>
                        </a:rPr>
                        <a:t>Поддержка интеграции с внешними СРК</a:t>
                      </a:r>
                    </a:p>
                    <a:p>
                      <a:pPr marL="172800" marR="0" lvl="0" indent="-172800" rtl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201"/>
                        </a:spcAft>
                        <a:buClr>
                          <a:srgbClr val="3F4658"/>
                        </a:buClr>
                        <a:buSzPct val="100000"/>
                        <a:buFont typeface="Arial"/>
                        <a:buChar char="•"/>
                        <a:tabLst/>
                      </a:pPr>
                      <a:r>
                        <a:rPr lang="ru-RU" sz="750" b="0" i="0" u="none" strike="noStrike" kern="1200" cap="none" spc="0" dirty="0">
                          <a:ln>
                            <a:noFill/>
                          </a:ln>
                          <a:solidFill>
                            <a:srgbClr val="3F4658"/>
                          </a:solidFill>
                          <a:latin typeface="PT Astra Fact" pitchFamily="18"/>
                          <a:ea typeface="PT Astra Fact" pitchFamily="2"/>
                          <a:cs typeface="FreeSans" pitchFamily="2"/>
                        </a:rPr>
                        <a:t>Поддержка массового размещения ВМ с </a:t>
                      </a:r>
                      <a:r>
                        <a:rPr lang="en" sz="750" b="0" i="0" u="none" strike="noStrike" kern="1200" cap="none" spc="0" dirty="0" err="1">
                          <a:ln>
                            <a:noFill/>
                          </a:ln>
                          <a:solidFill>
                            <a:srgbClr val="3F4658"/>
                          </a:solidFill>
                          <a:latin typeface="PT Astra Fact" pitchFamily="18"/>
                          <a:ea typeface="PT Astra Fact" pitchFamily="2"/>
                          <a:cs typeface="FreeSans" pitchFamily="2"/>
                        </a:rPr>
                        <a:t>vGPU</a:t>
                      </a:r>
                      <a:r>
                        <a:rPr lang="en" sz="750" b="0" i="0" u="none" strike="noStrike" kern="1200" cap="none" spc="0" dirty="0">
                          <a:ln>
                            <a:noFill/>
                          </a:ln>
                          <a:solidFill>
                            <a:srgbClr val="3F4658"/>
                          </a:solidFill>
                          <a:latin typeface="PT Astra Fact" pitchFamily="18"/>
                          <a:ea typeface="PT Astra Fact" pitchFamily="2"/>
                          <a:cs typeface="FreeSans" pitchFamily="2"/>
                        </a:rPr>
                        <a:t> </a:t>
                      </a:r>
                      <a:r>
                        <a:rPr lang="ru-RU" sz="750" b="0" i="0" u="none" strike="noStrike" kern="1200" cap="none" spc="0" dirty="0">
                          <a:ln>
                            <a:noFill/>
                          </a:ln>
                          <a:solidFill>
                            <a:srgbClr val="3F4658"/>
                          </a:solidFill>
                          <a:latin typeface="PT Astra Fact" pitchFamily="18"/>
                          <a:ea typeface="PT Astra Fact" pitchFamily="2"/>
                          <a:cs typeface="FreeSans" pitchFamily="2"/>
                        </a:rPr>
                        <a:t>через портал администратора ПК СВ Брест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2800" marR="0" lvl="0" indent="-172800" algn="l" defTabSz="914400" rtl="0" eaLnBrk="1" fontAlgn="auto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201"/>
                        </a:spcAft>
                        <a:buClr>
                          <a:srgbClr val="3F4658"/>
                        </a:buClr>
                        <a:buSzPct val="100000"/>
                        <a:buFont typeface="Arial"/>
                        <a:buChar char="•"/>
                        <a:tabLst/>
                        <a:defRPr/>
                      </a:pPr>
                      <a:r>
                        <a:rPr lang="ru-RU" sz="750" b="0" i="0" u="none" strike="noStrike" kern="1200" cap="none" spc="0" dirty="0">
                          <a:ln>
                            <a:noFill/>
                          </a:ln>
                          <a:solidFill>
                            <a:srgbClr val="3F4658"/>
                          </a:solidFill>
                          <a:latin typeface="PT Astra Fact" pitchFamily="18"/>
                          <a:ea typeface="PT Astra Fact" pitchFamily="2"/>
                          <a:cs typeface="FreeSans" pitchFamily="2"/>
                        </a:rPr>
                        <a:t>Управление квотами на ресурсы </a:t>
                      </a:r>
                      <a:r>
                        <a:rPr lang="ru-RU" sz="750" b="0" i="0" u="none" strike="noStrike" kern="1200" cap="none" spc="0" dirty="0" err="1">
                          <a:ln>
                            <a:noFill/>
                          </a:ln>
                          <a:solidFill>
                            <a:srgbClr val="3F4658"/>
                          </a:solidFill>
                          <a:latin typeface="PT Astra Fact" pitchFamily="18"/>
                          <a:ea typeface="PT Astra Fact" pitchFamily="2"/>
                          <a:cs typeface="FreeSans" pitchFamily="2"/>
                        </a:rPr>
                        <a:t>vGPU</a:t>
                      </a:r>
                      <a:endParaRPr lang="ru-RU" sz="750" b="0" i="0" u="none" strike="noStrike" kern="1200" cap="none" spc="0" dirty="0">
                        <a:ln>
                          <a:noFill/>
                        </a:ln>
                        <a:solidFill>
                          <a:srgbClr val="3F4658"/>
                        </a:solidFill>
                        <a:latin typeface="PT Astra Fact" pitchFamily="18"/>
                        <a:ea typeface="PT Astra Fact" pitchFamily="2"/>
                        <a:cs typeface="FreeSans" pitchFamily="2"/>
                      </a:endParaRPr>
                    </a:p>
                    <a:p>
                      <a:pPr marL="172800" marR="0" lvl="0" indent="-172800" rtl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201"/>
                        </a:spcAft>
                        <a:buClr>
                          <a:srgbClr val="3F4658"/>
                        </a:buClr>
                        <a:buSzPct val="100000"/>
                        <a:buFont typeface="Arial"/>
                        <a:buChar char="•"/>
                        <a:tabLst/>
                      </a:pPr>
                      <a:r>
                        <a:rPr lang="ru-RU" sz="750" b="0" i="0" u="none" strike="noStrike" kern="1200" cap="none" spc="0" dirty="0">
                          <a:ln>
                            <a:noFill/>
                          </a:ln>
                          <a:solidFill>
                            <a:srgbClr val="3F4658"/>
                          </a:solidFill>
                          <a:latin typeface="PT Astra Fact" pitchFamily="18"/>
                          <a:ea typeface="PT Astra Fact" pitchFamily="2"/>
                          <a:cs typeface="FreeSans" pitchFamily="2"/>
                        </a:rPr>
                        <a:t>Хранение данных TPM и переменных UEFI на блочном устройстве</a:t>
                      </a:r>
                    </a:p>
                    <a:p>
                      <a:pPr marL="172800" marR="0" lvl="0" indent="-172800" rtl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201"/>
                        </a:spcAft>
                        <a:buClr>
                          <a:srgbClr val="3F4658"/>
                        </a:buClr>
                        <a:buSzPct val="100000"/>
                        <a:buFont typeface="Arial"/>
                        <a:buChar char="•"/>
                        <a:tabLst/>
                      </a:pPr>
                      <a:r>
                        <a:rPr lang="ru-RU" sz="750" b="0" i="0" u="none" strike="noStrike" kern="1200" cap="none" spc="0" dirty="0">
                          <a:ln>
                            <a:noFill/>
                          </a:ln>
                          <a:solidFill>
                            <a:srgbClr val="3F4658"/>
                          </a:solidFill>
                          <a:latin typeface="PT Astra Fact" pitchFamily="18"/>
                          <a:ea typeface="PT Astra Fact" pitchFamily="2"/>
                          <a:cs typeface="FreeSans" pitchFamily="2"/>
                        </a:rPr>
                        <a:t>Нативная интеграция с SDS TROK 2.1 (полная поддержка функционала хранилища)</a:t>
                      </a:r>
                    </a:p>
                    <a:p>
                      <a:pPr marL="172800" marR="0" lvl="0" indent="-172800" rtl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201"/>
                        </a:spcAft>
                        <a:buClr>
                          <a:srgbClr val="3F4658"/>
                        </a:buClr>
                        <a:buSzPct val="100000"/>
                        <a:buFont typeface="Arial"/>
                        <a:buChar char="•"/>
                        <a:tabLst/>
                      </a:pPr>
                      <a:r>
                        <a:rPr lang="ru-RU" sz="750" b="0" i="0" u="none" strike="noStrike" kern="1200" cap="none" spc="0" dirty="0">
                          <a:ln>
                            <a:noFill/>
                          </a:ln>
                          <a:solidFill>
                            <a:srgbClr val="3F4658"/>
                          </a:solidFill>
                          <a:latin typeface="PT Astra Fact" pitchFamily="18"/>
                          <a:ea typeface="PT Astra Fact" pitchFamily="2"/>
                          <a:cs typeface="FreeSans" pitchFamily="2"/>
                        </a:rPr>
                        <a:t>Поддержка идентификации пользовательских операций (</a:t>
                      </a:r>
                      <a:r>
                        <a:rPr lang="en" sz="750" b="0" i="0" u="none" strike="noStrike" kern="1200" cap="none" spc="0" dirty="0">
                          <a:ln>
                            <a:noFill/>
                          </a:ln>
                          <a:solidFill>
                            <a:srgbClr val="3F4658"/>
                          </a:solidFill>
                          <a:latin typeface="PT Astra Fact" pitchFamily="18"/>
                          <a:ea typeface="PT Astra Fact" pitchFamily="2"/>
                          <a:cs typeface="FreeSans" pitchFamily="2"/>
                        </a:rPr>
                        <a:t>KERBEROS)</a:t>
                      </a:r>
                    </a:p>
                    <a:p>
                      <a:pPr marL="172800" marR="0" lvl="0" indent="-172800" algn="l" defTabSz="914400" rtl="0" eaLnBrk="1" fontAlgn="auto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201"/>
                        </a:spcAft>
                        <a:buClr>
                          <a:srgbClr val="3F4658"/>
                        </a:buClr>
                        <a:buSzPct val="100000"/>
                        <a:buFont typeface="Arial"/>
                        <a:buChar char="•"/>
                        <a:tabLst/>
                        <a:defRPr/>
                      </a:pPr>
                      <a:r>
                        <a:rPr lang="ru-RU" sz="750" b="0" i="0" u="none" strike="noStrike" kern="1200" cap="none" spc="0" dirty="0" err="1">
                          <a:ln>
                            <a:noFill/>
                          </a:ln>
                          <a:solidFill>
                            <a:srgbClr val="3F4658"/>
                          </a:solidFill>
                          <a:latin typeface="PT Astra Fact" pitchFamily="18"/>
                          <a:ea typeface="PT Astra Fact" pitchFamily="2"/>
                          <a:cs typeface="FreeSans" pitchFamily="2"/>
                        </a:rPr>
                        <a:t>Brest_LVM</a:t>
                      </a:r>
                      <a:r>
                        <a:rPr lang="ru-RU" sz="750" b="0" i="0" u="none" strike="noStrike" kern="1200" cap="none" spc="0" dirty="0">
                          <a:ln>
                            <a:noFill/>
                          </a:ln>
                          <a:solidFill>
                            <a:srgbClr val="3F4658"/>
                          </a:solidFill>
                          <a:latin typeface="PT Astra Fact" pitchFamily="18"/>
                          <a:ea typeface="PT Astra Fact" pitchFamily="2"/>
                          <a:cs typeface="FreeSans" pitchFamily="2"/>
                        </a:rPr>
                        <a:t>: валидация используемого пространства хранилища</a:t>
                      </a:r>
                      <a:r>
                        <a:rPr lang="en-US" sz="750" b="0" i="0" u="none" strike="noStrike" kern="1200" cap="none" spc="0" dirty="0">
                          <a:ln>
                            <a:noFill/>
                          </a:ln>
                          <a:solidFill>
                            <a:srgbClr val="3F4658"/>
                          </a:solidFill>
                          <a:latin typeface="PT Astra Fact" pitchFamily="18"/>
                          <a:ea typeface="PT Astra Fact" pitchFamily="2"/>
                          <a:cs typeface="FreeSans" pitchFamily="2"/>
                        </a:rPr>
                        <a:t> </a:t>
                      </a:r>
                      <a:r>
                        <a:rPr lang="ru-RU" sz="750" b="0" i="0" u="none" strike="noStrike" kern="1200" cap="none" spc="0" dirty="0">
                          <a:ln>
                            <a:noFill/>
                          </a:ln>
                          <a:solidFill>
                            <a:srgbClr val="3F4658"/>
                          </a:solidFill>
                          <a:latin typeface="PT Astra Fact" pitchFamily="18"/>
                          <a:ea typeface="PT Astra Fact" pitchFamily="2"/>
                          <a:cs typeface="FreeSans" pitchFamily="2"/>
                        </a:rPr>
                        <a:t>и расширенная поддержка дерева снимков дисков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09744527"/>
                  </a:ext>
                </a:extLst>
              </a:tr>
              <a:tr h="542160">
                <a:tc>
                  <a:txBody>
                    <a:bodyPr/>
                    <a:lstStyle/>
                    <a:p>
                      <a:pPr marL="172800" marR="0" lvl="0" indent="-172800" rtl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201"/>
                        </a:spcAft>
                        <a:buClr>
                          <a:srgbClr val="3F4658"/>
                        </a:buClr>
                        <a:buSzPct val="100000"/>
                        <a:buFont typeface="Arial"/>
                        <a:buChar char="•"/>
                        <a:tabLst/>
                      </a:pPr>
                      <a:r>
                        <a:rPr lang="ru-RU" sz="750" b="0" i="0" u="none" strike="noStrike" kern="1200" cap="none" spc="0" dirty="0">
                          <a:ln>
                            <a:noFill/>
                          </a:ln>
                          <a:solidFill>
                            <a:srgbClr val="3F4658"/>
                          </a:solidFill>
                          <a:latin typeface="PT Astra Fact" pitchFamily="18"/>
                          <a:ea typeface="PT Astra Fact" pitchFamily="2"/>
                          <a:cs typeface="FreeSans" pitchFamily="2"/>
                        </a:rPr>
                        <a:t>Поддержка компонента "Программно-</a:t>
                      </a:r>
                      <a:r>
                        <a:rPr lang="ru-RU" sz="750" b="0" i="0" u="none" strike="noStrike" kern="1200" cap="none" spc="0" dirty="0" err="1">
                          <a:ln>
                            <a:noFill/>
                          </a:ln>
                          <a:solidFill>
                            <a:srgbClr val="3F4658"/>
                          </a:solidFill>
                          <a:latin typeface="PT Astra Fact" pitchFamily="18"/>
                          <a:ea typeface="PT Astra Fact" pitchFamily="2"/>
                          <a:cs typeface="FreeSans" pitchFamily="2"/>
                        </a:rPr>
                        <a:t>определямые</a:t>
                      </a:r>
                      <a:r>
                        <a:rPr lang="ru-RU" sz="750" b="0" i="0" u="none" strike="noStrike" kern="1200" cap="none" spc="0" dirty="0">
                          <a:ln>
                            <a:noFill/>
                          </a:ln>
                          <a:solidFill>
                            <a:srgbClr val="3F4658"/>
                          </a:solidFill>
                          <a:latin typeface="PT Astra Fact" pitchFamily="18"/>
                          <a:ea typeface="PT Astra Fact" pitchFamily="2"/>
                          <a:cs typeface="FreeSans" pitchFamily="2"/>
                        </a:rPr>
                        <a:t> сети" - </a:t>
                      </a:r>
                      <a:r>
                        <a:rPr lang="en" sz="750" b="0" i="0" u="none" strike="noStrike" kern="1200" cap="none" spc="0" dirty="0">
                          <a:ln>
                            <a:noFill/>
                          </a:ln>
                          <a:solidFill>
                            <a:srgbClr val="3F4658"/>
                          </a:solidFill>
                          <a:latin typeface="PT Astra Fact" pitchFamily="18"/>
                          <a:ea typeface="PT Astra Fact" pitchFamily="2"/>
                          <a:cs typeface="FreeSans" pitchFamily="2"/>
                        </a:rPr>
                        <a:t>SDN</a:t>
                      </a:r>
                    </a:p>
                    <a:p>
                      <a:pPr marL="172800" marR="0" lvl="0" indent="-172800" rtl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201"/>
                        </a:spcAft>
                        <a:buClr>
                          <a:srgbClr val="3F4658"/>
                        </a:buClr>
                        <a:buSzPct val="100000"/>
                        <a:buFont typeface="Arial"/>
                        <a:buChar char="•"/>
                        <a:tabLst/>
                      </a:pPr>
                      <a:r>
                        <a:rPr lang="ru-RU" sz="750" b="0" i="0" u="none" strike="noStrike" kern="1200" cap="none" spc="0" dirty="0">
                          <a:ln>
                            <a:noFill/>
                          </a:ln>
                          <a:solidFill>
                            <a:srgbClr val="3F4658"/>
                          </a:solidFill>
                          <a:latin typeface="PT Astra Fact" pitchFamily="18"/>
                          <a:ea typeface="PT Astra Fact" pitchFamily="2"/>
                          <a:cs typeface="FreeSans" pitchFamily="2"/>
                        </a:rPr>
                        <a:t>Трассировка событий</a:t>
                      </a:r>
                    </a:p>
                    <a:p>
                      <a:pPr marL="172800" marR="0" lvl="0" indent="-172800" rtl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201"/>
                        </a:spcAft>
                        <a:buClr>
                          <a:srgbClr val="3F4658"/>
                        </a:buClr>
                        <a:buSzPct val="100000"/>
                        <a:buFont typeface="Arial"/>
                        <a:buChar char="•"/>
                        <a:tabLst/>
                      </a:pPr>
                      <a:r>
                        <a:rPr lang="ru-RU" sz="750" b="0" i="0" u="none" strike="noStrike" kern="1200" cap="none" spc="0" dirty="0">
                          <a:ln>
                            <a:noFill/>
                          </a:ln>
                          <a:solidFill>
                            <a:srgbClr val="3F4658"/>
                          </a:solidFill>
                          <a:latin typeface="PT Astra Fact" pitchFamily="18"/>
                          <a:ea typeface="PT Astra Fact" pitchFamily="2"/>
                          <a:cs typeface="FreeSans" pitchFamily="2"/>
                        </a:rPr>
                        <a:t>Управление </a:t>
                      </a:r>
                      <a:r>
                        <a:rPr lang="en" sz="750" b="0" i="0" u="none" strike="noStrike" kern="1200" cap="none" spc="0" dirty="0">
                          <a:ln>
                            <a:noFill/>
                          </a:ln>
                          <a:solidFill>
                            <a:srgbClr val="3F4658"/>
                          </a:solidFill>
                          <a:latin typeface="PT Astra Fact" pitchFamily="18"/>
                          <a:ea typeface="PT Astra Fact" pitchFamily="2"/>
                          <a:cs typeface="FreeSans" pitchFamily="2"/>
                        </a:rPr>
                        <a:t>IP </a:t>
                      </a:r>
                      <a:r>
                        <a:rPr lang="ru-RU" sz="750" b="0" i="0" u="none" strike="noStrike" kern="1200" cap="none" spc="0" dirty="0">
                          <a:ln>
                            <a:noFill/>
                          </a:ln>
                          <a:solidFill>
                            <a:srgbClr val="3F4658"/>
                          </a:solidFill>
                          <a:latin typeface="PT Astra Fact" pitchFamily="18"/>
                          <a:ea typeface="PT Astra Fact" pitchFamily="2"/>
                          <a:cs typeface="FreeSans" pitchFamily="2"/>
                        </a:rPr>
                        <a:t>адресами ВМ в случае перехода виртуальных машин пользователей</a:t>
                      </a:r>
                    </a:p>
                    <a:p>
                      <a:pPr marL="172800" marR="0" lvl="0" indent="-172800" rtl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201"/>
                        </a:spcAft>
                        <a:buClr>
                          <a:srgbClr val="3F4658"/>
                        </a:buClr>
                        <a:buSzPct val="100000"/>
                        <a:buFont typeface="Arial"/>
                        <a:buChar char="•"/>
                        <a:tabLst/>
                      </a:pPr>
                      <a:r>
                        <a:rPr lang="ru-RU" sz="750" b="0" i="0" u="none" strike="noStrike" kern="1200" cap="none" spc="0" dirty="0">
                          <a:ln>
                            <a:noFill/>
                          </a:ln>
                          <a:solidFill>
                            <a:srgbClr val="3F4658"/>
                          </a:solidFill>
                          <a:latin typeface="PT Astra Fact" pitchFamily="18"/>
                          <a:ea typeface="PT Astra Fact" pitchFamily="2"/>
                          <a:cs typeface="FreeSans" pitchFamily="2"/>
                        </a:rPr>
                        <a:t>Управление жизненным циклом сетей через портал администратор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2800" marR="0" lvl="0" indent="-172800" rtl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201"/>
                        </a:spcAft>
                        <a:buClr>
                          <a:srgbClr val="3F4658"/>
                        </a:buClr>
                        <a:buSzPct val="100000"/>
                        <a:buFont typeface="Arial"/>
                        <a:buChar char="•"/>
                        <a:tabLst/>
                      </a:pPr>
                      <a:r>
                        <a:rPr lang="ru-RU" sz="750" b="0" i="0" u="none" strike="noStrike" kern="1200" cap="none" spc="0" dirty="0">
                          <a:ln>
                            <a:noFill/>
                          </a:ln>
                          <a:solidFill>
                            <a:srgbClr val="3F4658"/>
                          </a:solidFill>
                          <a:latin typeface="PT Astra Fact" pitchFamily="18"/>
                          <a:ea typeface="PT Astra Fact" pitchFamily="2"/>
                          <a:cs typeface="FreeSans" pitchFamily="2"/>
                        </a:rPr>
                        <a:t>Поддержка возможности динамической маршрутизации </a:t>
                      </a:r>
                      <a:r>
                        <a:rPr lang="en" sz="750" b="0" i="0" u="none" strike="noStrike" kern="1200" cap="none" spc="0" dirty="0">
                          <a:ln>
                            <a:noFill/>
                          </a:ln>
                          <a:solidFill>
                            <a:srgbClr val="3F4658"/>
                          </a:solidFill>
                          <a:latin typeface="PT Astra Fact" pitchFamily="18"/>
                          <a:ea typeface="PT Astra Fact" pitchFamily="2"/>
                          <a:cs typeface="FreeSans" pitchFamily="2"/>
                        </a:rPr>
                        <a:t>BGP</a:t>
                      </a:r>
                    </a:p>
                    <a:p>
                      <a:pPr marL="172800" marR="0" lvl="0" indent="-172800" rtl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201"/>
                        </a:spcAft>
                        <a:buClr>
                          <a:srgbClr val="3F4658"/>
                        </a:buClr>
                        <a:buSzPct val="100000"/>
                        <a:buFont typeface="Arial"/>
                        <a:buChar char="•"/>
                        <a:tabLst/>
                      </a:pPr>
                      <a:r>
                        <a:rPr lang="ru-RU" sz="750" b="0" i="0" u="none" strike="noStrike" kern="1200" cap="none" spc="0" dirty="0">
                          <a:ln>
                            <a:noFill/>
                          </a:ln>
                          <a:solidFill>
                            <a:srgbClr val="3F4658"/>
                          </a:solidFill>
                          <a:latin typeface="PT Astra Fact" pitchFamily="18"/>
                          <a:ea typeface="PT Astra Fact" pitchFamily="2"/>
                          <a:cs typeface="FreeSans" pitchFamily="2"/>
                        </a:rPr>
                        <a:t>Поддержка возможности </a:t>
                      </a:r>
                      <a:r>
                        <a:rPr lang="en" sz="750" b="0" i="0" u="none" strike="noStrike" kern="1200" cap="none" spc="0" dirty="0">
                          <a:ln>
                            <a:noFill/>
                          </a:ln>
                          <a:solidFill>
                            <a:srgbClr val="3F4658"/>
                          </a:solidFill>
                          <a:latin typeface="PT Astra Fact" pitchFamily="18"/>
                          <a:ea typeface="PT Astra Fact" pitchFamily="2"/>
                          <a:cs typeface="FreeSans" pitchFamily="2"/>
                        </a:rPr>
                        <a:t>DHCP relay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845478"/>
                  </a:ext>
                </a:extLst>
              </a:tr>
              <a:tr h="388080">
                <a:tc>
                  <a:txBody>
                    <a:bodyPr/>
                    <a:lstStyle/>
                    <a:p>
                      <a:pPr marL="172800" marR="0" lvl="0" indent="-172800" rtl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201"/>
                        </a:spcAft>
                        <a:buClr>
                          <a:srgbClr val="3F4658"/>
                        </a:buClr>
                        <a:buSzPct val="100000"/>
                        <a:buFont typeface="Arial"/>
                        <a:buChar char="•"/>
                        <a:tabLst/>
                      </a:pPr>
                      <a:r>
                        <a:rPr lang="ru-RU" sz="750" b="0" i="0" u="none" strike="noStrike" kern="1200" cap="none" spc="0" dirty="0">
                          <a:ln>
                            <a:noFill/>
                          </a:ln>
                          <a:solidFill>
                            <a:srgbClr val="3F4658"/>
                          </a:solidFill>
                          <a:latin typeface="PT Astra Fact" pitchFamily="18"/>
                          <a:ea typeface="PT Astra Fact" pitchFamily="2"/>
                          <a:cs typeface="FreeSans" pitchFamily="2"/>
                        </a:rPr>
                        <a:t>Поддержка компонента аутентификации и авторизации - </a:t>
                      </a:r>
                      <a:r>
                        <a:rPr lang="en" sz="750" b="0" i="0" u="none" strike="noStrike" kern="1200" cap="none" spc="0" dirty="0">
                          <a:ln>
                            <a:noFill/>
                          </a:ln>
                          <a:solidFill>
                            <a:srgbClr val="3F4658"/>
                          </a:solidFill>
                          <a:latin typeface="PT Astra Fact" pitchFamily="18"/>
                          <a:ea typeface="PT Astra Fact" pitchFamily="2"/>
                          <a:cs typeface="FreeSans" pitchFamily="2"/>
                        </a:rPr>
                        <a:t>IAM</a:t>
                      </a:r>
                    </a:p>
                    <a:p>
                      <a:pPr marL="172800" marR="0" lvl="0" indent="-172800" rtl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201"/>
                        </a:spcAft>
                        <a:buClr>
                          <a:srgbClr val="3F4658"/>
                        </a:buClr>
                        <a:buSzPct val="100000"/>
                        <a:buFont typeface="Arial"/>
                        <a:buChar char="•"/>
                        <a:tabLst/>
                      </a:pPr>
                      <a:r>
                        <a:rPr lang="ru-RU" sz="750" b="0" i="0" u="none" strike="noStrike" kern="1200" cap="none" spc="0" dirty="0">
                          <a:ln>
                            <a:noFill/>
                          </a:ln>
                          <a:solidFill>
                            <a:srgbClr val="3F4658"/>
                          </a:solidFill>
                          <a:latin typeface="PT Astra Fact" pitchFamily="18"/>
                          <a:ea typeface="PT Astra Fact" pitchFamily="2"/>
                          <a:cs typeface="FreeSans" pitchFamily="2"/>
                        </a:rPr>
                        <a:t>Интеграция с компонентой </a:t>
                      </a:r>
                      <a:r>
                        <a:rPr lang="en" sz="750" b="0" i="0" u="none" strike="noStrike" kern="1200" cap="none" spc="0" dirty="0">
                          <a:ln>
                            <a:noFill/>
                          </a:ln>
                          <a:solidFill>
                            <a:srgbClr val="3F4658"/>
                          </a:solidFill>
                          <a:latin typeface="PT Astra Fact" pitchFamily="18"/>
                          <a:ea typeface="PT Astra Fact" pitchFamily="2"/>
                          <a:cs typeface="FreeSans" pitchFamily="2"/>
                        </a:rPr>
                        <a:t>SDN (SSO </a:t>
                      </a:r>
                      <a:r>
                        <a:rPr lang="ru-RU" sz="750" b="0" i="0" u="none" strike="noStrike" kern="1200" cap="none" spc="0" dirty="0">
                          <a:ln>
                            <a:noFill/>
                          </a:ln>
                          <a:solidFill>
                            <a:srgbClr val="3F4658"/>
                          </a:solidFill>
                          <a:latin typeface="PT Astra Fact" pitchFamily="18"/>
                          <a:ea typeface="PT Astra Fact" pitchFamily="2"/>
                          <a:cs typeface="FreeSans" pitchFamily="2"/>
                        </a:rPr>
                        <a:t>для </a:t>
                      </a:r>
                      <a:r>
                        <a:rPr lang="en" sz="750" b="0" i="0" u="none" strike="noStrike" kern="1200" cap="none" spc="0" dirty="0">
                          <a:ln>
                            <a:noFill/>
                          </a:ln>
                          <a:solidFill>
                            <a:srgbClr val="3F4658"/>
                          </a:solidFill>
                          <a:latin typeface="PT Astra Fact" pitchFamily="18"/>
                          <a:ea typeface="PT Astra Fact" pitchFamily="2"/>
                          <a:cs typeface="FreeSans" pitchFamily="2"/>
                        </a:rPr>
                        <a:t>Web + CLI)</a:t>
                      </a:r>
                    </a:p>
                    <a:p>
                      <a:pPr marL="172800" marR="0" lvl="0" indent="-172800" rtl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201"/>
                        </a:spcAft>
                        <a:buClr>
                          <a:srgbClr val="3F4658"/>
                        </a:buClr>
                        <a:buSzPct val="100000"/>
                        <a:buFont typeface="Arial"/>
                        <a:buChar char="•"/>
                        <a:tabLst/>
                      </a:pPr>
                      <a:r>
                        <a:rPr lang="ru-RU" sz="750" b="0" i="0" u="none" strike="noStrike" kern="1200" cap="none" spc="0" dirty="0">
                          <a:ln>
                            <a:noFill/>
                          </a:ln>
                          <a:solidFill>
                            <a:srgbClr val="3F4658"/>
                          </a:solidFill>
                          <a:latin typeface="PT Astra Fact" pitchFamily="18"/>
                          <a:ea typeface="PT Astra Fact" pitchFamily="2"/>
                          <a:cs typeface="FreeSans" pitchFamily="2"/>
                        </a:rPr>
                        <a:t>Интеграция с компонентой мониторинга (</a:t>
                      </a:r>
                      <a:r>
                        <a:rPr lang="en" sz="750" b="0" i="0" u="none" strike="noStrike" kern="1200" cap="none" spc="0" dirty="0">
                          <a:ln>
                            <a:noFill/>
                          </a:ln>
                          <a:solidFill>
                            <a:srgbClr val="3F4658"/>
                          </a:solidFill>
                          <a:latin typeface="PT Astra Fact" pitchFamily="18"/>
                          <a:ea typeface="PT Astra Fact" pitchFamily="2"/>
                          <a:cs typeface="FreeSans" pitchFamily="2"/>
                        </a:rPr>
                        <a:t>SSO)</a:t>
                      </a:r>
                    </a:p>
                    <a:p>
                      <a:pPr marL="172800" marR="0" lvl="0" indent="-172800" rtl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201"/>
                        </a:spcAft>
                        <a:buClr>
                          <a:srgbClr val="3F4658"/>
                        </a:buClr>
                        <a:buSzPct val="100000"/>
                        <a:buFont typeface="Arial"/>
                        <a:buChar char="•"/>
                        <a:tabLst/>
                      </a:pPr>
                      <a:r>
                        <a:rPr lang="ru-RU" sz="750" b="0" i="0" u="none" strike="noStrike" kern="1200" cap="none" spc="0" dirty="0">
                          <a:ln>
                            <a:noFill/>
                          </a:ln>
                          <a:solidFill>
                            <a:srgbClr val="3F4658"/>
                          </a:solidFill>
                          <a:latin typeface="PT Astra Fact" pitchFamily="18"/>
                          <a:ea typeface="PT Astra Fact" pitchFamily="2"/>
                          <a:cs typeface="FreeSans" pitchFamily="2"/>
                        </a:rPr>
                        <a:t>Поддержка 2</a:t>
                      </a:r>
                      <a:r>
                        <a:rPr lang="en" sz="750" b="0" i="0" u="none" strike="noStrike" kern="1200" cap="none" spc="0" dirty="0">
                          <a:ln>
                            <a:noFill/>
                          </a:ln>
                          <a:solidFill>
                            <a:srgbClr val="3F4658"/>
                          </a:solidFill>
                          <a:latin typeface="PT Astra Fact" pitchFamily="18"/>
                          <a:ea typeface="PT Astra Fact" pitchFamily="2"/>
                          <a:cs typeface="FreeSans" pitchFamily="2"/>
                        </a:rPr>
                        <a:t>FA (TOTP)</a:t>
                      </a:r>
                    </a:p>
                    <a:p>
                      <a:pPr marL="172800" marR="0" lvl="0" indent="-172800" rtl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201"/>
                        </a:spcAft>
                        <a:buClr>
                          <a:srgbClr val="3F4658"/>
                        </a:buClr>
                        <a:buSzPct val="100000"/>
                        <a:buFont typeface="Arial"/>
                        <a:buChar char="•"/>
                        <a:tabLst/>
                      </a:pPr>
                      <a:r>
                        <a:rPr lang="ru-RU" sz="750" b="0" i="0" u="none" strike="noStrike" kern="1200" cap="none" spc="0" dirty="0">
                          <a:ln>
                            <a:noFill/>
                          </a:ln>
                          <a:solidFill>
                            <a:srgbClr val="3F4658"/>
                          </a:solidFill>
                          <a:latin typeface="PT Astra Fact" pitchFamily="18"/>
                          <a:ea typeface="PT Astra Fact" pitchFamily="2"/>
                          <a:cs typeface="FreeSans" pitchFamily="2"/>
                        </a:rPr>
                        <a:t>Управление сессиями и токенами</a:t>
                      </a:r>
                    </a:p>
                    <a:p>
                      <a:pPr marL="172800" marR="0" lvl="0" indent="-172800" rtl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201"/>
                        </a:spcAft>
                        <a:buClr>
                          <a:srgbClr val="3F4658"/>
                        </a:buClr>
                        <a:buSzPct val="100000"/>
                        <a:buFont typeface="Arial"/>
                        <a:buChar char="•"/>
                        <a:tabLst/>
                      </a:pPr>
                      <a:r>
                        <a:rPr lang="ru-RU" sz="750" b="0" i="0" u="none" strike="noStrike" kern="1200" cap="none" spc="0" dirty="0">
                          <a:ln>
                            <a:noFill/>
                          </a:ln>
                          <a:solidFill>
                            <a:srgbClr val="3F4658"/>
                          </a:solidFill>
                          <a:latin typeface="PT Astra Fact" pitchFamily="18"/>
                          <a:ea typeface="PT Astra Fact" pitchFamily="2"/>
                          <a:cs typeface="FreeSans" pitchFamily="2"/>
                        </a:rPr>
                        <a:t>Интеграция с платформенным каталогом </a:t>
                      </a:r>
                      <a:r>
                        <a:rPr lang="en" sz="750" b="0" i="0" u="none" strike="noStrike" kern="1200" cap="none" spc="0" dirty="0">
                          <a:ln>
                            <a:noFill/>
                          </a:ln>
                          <a:solidFill>
                            <a:srgbClr val="3F4658"/>
                          </a:solidFill>
                          <a:latin typeface="PT Astra Fact" pitchFamily="18"/>
                          <a:ea typeface="PT Astra Fact" pitchFamily="2"/>
                          <a:cs typeface="FreeSans" pitchFamily="2"/>
                        </a:rPr>
                        <a:t>ALD Pro</a:t>
                      </a:r>
                    </a:p>
                    <a:p>
                      <a:pPr marL="172800" marR="0" lvl="0" indent="-172800" rtl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201"/>
                        </a:spcAft>
                        <a:buClr>
                          <a:srgbClr val="3F4658"/>
                        </a:buClr>
                        <a:buSzPct val="100000"/>
                        <a:buFont typeface="Arial"/>
                        <a:buChar char="•"/>
                        <a:tabLst/>
                      </a:pPr>
                      <a:r>
                        <a:rPr lang="ru-RU" sz="750" b="0" i="0" u="none" strike="noStrike" kern="1200" cap="none" spc="0" dirty="0">
                          <a:ln>
                            <a:noFill/>
                          </a:ln>
                          <a:solidFill>
                            <a:srgbClr val="3F4658"/>
                          </a:solidFill>
                          <a:latin typeface="PT Astra Fact" pitchFamily="18"/>
                          <a:ea typeface="PT Astra Fact" pitchFamily="2"/>
                          <a:cs typeface="FreeSans" pitchFamily="2"/>
                        </a:rPr>
                        <a:t>Аудит событий безопасности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2800" marR="0" lvl="0" indent="-172800" rtl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201"/>
                        </a:spcAft>
                        <a:buClr>
                          <a:srgbClr val="3F4658"/>
                        </a:buClr>
                        <a:buSzPct val="100000"/>
                        <a:buFont typeface="Arial"/>
                        <a:buChar char="•"/>
                        <a:tabLst/>
                      </a:pPr>
                      <a:r>
                        <a:rPr lang="ru-RU" sz="750" b="0" i="0" u="none" strike="noStrike" kern="1200" cap="none" spc="0" dirty="0">
                          <a:ln>
                            <a:noFill/>
                          </a:ln>
                          <a:solidFill>
                            <a:srgbClr val="3F4658"/>
                          </a:solidFill>
                          <a:latin typeface="PT Astra Fact" pitchFamily="18"/>
                          <a:ea typeface="PT Astra Fact" pitchFamily="2"/>
                          <a:cs typeface="FreeSans" pitchFamily="2"/>
                        </a:rPr>
                        <a:t>Интеграция с компонентой Брест, </a:t>
                      </a:r>
                      <a:r>
                        <a:rPr lang="en" sz="750" b="0" i="0" u="none" strike="noStrike" kern="1200" cap="none" spc="0" dirty="0" err="1">
                          <a:ln>
                            <a:noFill/>
                          </a:ln>
                          <a:solidFill>
                            <a:srgbClr val="3F4658"/>
                          </a:solidFill>
                          <a:latin typeface="PT Astra Fact" pitchFamily="18"/>
                          <a:ea typeface="PT Astra Fact" pitchFamily="2"/>
                          <a:cs typeface="FreeSans" pitchFamily="2"/>
                        </a:rPr>
                        <a:t>Bootsman</a:t>
                      </a:r>
                      <a:r>
                        <a:rPr lang="en" sz="750" b="0" i="0" u="none" strike="noStrike" kern="1200" cap="none" spc="0" dirty="0">
                          <a:ln>
                            <a:noFill/>
                          </a:ln>
                          <a:solidFill>
                            <a:srgbClr val="3F4658"/>
                          </a:solidFill>
                          <a:latin typeface="PT Astra Fact" pitchFamily="18"/>
                          <a:ea typeface="PT Astra Fact" pitchFamily="2"/>
                          <a:cs typeface="FreeSans" pitchFamily="2"/>
                        </a:rPr>
                        <a:t>, </a:t>
                      </a:r>
                      <a:r>
                        <a:rPr lang="en" sz="750" b="0" i="0" u="none" strike="noStrike" kern="1200" cap="none" spc="0" dirty="0" err="1">
                          <a:ln>
                            <a:noFill/>
                          </a:ln>
                          <a:solidFill>
                            <a:srgbClr val="3F4658"/>
                          </a:solidFill>
                          <a:latin typeface="PT Astra Fact" pitchFamily="18"/>
                          <a:ea typeface="PT Astra Fact" pitchFamily="2"/>
                          <a:cs typeface="FreeSans" pitchFamily="2"/>
                        </a:rPr>
                        <a:t>BillManager</a:t>
                      </a:r>
                      <a:r>
                        <a:rPr lang="en" sz="750" b="0" i="0" u="none" strike="noStrike" kern="1200" cap="none" spc="0" dirty="0">
                          <a:ln>
                            <a:noFill/>
                          </a:ln>
                          <a:solidFill>
                            <a:srgbClr val="3F4658"/>
                          </a:solidFill>
                          <a:latin typeface="PT Astra Fact" pitchFamily="18"/>
                          <a:ea typeface="PT Astra Fact" pitchFamily="2"/>
                          <a:cs typeface="FreeSans" pitchFamily="2"/>
                        </a:rPr>
                        <a:t> (SSO)</a:t>
                      </a:r>
                    </a:p>
                    <a:p>
                      <a:pPr marL="172800" marR="0" lvl="0" indent="-172800" rtl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201"/>
                        </a:spcAft>
                        <a:buClr>
                          <a:srgbClr val="3F4658"/>
                        </a:buClr>
                        <a:buSzPct val="100000"/>
                        <a:buFont typeface="Arial"/>
                        <a:buChar char="•"/>
                        <a:tabLst/>
                      </a:pPr>
                      <a:r>
                        <a:rPr lang="ru-RU" sz="750" b="0" i="0" u="none" strike="noStrike" kern="1200" cap="none" spc="0" dirty="0">
                          <a:ln>
                            <a:noFill/>
                          </a:ln>
                          <a:solidFill>
                            <a:srgbClr val="3F4658"/>
                          </a:solidFill>
                          <a:latin typeface="PT Astra Fact" pitchFamily="18"/>
                          <a:ea typeface="PT Astra Fact" pitchFamily="2"/>
                          <a:cs typeface="FreeSans" pitchFamily="2"/>
                        </a:rPr>
                        <a:t>Адаптация версии </a:t>
                      </a:r>
                      <a:r>
                        <a:rPr lang="en" sz="750" b="0" i="0" u="none" strike="noStrike" kern="1200" cap="none" spc="0" dirty="0">
                          <a:ln>
                            <a:noFill/>
                          </a:ln>
                          <a:solidFill>
                            <a:srgbClr val="3F4658"/>
                          </a:solidFill>
                          <a:latin typeface="PT Astra Fact" pitchFamily="18"/>
                          <a:ea typeface="PT Astra Fact" pitchFamily="2"/>
                          <a:cs typeface="FreeSans" pitchFamily="2"/>
                        </a:rPr>
                        <a:t>Astra Monitoring 1.5</a:t>
                      </a:r>
                    </a:p>
                    <a:p>
                      <a:pPr marL="172800" marR="0" lvl="0" indent="-172800" rtl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201"/>
                        </a:spcAft>
                        <a:buClr>
                          <a:srgbClr val="3F4658"/>
                        </a:buClr>
                        <a:buSzPct val="100000"/>
                        <a:buFont typeface="Arial"/>
                        <a:buChar char="•"/>
                        <a:tabLst/>
                      </a:pPr>
                      <a:r>
                        <a:rPr lang="en" sz="750" b="0" i="0" u="none" strike="noStrike" kern="1200" cap="none" spc="0" dirty="0">
                          <a:ln>
                            <a:noFill/>
                          </a:ln>
                          <a:solidFill>
                            <a:srgbClr val="3F4658"/>
                          </a:solidFill>
                          <a:latin typeface="PT Astra Fact" pitchFamily="18"/>
                          <a:ea typeface="PT Astra Fact" pitchFamily="2"/>
                          <a:cs typeface="FreeSans" pitchFamily="2"/>
                        </a:rPr>
                        <a:t>MFA - </a:t>
                      </a:r>
                      <a:r>
                        <a:rPr lang="ru-RU" sz="750" b="0" i="0" u="none" strike="noStrike" kern="1200" cap="none" spc="0" dirty="0">
                          <a:ln>
                            <a:noFill/>
                          </a:ln>
                          <a:solidFill>
                            <a:srgbClr val="3F4658"/>
                          </a:solidFill>
                          <a:latin typeface="PT Astra Fact" pitchFamily="18"/>
                          <a:ea typeface="PT Astra Fact" pitchFamily="2"/>
                          <a:cs typeface="FreeSans" pitchFamily="2"/>
                        </a:rPr>
                        <a:t>повышение уровня защищённости учётных записей (</a:t>
                      </a:r>
                      <a:r>
                        <a:rPr lang="en" sz="750" b="0" i="0" u="none" strike="noStrike" kern="1200" cap="none" spc="0" dirty="0">
                          <a:ln>
                            <a:noFill/>
                          </a:ln>
                          <a:solidFill>
                            <a:srgbClr val="3F4658"/>
                          </a:solidFill>
                          <a:latin typeface="PT Astra Fact" pitchFamily="18"/>
                          <a:ea typeface="PT Astra Fact" pitchFamily="2"/>
                          <a:cs typeface="FreeSans" pitchFamily="2"/>
                        </a:rPr>
                        <a:t>SMS, </a:t>
                      </a:r>
                      <a:r>
                        <a:rPr lang="en" sz="750" b="0" i="0" u="none" strike="noStrike" kern="1200" cap="none" spc="0" dirty="0" err="1">
                          <a:ln>
                            <a:noFill/>
                          </a:ln>
                          <a:solidFill>
                            <a:srgbClr val="3F4658"/>
                          </a:solidFill>
                          <a:latin typeface="PT Astra Fact" pitchFamily="18"/>
                          <a:ea typeface="PT Astra Fact" pitchFamily="2"/>
                          <a:cs typeface="FreeSans" pitchFamily="2"/>
                        </a:rPr>
                        <a:t>WebAuth</a:t>
                      </a:r>
                      <a:r>
                        <a:rPr lang="en" sz="750" b="0" i="0" u="none" strike="noStrike" kern="1200" cap="none" spc="0" dirty="0">
                          <a:ln>
                            <a:noFill/>
                          </a:ln>
                          <a:solidFill>
                            <a:srgbClr val="3F4658"/>
                          </a:solidFill>
                          <a:latin typeface="PT Astra Fact" pitchFamily="18"/>
                          <a:ea typeface="PT Astra Fact" pitchFamily="2"/>
                          <a:cs typeface="FreeSans" pitchFamily="2"/>
                        </a:rPr>
                        <a:t>)</a:t>
                      </a:r>
                    </a:p>
                    <a:p>
                      <a:pPr marL="172800" marR="0" lvl="0" indent="-172800" rtl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201"/>
                        </a:spcAft>
                        <a:buClr>
                          <a:srgbClr val="3F4658"/>
                        </a:buClr>
                        <a:buSzPct val="100000"/>
                        <a:buFont typeface="Arial"/>
                        <a:buChar char="•"/>
                        <a:tabLst/>
                      </a:pPr>
                      <a:r>
                        <a:rPr lang="ru-RU" sz="750" b="0" i="0" u="none" strike="noStrike" kern="1200" cap="none" spc="0" dirty="0">
                          <a:ln>
                            <a:noFill/>
                          </a:ln>
                          <a:solidFill>
                            <a:srgbClr val="3F4658"/>
                          </a:solidFill>
                          <a:latin typeface="PT Astra Fact" pitchFamily="18"/>
                          <a:ea typeface="PT Astra Fact" pitchFamily="2"/>
                          <a:cs typeface="FreeSans" pitchFamily="2"/>
                        </a:rPr>
                        <a:t>Поддержка сценария </a:t>
                      </a:r>
                      <a:r>
                        <a:rPr lang="en" sz="750" b="0" i="0" u="none" strike="noStrike" kern="1200" cap="none" spc="0" dirty="0">
                          <a:ln>
                            <a:noFill/>
                          </a:ln>
                          <a:solidFill>
                            <a:srgbClr val="3F4658"/>
                          </a:solidFill>
                          <a:latin typeface="PT Astra Fact" pitchFamily="18"/>
                          <a:ea typeface="PT Astra Fact" pitchFamily="2"/>
                          <a:cs typeface="FreeSans" pitchFamily="2"/>
                        </a:rPr>
                        <a:t>Single Logout (Back-Channel Logout)</a:t>
                      </a:r>
                    </a:p>
                    <a:p>
                      <a:pPr marL="172800" marR="0" lvl="0" indent="-172800" rtl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201"/>
                        </a:spcAft>
                        <a:buClr>
                          <a:srgbClr val="3F4658"/>
                        </a:buClr>
                        <a:buSzPct val="100000"/>
                        <a:buFont typeface="Arial"/>
                        <a:buChar char="•"/>
                        <a:tabLst/>
                      </a:pPr>
                      <a:r>
                        <a:rPr lang="ru-RU" sz="750" b="0" i="0" u="none" strike="noStrike" kern="1200" cap="none" spc="0" dirty="0">
                          <a:ln>
                            <a:noFill/>
                          </a:ln>
                          <a:solidFill>
                            <a:srgbClr val="3F4658"/>
                          </a:solidFill>
                          <a:latin typeface="PT Astra Fact" pitchFamily="18"/>
                          <a:ea typeface="PT Astra Fact" pitchFamily="2"/>
                          <a:cs typeface="FreeSans" pitchFamily="2"/>
                        </a:rPr>
                        <a:t>Поддержка </a:t>
                      </a:r>
                      <a:r>
                        <a:rPr lang="en" sz="750" b="0" i="0" u="none" strike="noStrike" kern="1200" cap="none" spc="0" dirty="0">
                          <a:ln>
                            <a:noFill/>
                          </a:ln>
                          <a:solidFill>
                            <a:srgbClr val="3F4658"/>
                          </a:solidFill>
                          <a:latin typeface="PT Astra Fact" pitchFamily="18"/>
                          <a:ea typeface="PT Astra Fact" pitchFamily="2"/>
                          <a:cs typeface="FreeSans" pitchFamily="2"/>
                        </a:rPr>
                        <a:t>API Token</a:t>
                      </a:r>
                    </a:p>
                    <a:p>
                      <a:pPr marL="172800" marR="0" lvl="0" indent="-172800" rtl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201"/>
                        </a:spcAft>
                        <a:buClr>
                          <a:srgbClr val="3F4658"/>
                        </a:buClr>
                        <a:buSzPct val="100000"/>
                        <a:buFont typeface="Arial"/>
                        <a:buChar char="•"/>
                        <a:tabLst/>
                      </a:pPr>
                      <a:r>
                        <a:rPr lang="ru-RU" sz="750" b="0" i="0" u="none" strike="noStrike" kern="1200" cap="none" spc="0" dirty="0">
                          <a:ln>
                            <a:noFill/>
                          </a:ln>
                          <a:solidFill>
                            <a:srgbClr val="3F4658"/>
                          </a:solidFill>
                          <a:latin typeface="PT Astra Fact" pitchFamily="18"/>
                          <a:ea typeface="PT Astra Fact" pitchFamily="2"/>
                          <a:cs typeface="FreeSans" pitchFamily="2"/>
                        </a:rPr>
                        <a:t>Возможность подключения к внешним </a:t>
                      </a:r>
                      <a:r>
                        <a:rPr lang="en" sz="750" b="0" i="0" u="none" strike="noStrike" kern="1200" cap="none" spc="0" dirty="0">
                          <a:ln>
                            <a:noFill/>
                          </a:ln>
                          <a:solidFill>
                            <a:srgbClr val="3F4658"/>
                          </a:solidFill>
                          <a:latin typeface="PT Astra Fact" pitchFamily="18"/>
                          <a:ea typeface="PT Astra Fact" pitchFamily="2"/>
                          <a:cs typeface="FreeSans" pitchFamily="2"/>
                        </a:rPr>
                        <a:t>LDAP</a:t>
                      </a:r>
                    </a:p>
                    <a:p>
                      <a:pPr marL="172800" marR="0" lvl="0" indent="-172800" rtl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201"/>
                        </a:spcAft>
                        <a:buClr>
                          <a:srgbClr val="3F4658"/>
                        </a:buClr>
                        <a:buSzPct val="100000"/>
                        <a:buFont typeface="Arial"/>
                        <a:buChar char="•"/>
                        <a:tabLst/>
                      </a:pPr>
                      <a:r>
                        <a:rPr lang="ru-RU" sz="750" b="0" i="0" u="none" strike="noStrike" kern="1200" cap="none" spc="0" dirty="0">
                          <a:ln>
                            <a:noFill/>
                          </a:ln>
                          <a:solidFill>
                            <a:srgbClr val="3F4658"/>
                          </a:solidFill>
                          <a:latin typeface="PT Astra Fact" pitchFamily="18"/>
                          <a:ea typeface="PT Astra Fact" pitchFamily="2"/>
                          <a:cs typeface="FreeSans" pitchFamily="2"/>
                        </a:rPr>
                        <a:t>Управление жизненным циклом пользователя через портал администратора</a:t>
                      </a:r>
                    </a:p>
                    <a:p>
                      <a:pPr marL="172800" marR="0" lvl="0" indent="-172800" rtl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201"/>
                        </a:spcAft>
                        <a:buClr>
                          <a:srgbClr val="3F4658"/>
                        </a:buClr>
                        <a:buSzPct val="100000"/>
                        <a:buFont typeface="Arial"/>
                        <a:buChar char="•"/>
                        <a:tabLst/>
                      </a:pPr>
                      <a:r>
                        <a:rPr lang="ru-RU" sz="750" b="0" i="0" u="none" strike="noStrike" kern="1200" cap="none" spc="0" dirty="0">
                          <a:ln>
                            <a:noFill/>
                          </a:ln>
                          <a:solidFill>
                            <a:srgbClr val="3F4658"/>
                          </a:solidFill>
                          <a:latin typeface="PT Astra Fact" pitchFamily="18"/>
                          <a:ea typeface="PT Astra Fact" pitchFamily="2"/>
                          <a:cs typeface="FreeSans" pitchFamily="2"/>
                        </a:rPr>
                        <a:t>Поддержка </a:t>
                      </a:r>
                      <a:r>
                        <a:rPr lang="ru-RU" sz="750" b="0" i="0" u="none" strike="noStrike" kern="1200" cap="none" spc="0" dirty="0" err="1">
                          <a:ln>
                            <a:noFill/>
                          </a:ln>
                          <a:solidFill>
                            <a:srgbClr val="3F4658"/>
                          </a:solidFill>
                          <a:latin typeface="PT Astra Fact" pitchFamily="18"/>
                          <a:ea typeface="PT Astra Fact" pitchFamily="2"/>
                          <a:cs typeface="FreeSans" pitchFamily="2"/>
                        </a:rPr>
                        <a:t>мультитенантности</a:t>
                      </a:r>
                      <a:endParaRPr lang="en-US" sz="750" b="0" i="0" u="none" strike="noStrike" kern="1200" cap="none" spc="0" dirty="0">
                        <a:ln>
                          <a:noFill/>
                        </a:ln>
                        <a:solidFill>
                          <a:srgbClr val="3F4658"/>
                        </a:solidFill>
                        <a:latin typeface="PT Astra Fact" pitchFamily="18"/>
                        <a:ea typeface="PT Astra Fact" pitchFamily="2"/>
                        <a:cs typeface="FreeSans" pitchFamily="2"/>
                      </a:endParaRPr>
                    </a:p>
                    <a:p>
                      <a:pPr marL="172800" marR="0" lvl="0" indent="-172800" algn="l" defTabSz="914400" rtl="0" eaLnBrk="1" fontAlgn="auto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201"/>
                        </a:spcAft>
                        <a:buClr>
                          <a:srgbClr val="3F4658"/>
                        </a:buClr>
                        <a:buSzPct val="100000"/>
                        <a:buFont typeface="Arial"/>
                        <a:buChar char="•"/>
                        <a:tabLst/>
                        <a:defRPr/>
                      </a:pPr>
                      <a:r>
                        <a:rPr lang="ru-RU" sz="750" b="0" i="0" u="none" strike="noStrike" kern="1200" cap="none" spc="0" dirty="0">
                          <a:ln>
                            <a:noFill/>
                          </a:ln>
                          <a:solidFill>
                            <a:srgbClr val="3F4658"/>
                          </a:solidFill>
                          <a:latin typeface="PT Astra Fact" pitchFamily="18"/>
                          <a:ea typeface="PT Astra Fact" pitchFamily="2"/>
                          <a:cs typeface="FreeSans" pitchFamily="2"/>
                        </a:rPr>
                        <a:t>Миграция с </a:t>
                      </a:r>
                      <a:r>
                        <a:rPr lang="en" sz="750" b="0" i="0" u="none" strike="noStrike" kern="1200" cap="none" spc="0" dirty="0">
                          <a:ln>
                            <a:noFill/>
                          </a:ln>
                          <a:solidFill>
                            <a:srgbClr val="3F4658"/>
                          </a:solidFill>
                          <a:latin typeface="PT Astra Fact" pitchFamily="18"/>
                          <a:ea typeface="PT Astra Fact" pitchFamily="2"/>
                          <a:cs typeface="FreeSans" pitchFamily="2"/>
                        </a:rPr>
                        <a:t>ALD Pro </a:t>
                      </a:r>
                      <a:r>
                        <a:rPr lang="ru-RU" sz="750" b="0" i="0" u="none" strike="noStrike" kern="1200" cap="none" spc="0" dirty="0">
                          <a:ln>
                            <a:noFill/>
                          </a:ln>
                          <a:solidFill>
                            <a:srgbClr val="3F4658"/>
                          </a:solidFill>
                          <a:latin typeface="PT Astra Fact" pitchFamily="18"/>
                          <a:ea typeface="PT Astra Fact" pitchFamily="2"/>
                          <a:cs typeface="FreeSans" pitchFamily="2"/>
                        </a:rPr>
                        <a:t>на </a:t>
                      </a:r>
                      <a:r>
                        <a:rPr lang="en" sz="750" b="0" i="0" u="none" strike="noStrike" kern="1200" cap="none" spc="0" dirty="0">
                          <a:ln>
                            <a:noFill/>
                          </a:ln>
                          <a:solidFill>
                            <a:srgbClr val="3F4658"/>
                          </a:solidFill>
                          <a:latin typeface="PT Astra Fact" pitchFamily="18"/>
                          <a:ea typeface="PT Astra Fact" pitchFamily="2"/>
                          <a:cs typeface="FreeSans" pitchFamily="2"/>
                        </a:rPr>
                        <a:t>FreeIPA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2572462"/>
                  </a:ext>
                </a:extLst>
              </a:tr>
              <a:tr h="372240">
                <a:tc>
                  <a:txBody>
                    <a:bodyPr/>
                    <a:lstStyle/>
                    <a:p>
                      <a:pPr marL="172800" marR="0" lvl="0" indent="-172800" rtl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201"/>
                        </a:spcAft>
                        <a:buClr>
                          <a:srgbClr val="3F4658"/>
                        </a:buClr>
                        <a:buSzPct val="100000"/>
                        <a:buFont typeface="Arial"/>
                        <a:buChar char="•"/>
                        <a:tabLst/>
                      </a:pPr>
                      <a:r>
                        <a:rPr lang="ru-RU" sz="750" b="0" i="0" u="none" strike="noStrike" kern="1200" cap="none" spc="0" dirty="0">
                          <a:ln>
                            <a:noFill/>
                          </a:ln>
                          <a:solidFill>
                            <a:srgbClr val="3F4658"/>
                          </a:solidFill>
                          <a:latin typeface="PT Astra Fact" pitchFamily="18"/>
                          <a:ea typeface="PT Astra Fact" pitchFamily="2"/>
                          <a:cs typeface="FreeSans" pitchFamily="2"/>
                        </a:rPr>
                        <a:t>Поддержка платформы </a:t>
                      </a:r>
                      <a:r>
                        <a:rPr lang="ru-RU" sz="750" b="0" i="0" u="none" strike="noStrike" kern="1200" cap="none" spc="0" dirty="0" err="1">
                          <a:ln>
                            <a:noFill/>
                          </a:ln>
                          <a:solidFill>
                            <a:srgbClr val="3F4658"/>
                          </a:solidFill>
                          <a:latin typeface="PT Astra Fact" pitchFamily="18"/>
                          <a:ea typeface="PT Astra Fact" pitchFamily="2"/>
                          <a:cs typeface="FreeSans" pitchFamily="2"/>
                        </a:rPr>
                        <a:t>контейризации</a:t>
                      </a:r>
                      <a:r>
                        <a:rPr lang="ru-RU" sz="750" b="0" i="0" u="none" strike="noStrike" kern="1200" cap="none" spc="0" dirty="0">
                          <a:ln>
                            <a:noFill/>
                          </a:ln>
                          <a:solidFill>
                            <a:srgbClr val="3F4658"/>
                          </a:solidFill>
                          <a:latin typeface="PT Astra Fact" pitchFamily="18"/>
                          <a:ea typeface="PT Astra Fact" pitchFamily="2"/>
                          <a:cs typeface="FreeSans" pitchFamily="2"/>
                        </a:rPr>
                        <a:t> </a:t>
                      </a:r>
                      <a:r>
                        <a:rPr lang="en" sz="750" b="0" i="0" u="none" strike="noStrike" kern="1200" cap="none" spc="0" dirty="0" err="1">
                          <a:ln>
                            <a:noFill/>
                          </a:ln>
                          <a:solidFill>
                            <a:srgbClr val="3F4658"/>
                          </a:solidFill>
                          <a:latin typeface="PT Astra Fact" pitchFamily="18"/>
                          <a:ea typeface="PT Astra Fact" pitchFamily="2"/>
                          <a:cs typeface="FreeSans" pitchFamily="2"/>
                        </a:rPr>
                        <a:t>Bootsman</a:t>
                      </a:r>
                      <a:r>
                        <a:rPr lang="en" sz="750" b="0" i="0" u="none" strike="noStrike" kern="1200" cap="none" spc="0" dirty="0">
                          <a:ln>
                            <a:noFill/>
                          </a:ln>
                          <a:solidFill>
                            <a:srgbClr val="3F4658"/>
                          </a:solidFill>
                          <a:latin typeface="PT Astra Fact" pitchFamily="18"/>
                          <a:ea typeface="PT Astra Fact" pitchFamily="2"/>
                          <a:cs typeface="FreeSans" pitchFamily="2"/>
                        </a:rPr>
                        <a:t> </a:t>
                      </a:r>
                      <a:r>
                        <a:rPr lang="ru-RU" sz="750" b="0" i="0" u="none" strike="noStrike" kern="1200" cap="none" spc="0" dirty="0">
                          <a:ln>
                            <a:noFill/>
                          </a:ln>
                          <a:solidFill>
                            <a:srgbClr val="3F4658"/>
                          </a:solidFill>
                          <a:latin typeface="PT Astra Fact" pitchFamily="18"/>
                          <a:ea typeface="PT Astra Fact" pitchFamily="2"/>
                          <a:cs typeface="FreeSans" pitchFamily="2"/>
                        </a:rPr>
                        <a:t>для управления кластерами </a:t>
                      </a:r>
                      <a:r>
                        <a:rPr lang="en" sz="750" b="0" i="0" u="none" strike="noStrike" kern="1200" cap="none" spc="0" dirty="0">
                          <a:ln>
                            <a:noFill/>
                          </a:ln>
                          <a:solidFill>
                            <a:srgbClr val="3F4658"/>
                          </a:solidFill>
                          <a:latin typeface="PT Astra Fact" pitchFamily="18"/>
                          <a:ea typeface="PT Astra Fact" pitchFamily="2"/>
                          <a:cs typeface="FreeSans" pitchFamily="2"/>
                        </a:rPr>
                        <a:t>k8s </a:t>
                      </a:r>
                      <a:r>
                        <a:rPr lang="ru-RU" sz="750" b="0" i="0" u="none" strike="noStrike" kern="1200" cap="none" spc="0" dirty="0">
                          <a:ln>
                            <a:noFill/>
                          </a:ln>
                          <a:solidFill>
                            <a:srgbClr val="3F4658"/>
                          </a:solidFill>
                          <a:latin typeface="PT Astra Fact" pitchFamily="18"/>
                          <a:ea typeface="PT Astra Fact" pitchFamily="2"/>
                          <a:cs typeface="FreeSans" pitchFamily="2"/>
                        </a:rPr>
                        <a:t>в формате </a:t>
                      </a:r>
                      <a:r>
                        <a:rPr lang="en" sz="750" b="0" i="0" u="none" strike="noStrike" kern="1200" cap="none" spc="0" dirty="0">
                          <a:ln>
                            <a:noFill/>
                          </a:ln>
                          <a:solidFill>
                            <a:srgbClr val="3F4658"/>
                          </a:solidFill>
                          <a:latin typeface="PT Astra Fact" pitchFamily="18"/>
                          <a:ea typeface="PT Astra Fact" pitchFamily="2"/>
                          <a:cs typeface="FreeSans" pitchFamily="2"/>
                        </a:rPr>
                        <a:t>unmanaged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2800" marR="0" lvl="0" indent="-172800" rtl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201"/>
                        </a:spcAft>
                        <a:buClr>
                          <a:srgbClr val="3F4658"/>
                        </a:buClr>
                        <a:buSzPct val="100000"/>
                        <a:buFont typeface="Arial"/>
                        <a:buChar char="•"/>
                        <a:tabLst/>
                      </a:pPr>
                      <a:r>
                        <a:rPr lang="ru-RU" sz="750" b="0" i="0" u="none" strike="noStrike" kern="1200" cap="none" spc="0" dirty="0">
                          <a:ln>
                            <a:noFill/>
                          </a:ln>
                          <a:solidFill>
                            <a:srgbClr val="3F4658"/>
                          </a:solidFill>
                          <a:latin typeface="PT Astra Fact" pitchFamily="18"/>
                          <a:ea typeface="PT Astra Fact" pitchFamily="2"/>
                          <a:cs typeface="FreeSans" pitchFamily="2"/>
                        </a:rPr>
                        <a:t>Поддержка платформы </a:t>
                      </a:r>
                      <a:r>
                        <a:rPr lang="ru-RU" sz="750" b="0" i="0" u="none" strike="noStrike" kern="1200" cap="none" spc="0" dirty="0" err="1">
                          <a:ln>
                            <a:noFill/>
                          </a:ln>
                          <a:solidFill>
                            <a:srgbClr val="3F4658"/>
                          </a:solidFill>
                          <a:latin typeface="PT Astra Fact" pitchFamily="18"/>
                          <a:ea typeface="PT Astra Fact" pitchFamily="2"/>
                          <a:cs typeface="FreeSans" pitchFamily="2"/>
                        </a:rPr>
                        <a:t>контейризации</a:t>
                      </a:r>
                      <a:r>
                        <a:rPr lang="ru-RU" sz="750" b="0" i="0" u="none" strike="noStrike" kern="1200" cap="none" spc="0" dirty="0">
                          <a:ln>
                            <a:noFill/>
                          </a:ln>
                          <a:solidFill>
                            <a:srgbClr val="3F4658"/>
                          </a:solidFill>
                          <a:latin typeface="PT Astra Fact" pitchFamily="18"/>
                          <a:ea typeface="PT Astra Fact" pitchFamily="2"/>
                          <a:cs typeface="FreeSans" pitchFamily="2"/>
                        </a:rPr>
                        <a:t> </a:t>
                      </a:r>
                      <a:r>
                        <a:rPr lang="en" sz="750" b="0" i="0" u="none" strike="noStrike" kern="1200" cap="none" spc="0" dirty="0" err="1">
                          <a:ln>
                            <a:noFill/>
                          </a:ln>
                          <a:solidFill>
                            <a:srgbClr val="3F4658"/>
                          </a:solidFill>
                          <a:latin typeface="PT Astra Fact" pitchFamily="18"/>
                          <a:ea typeface="PT Astra Fact" pitchFamily="2"/>
                          <a:cs typeface="FreeSans" pitchFamily="2"/>
                        </a:rPr>
                        <a:t>Bootsman</a:t>
                      </a:r>
                      <a:r>
                        <a:rPr lang="en" sz="750" b="0" i="0" u="none" strike="noStrike" kern="1200" cap="none" spc="0" dirty="0">
                          <a:ln>
                            <a:noFill/>
                          </a:ln>
                          <a:solidFill>
                            <a:srgbClr val="3F4658"/>
                          </a:solidFill>
                          <a:latin typeface="PT Astra Fact" pitchFamily="18"/>
                          <a:ea typeface="PT Astra Fact" pitchFamily="2"/>
                          <a:cs typeface="FreeSans" pitchFamily="2"/>
                        </a:rPr>
                        <a:t> </a:t>
                      </a:r>
                      <a:r>
                        <a:rPr lang="ru-RU" sz="750" b="0" i="0" u="none" strike="noStrike" kern="1200" cap="none" spc="0" dirty="0">
                          <a:ln>
                            <a:noFill/>
                          </a:ln>
                          <a:solidFill>
                            <a:srgbClr val="3F4658"/>
                          </a:solidFill>
                          <a:latin typeface="PT Astra Fact" pitchFamily="18"/>
                          <a:ea typeface="PT Astra Fact" pitchFamily="2"/>
                          <a:cs typeface="FreeSans" pitchFamily="2"/>
                        </a:rPr>
                        <a:t>для управления кластерами </a:t>
                      </a:r>
                      <a:r>
                        <a:rPr lang="en" sz="750" b="0" i="0" u="none" strike="noStrike" kern="1200" cap="none" spc="0" dirty="0">
                          <a:ln>
                            <a:noFill/>
                          </a:ln>
                          <a:solidFill>
                            <a:srgbClr val="3F4658"/>
                          </a:solidFill>
                          <a:latin typeface="PT Astra Fact" pitchFamily="18"/>
                          <a:ea typeface="PT Astra Fact" pitchFamily="2"/>
                          <a:cs typeface="FreeSans" pitchFamily="2"/>
                        </a:rPr>
                        <a:t>k8s </a:t>
                      </a:r>
                      <a:r>
                        <a:rPr lang="ru-RU" sz="750" b="0" i="0" u="none" strike="noStrike" kern="1200" cap="none" spc="0" dirty="0">
                          <a:ln>
                            <a:noFill/>
                          </a:ln>
                          <a:solidFill>
                            <a:srgbClr val="3F4658"/>
                          </a:solidFill>
                          <a:latin typeface="PT Astra Fact" pitchFamily="18"/>
                          <a:ea typeface="PT Astra Fact" pitchFamily="2"/>
                          <a:cs typeface="FreeSans" pitchFamily="2"/>
                        </a:rPr>
                        <a:t>в формате </a:t>
                      </a:r>
                      <a:r>
                        <a:rPr lang="en" sz="750" b="0" i="0" u="none" strike="noStrike" kern="1200" cap="none" spc="0" dirty="0">
                          <a:ln>
                            <a:noFill/>
                          </a:ln>
                          <a:solidFill>
                            <a:srgbClr val="3F4658"/>
                          </a:solidFill>
                          <a:latin typeface="PT Astra Fact" pitchFamily="18"/>
                          <a:ea typeface="PT Astra Fact" pitchFamily="2"/>
                          <a:cs typeface="FreeSans" pitchFamily="2"/>
                        </a:rPr>
                        <a:t>managed k8s</a:t>
                      </a:r>
                    </a:p>
                    <a:p>
                      <a:pPr marL="172800" marR="0" lvl="0" indent="-172800" rtl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201"/>
                        </a:spcAft>
                        <a:buClr>
                          <a:srgbClr val="3F4658"/>
                        </a:buClr>
                        <a:buSzPct val="100000"/>
                        <a:buFont typeface="Arial"/>
                        <a:buChar char="•"/>
                        <a:tabLst/>
                      </a:pPr>
                      <a:r>
                        <a:rPr lang="ru-RU" sz="750" b="0" i="0" u="none" strike="noStrike" kern="1200" cap="none" spc="0" dirty="0">
                          <a:ln>
                            <a:noFill/>
                          </a:ln>
                          <a:solidFill>
                            <a:srgbClr val="3F4658"/>
                          </a:solidFill>
                          <a:latin typeface="PT Astra Fact" pitchFamily="18"/>
                          <a:ea typeface="PT Astra Fact" pitchFamily="2"/>
                          <a:cs typeface="FreeSans" pitchFamily="2"/>
                        </a:rPr>
                        <a:t>Управление жизненным циклом кластера (мастер узлов)</a:t>
                      </a:r>
                    </a:p>
                    <a:p>
                      <a:pPr marL="172800" marR="0" lvl="0" indent="-172800" rtl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201"/>
                        </a:spcAft>
                        <a:buClr>
                          <a:srgbClr val="3F4658"/>
                        </a:buClr>
                        <a:buSzPct val="100000"/>
                        <a:buFont typeface="Arial"/>
                        <a:buChar char="•"/>
                        <a:tabLst/>
                      </a:pPr>
                      <a:r>
                        <a:rPr lang="ru-RU" sz="750" b="0" i="0" u="none" strike="noStrike" kern="1200" cap="none" spc="0" dirty="0">
                          <a:ln>
                            <a:noFill/>
                          </a:ln>
                          <a:solidFill>
                            <a:srgbClr val="3F4658"/>
                          </a:solidFill>
                          <a:latin typeface="PT Astra Fact" pitchFamily="18"/>
                          <a:ea typeface="PT Astra Fact" pitchFamily="2"/>
                          <a:cs typeface="FreeSans" pitchFamily="2"/>
                        </a:rPr>
                        <a:t>Просмотр информации о кластерах</a:t>
                      </a:r>
                    </a:p>
                    <a:p>
                      <a:pPr marL="172800" marR="0" lvl="0" indent="-172800" rtl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201"/>
                        </a:spcAft>
                        <a:buClr>
                          <a:srgbClr val="3F4658"/>
                        </a:buClr>
                        <a:buSzPct val="100000"/>
                        <a:buFont typeface="Arial"/>
                        <a:buChar char="•"/>
                        <a:tabLst/>
                      </a:pPr>
                      <a:r>
                        <a:rPr lang="ru-RU" sz="750" b="0" i="0" u="none" strike="noStrike" kern="1200" cap="none" spc="0" dirty="0">
                          <a:ln>
                            <a:noFill/>
                          </a:ln>
                          <a:solidFill>
                            <a:srgbClr val="3F4658"/>
                          </a:solidFill>
                          <a:latin typeface="PT Astra Fact" pitchFamily="18"/>
                          <a:ea typeface="PT Astra Fact" pitchFamily="2"/>
                          <a:cs typeface="FreeSans" pitchFamily="2"/>
                        </a:rPr>
                        <a:t>Управление жизненным циклом пула рабочих узлов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37414810"/>
                  </a:ext>
                </a:extLst>
              </a:tr>
              <a:tr h="388080">
                <a:tc>
                  <a:txBody>
                    <a:bodyPr/>
                    <a:lstStyle/>
                    <a:p>
                      <a:pPr marL="172800" marR="0" lvl="0" indent="-172800" rtl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201"/>
                        </a:spcAft>
                        <a:buClr>
                          <a:srgbClr val="3F4658"/>
                        </a:buClr>
                        <a:buSzPct val="100000"/>
                        <a:buFont typeface="Arial"/>
                        <a:buChar char="•"/>
                        <a:tabLst/>
                      </a:pPr>
                      <a:endParaRPr lang="en" sz="750" b="0" i="0" u="none" strike="noStrike" kern="1200" cap="none" spc="0" dirty="0">
                        <a:ln>
                          <a:noFill/>
                        </a:ln>
                        <a:solidFill>
                          <a:srgbClr val="3F4658"/>
                        </a:solidFill>
                        <a:latin typeface="PT Astra Fact" pitchFamily="18"/>
                        <a:ea typeface="PT Astra Fact" pitchFamily="2"/>
                        <a:cs typeface="FreeSans" pitchFamily="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2800" marR="0" lvl="0" indent="-172800" rtl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201"/>
                        </a:spcAft>
                        <a:buClr>
                          <a:srgbClr val="3F4658"/>
                        </a:buClr>
                        <a:buSzPct val="100000"/>
                        <a:buFont typeface="Arial"/>
                        <a:buChar char="•"/>
                        <a:tabLst/>
                      </a:pPr>
                      <a:r>
                        <a:rPr lang="ru-RU" sz="750" b="0" i="0" u="none" strike="noStrike" kern="1200" cap="none" spc="0" dirty="0">
                          <a:ln>
                            <a:noFill/>
                          </a:ln>
                          <a:solidFill>
                            <a:srgbClr val="3F4658"/>
                          </a:solidFill>
                          <a:latin typeface="PT Astra Fact" pitchFamily="18"/>
                          <a:ea typeface="PT Astra Fact" pitchFamily="2"/>
                          <a:cs typeface="FreeSans" pitchFamily="2"/>
                        </a:rPr>
                        <a:t>Возможность резервного копирования ВМ и дисков из портала самообслуживания</a:t>
                      </a:r>
                    </a:p>
                    <a:p>
                      <a:pPr marL="172800" marR="0" lvl="0" indent="-172800" rtl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201"/>
                        </a:spcAft>
                        <a:buClr>
                          <a:srgbClr val="3F4658"/>
                        </a:buClr>
                        <a:buSzPct val="100000"/>
                        <a:buFont typeface="Arial"/>
                        <a:buChar char="•"/>
                        <a:tabLst/>
                      </a:pPr>
                      <a:r>
                        <a:rPr lang="ru-RU" sz="750" b="0" i="0" u="none" strike="noStrike" kern="1200" cap="none" spc="0" dirty="0">
                          <a:ln>
                            <a:noFill/>
                          </a:ln>
                          <a:solidFill>
                            <a:srgbClr val="3F4658"/>
                          </a:solidFill>
                          <a:latin typeface="PT Astra Fact" pitchFamily="18"/>
                          <a:ea typeface="PT Astra Fact" pitchFamily="2"/>
                          <a:cs typeface="FreeSans" pitchFamily="2"/>
                        </a:rPr>
                        <a:t>Возможность управления расписанием резервного копирования из портала самообслуживания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644526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Master1-21_BasicWhit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Master3-21_BasicWhit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Them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1067</TotalTime>
  <Words>377</Words>
  <Application>Microsoft Macintosh PowerPoint</Application>
  <PresentationFormat>Широкоэкранный</PresentationFormat>
  <Paragraphs>61</Paragraphs>
  <Slides>1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8</vt:i4>
      </vt:variant>
      <vt:variant>
        <vt:lpstr>Тема</vt:lpstr>
      </vt:variant>
      <vt:variant>
        <vt:i4>6</vt:i4>
      </vt:variant>
      <vt:variant>
        <vt:lpstr>Заголовки слайдов</vt:lpstr>
      </vt:variant>
      <vt:variant>
        <vt:i4>1</vt:i4>
      </vt:variant>
    </vt:vector>
  </HeadingPairs>
  <TitlesOfParts>
    <vt:vector size="15" baseType="lpstr">
      <vt:lpstr>Arial</vt:lpstr>
      <vt:lpstr>Calibri</vt:lpstr>
      <vt:lpstr>Helvetica Neue</vt:lpstr>
      <vt:lpstr>Liberation Sans</vt:lpstr>
      <vt:lpstr>OpenSymbol</vt:lpstr>
      <vt:lpstr>PT Astra Fact</vt:lpstr>
      <vt:lpstr>Times New Roman</vt:lpstr>
      <vt:lpstr>Wingdings</vt:lpstr>
      <vt:lpstr>Master1-21_BasicWhite</vt:lpstr>
      <vt:lpstr>Office Theme</vt:lpstr>
      <vt:lpstr>Master3-21_BasicWhite</vt:lpstr>
      <vt:lpstr>Office Theme</vt:lpstr>
      <vt:lpstr>Office Theme</vt:lpstr>
      <vt:lpstr>Office Theme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subject/>
  <dc:creator>ksofiev</dc:creator>
  <dc:description/>
  <cp:lastModifiedBy>Microsoft Office User</cp:lastModifiedBy>
  <cp:revision>608</cp:revision>
  <dcterms:created xsi:type="dcterms:W3CDTF">2025-04-21T15:06:41Z</dcterms:created>
  <dcterms:modified xsi:type="dcterms:W3CDTF">2026-07-08T09:54:45Z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E01357388B8362A2B25E0668AF592F2D_42</vt:lpwstr>
  </property>
  <property fmtid="{D5CDD505-2E9C-101B-9397-08002B2CF9AE}" pid="3" name="KSOProductBuildVer">
    <vt:lpwstr>1033-6.10.2.8397</vt:lpwstr>
  </property>
  <property fmtid="{D5CDD505-2E9C-101B-9397-08002B2CF9AE}" pid="4" name="PresentationFormat">
    <vt:lpwstr>Широкоэкранный</vt:lpwstr>
  </property>
</Properties>
</file>