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b" ContentType="application/vnd.ms-excel.sheet.binary.macroEnabled.12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3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charts/chart3.xml" ContentType="application/vnd.openxmlformats-officedocument.drawingml.chart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charts/chart6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charts/chart31.xml" ContentType="application/vnd.openxmlformats-officedocument.drawingml.chart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8" r:id="rId2"/>
    <p:sldMasterId id="2147483710" r:id="rId3"/>
    <p:sldMasterId id="2147483758" r:id="rId4"/>
  </p:sldMasterIdLst>
  <p:notesMasterIdLst>
    <p:notesMasterId r:id="rId40"/>
  </p:notesMasterIdLst>
  <p:sldIdLst>
    <p:sldId id="256" r:id="rId5"/>
    <p:sldId id="2147475642" r:id="rId6"/>
    <p:sldId id="2147475643" r:id="rId7"/>
    <p:sldId id="2147475644" r:id="rId8"/>
    <p:sldId id="2147475645" r:id="rId9"/>
    <p:sldId id="2147475652" r:id="rId10"/>
    <p:sldId id="2147475653" r:id="rId11"/>
    <p:sldId id="257" r:id="rId12"/>
    <p:sldId id="2147475654" r:id="rId13"/>
    <p:sldId id="264" r:id="rId14"/>
    <p:sldId id="265" r:id="rId15"/>
    <p:sldId id="266" r:id="rId16"/>
    <p:sldId id="267" r:id="rId17"/>
    <p:sldId id="268" r:id="rId18"/>
    <p:sldId id="2147475655" r:id="rId19"/>
    <p:sldId id="2147475641" r:id="rId20"/>
    <p:sldId id="2147475646" r:id="rId21"/>
    <p:sldId id="2147475647" r:id="rId22"/>
    <p:sldId id="2147475648" r:id="rId23"/>
    <p:sldId id="2147475649" r:id="rId24"/>
    <p:sldId id="2147475650" r:id="rId25"/>
    <p:sldId id="2147475651" r:id="rId26"/>
    <p:sldId id="2147475635" r:id="rId27"/>
    <p:sldId id="2944" r:id="rId28"/>
    <p:sldId id="2147475656" r:id="rId29"/>
    <p:sldId id="2945" r:id="rId30"/>
    <p:sldId id="2147475657" r:id="rId31"/>
    <p:sldId id="2952" r:id="rId32"/>
    <p:sldId id="2946" r:id="rId33"/>
    <p:sldId id="2147475658" r:id="rId34"/>
    <p:sldId id="2953" r:id="rId35"/>
    <p:sldId id="2947" r:id="rId36"/>
    <p:sldId id="2147475659" r:id="rId37"/>
    <p:sldId id="2147475636" r:id="rId38"/>
    <p:sldId id="2147475637" r:id="rId39"/>
  </p:sldIdLst>
  <p:sldSz cx="12192000" cy="6858000"/>
  <p:notesSz cx="6858000" cy="9144000"/>
  <p:custDataLst>
    <p:tags r:id="rId4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7F"/>
    <a:srgbClr val="7C8A9A"/>
    <a:srgbClr val="030403"/>
    <a:srgbClr val="CCD0D7"/>
    <a:srgbClr val="00E9FF"/>
    <a:srgbClr val="3D454E"/>
    <a:srgbClr val="CBD0D7"/>
    <a:srgbClr val="BA8CDC"/>
    <a:srgbClr val="EE5959"/>
    <a:srgbClr val="007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84586" autoAdjust="0"/>
  </p:normalViewPr>
  <p:slideViewPr>
    <p:cSldViewPr snapToGrid="0">
      <p:cViewPr varScale="1">
        <p:scale>
          <a:sx n="61" d="100"/>
          <a:sy n="61" d="100"/>
        </p:scale>
        <p:origin x="86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4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5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6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7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8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9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0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1.xlsb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2.xlsb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3.xlsb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4.xlsb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5.xlsb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6.xlsb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7.xlsb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8.xlsb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9.xlsb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0.xlsb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1.xlsb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2.xlsb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3.xlsb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677357280307888E-2"/>
          <c:y val="0.11009697661152311"/>
          <c:w val="0.96664528543938422"/>
          <c:h val="0.7798060467769537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83B-455A-840E-3E61769DA527}"/>
                </c:ext>
              </c:extLst>
            </c:dLbl>
            <c:dLbl>
              <c:idx val="2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83B-455A-840E-3E61769DA527}"/>
                </c:ext>
              </c:extLst>
            </c:dLbl>
            <c:dLbl>
              <c:idx val="3"/>
              <c:layout>
                <c:manualLayout>
                  <c:x val="0"/>
                  <c:y val="1.140901312036508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83B-455A-840E-3E61769DA527}"/>
                </c:ext>
              </c:extLst>
            </c:dLbl>
            <c:dLbl>
              <c:idx val="4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83B-455A-840E-3E61769DA5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24.603425474452017</c:v>
                </c:pt>
                <c:pt idx="1">
                  <c:v>25.94751060812133</c:v>
                </c:pt>
                <c:pt idx="2">
                  <c:v>27.365023112642998</c:v>
                </c:pt>
                <c:pt idx="3">
                  <c:v>28.859974325286682</c:v>
                </c:pt>
                <c:pt idx="4">
                  <c:v>30.436660812599627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3B-455A-840E-3E61769DA527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C83B-455A-840E-3E61769DA527}"/>
                </c:ext>
              </c:extLst>
            </c:dLbl>
            <c:dLbl>
              <c:idx val="2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C83B-455A-840E-3E61769DA527}"/>
                </c:ext>
              </c:extLst>
            </c:dLbl>
            <c:dLbl>
              <c:idx val="3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C83B-455A-840E-3E61769DA527}"/>
                </c:ext>
              </c:extLst>
            </c:dLbl>
            <c:dLbl>
              <c:idx val="4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C83B-455A-840E-3E61769DA5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13.362387228716337</c:v>
                </c:pt>
                <c:pt idx="1">
                  <c:v>14.395963300796783</c:v>
                </c:pt>
                <c:pt idx="2">
                  <c:v>15.247923367692227</c:v>
                </c:pt>
                <c:pt idx="3">
                  <c:v>16.07325329615745</c:v>
                </c:pt>
                <c:pt idx="4">
                  <c:v>16.944019481710896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83B-455A-840E-3E61769DA527}"/>
            </c:ext>
          </c:extLst>
        </c:ser>
        <c:ser>
          <c:idx val="2"/>
          <c:order val="2"/>
          <c:spPr>
            <a:solidFill>
              <a:srgbClr val="00747F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C83B-455A-840E-3E61769DA527}"/>
                </c:ext>
              </c:extLst>
            </c:dLbl>
            <c:dLbl>
              <c:idx val="2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C83B-455A-840E-3E61769DA527}"/>
                </c:ext>
              </c:extLst>
            </c:dLbl>
            <c:dLbl>
              <c:idx val="3"/>
              <c:layout>
                <c:manualLayout>
                  <c:x val="0"/>
                  <c:y val="1.140901312036508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C83B-455A-840E-3E61769DA527}"/>
                </c:ext>
              </c:extLst>
            </c:dLbl>
            <c:dLbl>
              <c:idx val="4"/>
              <c:layout>
                <c:manualLayout>
                  <c:x val="0"/>
                  <c:y val="1.7113519680547634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C83B-455A-840E-3E61769DA5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Sheet1!$A$3:$E$3</c:f>
              <c:numCache>
                <c:formatCode>General</c:formatCode>
                <c:ptCount val="5"/>
                <c:pt idx="0">
                  <c:v>12.133481381583181</c:v>
                </c:pt>
                <c:pt idx="1">
                  <c:v>13.390853591076969</c:v>
                </c:pt>
                <c:pt idx="2">
                  <c:v>14.778525161775285</c:v>
                </c:pt>
                <c:pt idx="3">
                  <c:v>16.309998796698054</c:v>
                </c:pt>
                <c:pt idx="4">
                  <c:v>18.000176461203552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83B-455A-840E-3E61769DA527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2.205614126681219</c:v>
                </c:pt>
                <c:pt idx="1">
                  <c:v>2.514041215579816</c:v>
                </c:pt>
                <c:pt idx="2">
                  <c:v>2.8655979108840413</c:v>
                </c:pt>
                <c:pt idx="3">
                  <c:v>3.2663153396111255</c:v>
                </c:pt>
                <c:pt idx="4">
                  <c:v>3.7230680051995364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83B-455A-840E-3E61769DA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33972416"/>
        <c:axId val="1"/>
      </c:barChart>
      <c:catAx>
        <c:axId val="18339724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.1039247607136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339724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677357280307888E-2"/>
          <c:y val="0.11647555823777912"/>
          <c:w val="0.96664528543938422"/>
          <c:h val="0.7670488835244417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1.810500905250452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7CF-4394-BCE3-CDA9B2D62A1F}"/>
                </c:ext>
              </c:extLst>
            </c:dLbl>
            <c:dLbl>
              <c:idx val="2"/>
              <c:layout>
                <c:manualLayout>
                  <c:x val="0"/>
                  <c:y val="1.207000603500301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7CF-4394-BCE3-CDA9B2D62A1F}"/>
                </c:ext>
              </c:extLst>
            </c:dLbl>
            <c:dLbl>
              <c:idx val="3"/>
              <c:layout>
                <c:manualLayout>
                  <c:x val="0"/>
                  <c:y val="1.810500905250452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7CF-4394-BCE3-CDA9B2D62A1F}"/>
                </c:ext>
              </c:extLst>
            </c:dLbl>
            <c:dLbl>
              <c:idx val="4"/>
              <c:layout>
                <c:manualLayout>
                  <c:x val="0"/>
                  <c:y val="1.207000603500301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67CF-4394-BCE3-CDA9B2D62A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4.9843369952156493</c:v>
                </c:pt>
                <c:pt idx="1">
                  <c:v>6.999589392185646</c:v>
                </c:pt>
                <c:pt idx="2">
                  <c:v>10.422651860942644</c:v>
                </c:pt>
                <c:pt idx="3">
                  <c:v>12.096588209735252</c:v>
                </c:pt>
                <c:pt idx="4">
                  <c:v>13.961872052929781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CF-4394-BCE3-CDA9B2D62A1F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1.207000603500301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7CF-4394-BCE3-CDA9B2D62A1F}"/>
                </c:ext>
              </c:extLst>
            </c:dLbl>
            <c:dLbl>
              <c:idx val="2"/>
              <c:layout>
                <c:manualLayout>
                  <c:x val="0"/>
                  <c:y val="1.207000603500301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7CF-4394-BCE3-CDA9B2D62A1F}"/>
                </c:ext>
              </c:extLst>
            </c:dLbl>
            <c:dLbl>
              <c:idx val="3"/>
              <c:layout>
                <c:manualLayout>
                  <c:x val="0"/>
                  <c:y val="1.810500905250452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67CF-4394-BCE3-CDA9B2D62A1F}"/>
                </c:ext>
              </c:extLst>
            </c:dLbl>
            <c:dLbl>
              <c:idx val="4"/>
              <c:layout>
                <c:manualLayout>
                  <c:x val="0"/>
                  <c:y val="1.207000603500301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67CF-4394-BCE3-CDA9B2D62A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8.492171010697561</c:v>
                </c:pt>
                <c:pt idx="1">
                  <c:v>12.532249886060042</c:v>
                </c:pt>
                <c:pt idx="2">
                  <c:v>16.775406339807844</c:v>
                </c:pt>
                <c:pt idx="3">
                  <c:v>21.51471066702269</c:v>
                </c:pt>
                <c:pt idx="4">
                  <c:v>25.07980850958209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7CF-4394-BCE3-CDA9B2D62A1F}"/>
            </c:ext>
          </c:extLst>
        </c:ser>
        <c:ser>
          <c:idx val="2"/>
          <c:order val="2"/>
          <c:spPr>
            <a:solidFill>
              <a:srgbClr val="00747F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1.810500905250452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67CF-4394-BCE3-CDA9B2D62A1F}"/>
                </c:ext>
              </c:extLst>
            </c:dLbl>
            <c:dLbl>
              <c:idx val="2"/>
              <c:layout>
                <c:manualLayout>
                  <c:x val="0"/>
                  <c:y val="1.207000603500301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67CF-4394-BCE3-CDA9B2D62A1F}"/>
                </c:ext>
              </c:extLst>
            </c:dLbl>
            <c:dLbl>
              <c:idx val="3"/>
              <c:layout>
                <c:manualLayout>
                  <c:x val="0"/>
                  <c:y val="1.810500905250452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67CF-4394-BCE3-CDA9B2D62A1F}"/>
                </c:ext>
              </c:extLst>
            </c:dLbl>
            <c:dLbl>
              <c:idx val="4"/>
              <c:layout>
                <c:manualLayout>
                  <c:x val="0"/>
                  <c:y val="1.207000603500301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67CF-4394-BCE3-CDA9B2D62A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Sheet1!$A$3:$E$3</c:f>
              <c:numCache>
                <c:formatCode>General</c:formatCode>
                <c:ptCount val="5"/>
                <c:pt idx="0">
                  <c:v>8.9338320872500603</c:v>
                </c:pt>
                <c:pt idx="1">
                  <c:v>10.1882126078212</c:v>
                </c:pt>
                <c:pt idx="2">
                  <c:v>11.6267656089342</c:v>
                </c:pt>
                <c:pt idx="3">
                  <c:v>13.277793820770476</c:v>
                </c:pt>
                <c:pt idx="4">
                  <c:v>15.174138622906398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7CF-4394-BCE3-CDA9B2D62A1F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2.0396141266812222</c:v>
                </c:pt>
                <c:pt idx="1">
                  <c:v>2.3431700813625049</c:v>
                </c:pt>
                <c:pt idx="2">
                  <c:v>2.7024381413482104</c:v>
                </c:pt>
                <c:pt idx="3">
                  <c:v>3.1294452182351336</c:v>
                </c:pt>
                <c:pt idx="4">
                  <c:v>3.6390645193817903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7CF-4394-BCE3-CDA9B2D62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15881312"/>
        <c:axId val="1"/>
      </c:barChart>
      <c:catAx>
        <c:axId val="20158813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7.85488370480005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158813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518424396442185E-2"/>
          <c:y val="9.9126861838726252E-2"/>
          <c:w val="0.96696315120711562"/>
          <c:h val="0.8017462763225474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"/>
                  <c:y val="1.540832049306625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75F-482F-BCF7-CBAAA08815B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0.11</c:v>
                </c:pt>
                <c:pt idx="1">
                  <c:v>0.16</c:v>
                </c:pt>
                <c:pt idx="2">
                  <c:v>6.09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5F-482F-BCF7-CBAAA08815B0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4.4790343074968236E-2"/>
                  <c:y val="1.540832049306625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75F-482F-BCF7-CBAAA08815B0}"/>
                </c:ext>
              </c:extLst>
            </c:dLbl>
            <c:dLbl>
              <c:idx val="1"/>
              <c:layout>
                <c:manualLayout>
                  <c:x val="0"/>
                  <c:y val="1.540832049306625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75F-482F-BCF7-CBAAA08815B0}"/>
                </c:ext>
              </c:extLst>
            </c:dLbl>
            <c:dLbl>
              <c:idx val="2"/>
              <c:layout>
                <c:manualLayout>
                  <c:x val="0"/>
                  <c:y val="1.540832049306625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75F-482F-BCF7-CBAAA08815B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1.9999999999999998</c:v>
                </c:pt>
                <c:pt idx="1">
                  <c:v>2.9</c:v>
                </c:pt>
                <c:pt idx="2">
                  <c:v>6.82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75F-482F-BCF7-CBAAA08815B0}"/>
            </c:ext>
          </c:extLst>
        </c:ser>
        <c:ser>
          <c:idx val="2"/>
          <c:order val="2"/>
          <c:spPr>
            <a:solidFill>
              <a:srgbClr val="00747F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"/>
                  <c:y val="1.540832049306625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75F-482F-BCF7-CBAAA08815B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0.2200000000000002</c:v>
                </c:pt>
                <c:pt idx="1">
                  <c:v>0.27</c:v>
                </c:pt>
                <c:pt idx="2">
                  <c:v>2.5999999999999996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75F-482F-BCF7-CBAAA08815B0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2579415501905972"/>
                  <c:y val="1.0272213662044171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F75F-482F-BCF7-CBAAA08815B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Sheet1!$A$4:$C$4</c:f>
              <c:numCache>
                <c:formatCode>General</c:formatCode>
                <c:ptCount val="3"/>
                <c:pt idx="0">
                  <c:v>0.2200000000000002</c:v>
                </c:pt>
                <c:pt idx="1">
                  <c:v>0.27</c:v>
                </c:pt>
                <c:pt idx="2">
                  <c:v>0.90000000000000036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75F-482F-BCF7-CBAAA0881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7002736"/>
        <c:axId val="1"/>
      </c:barChart>
      <c:catAx>
        <c:axId val="470027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4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700273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461077844311378E-2"/>
          <c:y val="2.8123309897241752E-2"/>
          <c:w val="0.96107784431137722"/>
          <c:h val="0.9437533802055164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33.340077853730101</c:v>
                </c:pt>
                <c:pt idx="1">
                  <c:v>35.371085329711761</c:v>
                </c:pt>
                <c:pt idx="2">
                  <c:v>41.654195311187031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0-4C04-BDE1-701085BC2A8F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18.964830357702652</c:v>
                </c:pt>
                <c:pt idx="1">
                  <c:v>20.863772612872452</c:v>
                </c:pt>
                <c:pt idx="2">
                  <c:v>27.449729449526593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80-4C04-BDE1-701085BC2A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21688864"/>
        <c:axId val="1"/>
      </c:barChart>
      <c:catAx>
        <c:axId val="821688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.10392476071362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21688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461077844311378E-2"/>
          <c:y val="2.8123309897241752E-2"/>
          <c:w val="0.96107784431137722"/>
          <c:h val="0.9437533802055164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2.2280000000000002</c:v>
                </c:pt>
                <c:pt idx="1">
                  <c:v>2.95</c:v>
                </c:pt>
                <c:pt idx="2">
                  <c:v>11.292443319933721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D8-EF4E-80B1-82F8E0B6AF92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0.31999999999999984</c:v>
                </c:pt>
                <c:pt idx="1">
                  <c:v>0.64000000000000012</c:v>
                </c:pt>
                <c:pt idx="2">
                  <c:v>5.1165510859230139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D8-EF4E-80B1-82F8E0B6A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00393471"/>
        <c:axId val="1"/>
      </c:barChart>
      <c:catAx>
        <c:axId val="6003934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40899440585673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003934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906367041198503E-3"/>
          <c:y val="0.1359883438562409"/>
          <c:w val="0.98501872659176026"/>
          <c:h val="0.7702768334142787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D454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73-47CF-A891-742831021BEA}"/>
              </c:ext>
            </c:extLst>
          </c:dPt>
          <c:dPt>
            <c:idx val="3"/>
            <c:invertIfNegative val="0"/>
            <c:bubble3D val="0"/>
            <c:spPr>
              <a:solidFill>
                <a:srgbClr val="003C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73-47CF-A891-742831021BEA}"/>
              </c:ext>
            </c:extLst>
          </c:dPt>
          <c:dLbls>
            <c:dLbl>
              <c:idx val="0"/>
              <c:layout>
                <c:manualLayout>
                  <c:x val="6.5687121866897152E-2"/>
                  <c:y val="-3.8368139873725109E-2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E73-47CF-A891-742831021BEA}"/>
                </c:ext>
              </c:extLst>
            </c:dLbl>
            <c:dLbl>
              <c:idx val="3"/>
              <c:layout>
                <c:manualLayout>
                  <c:x val="0"/>
                  <c:y val="-0.4273919378338999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E73-47CF-A891-742831021B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0.16</c:v>
                </c:pt>
                <c:pt idx="1">
                  <c:v>3.6</c:v>
                </c:pt>
                <c:pt idx="2">
                  <c:v>7.2518561714761089</c:v>
                </c:pt>
                <c:pt idx="3">
                  <c:v>16.351856171476108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73-47CF-A891-742831021BEA}"/>
            </c:ext>
          </c:extLst>
        </c:ser>
        <c:ser>
          <c:idx val="1"/>
          <c:order val="1"/>
          <c:spPr>
            <a:solidFill>
              <a:srgbClr val="3D454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E73-47CF-A891-742831021BEA}"/>
              </c:ext>
            </c:extLst>
          </c:dPt>
          <c:dPt>
            <c:idx val="2"/>
            <c:invertIfNegative val="0"/>
            <c:bubble3D val="0"/>
            <c:spPr>
              <a:solidFill>
                <a:srgbClr val="003C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73-47CF-A891-742831021BEA}"/>
              </c:ext>
            </c:extLst>
          </c:dPt>
          <c:dLbls>
            <c:dLbl>
              <c:idx val="0"/>
              <c:layout>
                <c:manualLayout>
                  <c:x val="0"/>
                  <c:y val="9.7134531325886349E-4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E73-47CF-A891-742831021BEA}"/>
                </c:ext>
              </c:extLst>
            </c:dLbl>
            <c:dLbl>
              <c:idx val="1"/>
              <c:layout>
                <c:manualLayout>
                  <c:x val="6.5831172572745608E-2"/>
                  <c:y val="1.4570179698882952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73-47CF-A891-742831021BEA}"/>
                </c:ext>
              </c:extLst>
            </c:dLbl>
            <c:dLbl>
              <c:idx val="2"/>
              <c:layout>
                <c:manualLayout>
                  <c:x val="0"/>
                  <c:y val="1.4570179698882952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0E73-47CF-A891-742831021B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2.9</c:v>
                </c:pt>
                <c:pt idx="1">
                  <c:v>0.31767656945687017</c:v>
                </c:pt>
                <c:pt idx="2">
                  <c:v>9.0999999999999979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73-47CF-A891-742831021BEA}"/>
            </c:ext>
          </c:extLst>
        </c:ser>
        <c:ser>
          <c:idx val="2"/>
          <c:order val="2"/>
          <c:spPr>
            <a:solidFill>
              <a:srgbClr val="00747F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0E73-47CF-A891-742831021BEA}"/>
              </c:ext>
            </c:extLst>
          </c:dPt>
          <c:dLbls>
            <c:dLbl>
              <c:idx val="1"/>
              <c:layout>
                <c:manualLayout>
                  <c:x val="0"/>
                  <c:y val="1.4570179698882952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73-47CF-A891-742831021B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Sheet1!$A$3:$D$3</c:f>
              <c:numCache>
                <c:formatCode>General</c:formatCode>
                <c:ptCount val="4"/>
                <c:pt idx="0">
                  <c:v>0.27</c:v>
                </c:pt>
                <c:pt idx="1">
                  <c:v>3.2728636939953804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73-47CF-A891-742831021BEA}"/>
            </c:ext>
          </c:extLst>
        </c:ser>
        <c:ser>
          <c:idx val="3"/>
          <c:order val="3"/>
          <c:spPr>
            <a:solidFill>
              <a:srgbClr val="00747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0E73-47CF-A891-742831021BEA}"/>
              </c:ext>
            </c:extLst>
          </c:dPt>
          <c:val>
            <c:numRef>
              <c:f>Sheet1!$A$4:$D$4</c:f>
              <c:numCache>
                <c:formatCode>General</c:formatCode>
                <c:ptCount val="4"/>
                <c:pt idx="0">
                  <c:v>0.27</c:v>
                </c:pt>
                <c:pt idx="1">
                  <c:v>3.1315908023858086E-2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73-47CF-A891-742831021BEA}"/>
            </c:ext>
          </c:extLst>
        </c:ser>
        <c:ser>
          <c:idx val="4"/>
          <c:order val="4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Sheet1!$A$5:$D$5</c:f>
              <c:numCache>
                <c:formatCode>General</c:formatCode>
                <c:ptCount val="4"/>
                <c:pt idx="1">
                  <c:v>2.9999999999999361E-2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E73-47CF-A891-742831021B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88615072"/>
        <c:axId val="1"/>
      </c:barChart>
      <c:catAx>
        <c:axId val="10886150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35185617147610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886150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9.1</c:v>
                </c:pt>
                <c:pt idx="1">
                  <c:v>10.166399999999999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6F-FA42-A5DA-42810FC5F0C8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6.7775999999999996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6F-FA42-A5DA-42810FC5F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6050895"/>
        <c:axId val="1"/>
      </c:barChart>
      <c:catAx>
        <c:axId val="16560508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943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60508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2.7</c:v>
                </c:pt>
                <c:pt idx="1">
                  <c:v>3.87</c:v>
                </c:pt>
                <c:pt idx="2">
                  <c:v>6.35</c:v>
                </c:pt>
                <c:pt idx="3">
                  <c:v>6.93</c:v>
                </c:pt>
                <c:pt idx="4">
                  <c:v>7.52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72-AD4A-B4C7-79EA9C388550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6.4000000000000012</c:v>
                </c:pt>
                <c:pt idx="1">
                  <c:v>5.64</c:v>
                </c:pt>
                <c:pt idx="2">
                  <c:v>3.42</c:v>
                </c:pt>
                <c:pt idx="3">
                  <c:v>3.0399999999999991</c:v>
                </c:pt>
                <c:pt idx="4">
                  <c:v>2.6400000000000006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72-AD4A-B4C7-79EA9C388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5002463"/>
        <c:axId val="1"/>
      </c:barChart>
      <c:catAx>
        <c:axId val="16550024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.1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50024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037735849056604"/>
          <c:y val="0.11060171919770774"/>
          <c:w val="0.47924528301886793"/>
          <c:h val="0.7787965616045845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3C7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2113207547169811"/>
                  <c:y val="-4.5272206303724929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790-6744-BF6D-B922474B2F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3.2000000000000001E-2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90-6744-BF6D-B922474B2F58}"/>
            </c:ext>
          </c:extLst>
        </c:ser>
        <c:ser>
          <c:idx val="1"/>
          <c:order val="1"/>
          <c:spPr>
            <a:solidFill>
              <a:srgbClr val="CCE4F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90-6744-BF6D-B922474B2F58}"/>
            </c:ext>
          </c:extLst>
        </c:ser>
        <c:ser>
          <c:idx val="2"/>
          <c:order val="2"/>
          <c:spPr>
            <a:solidFill>
              <a:srgbClr val="0D3C7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1358490566037736"/>
                  <c:y val="-6.475644699140401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790-6744-BF6D-B922474B2F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0.14000000000000004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90-6744-BF6D-B922474B2F58}"/>
            </c:ext>
          </c:extLst>
        </c:ser>
        <c:ser>
          <c:idx val="3"/>
          <c:order val="3"/>
          <c:spPr>
            <a:solidFill>
              <a:srgbClr val="1AB0BF"/>
            </a:solidFill>
            <a:ln>
              <a:noFill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790-6744-BF6D-B922474B2F58}"/>
            </c:ext>
          </c:extLst>
        </c:ser>
        <c:ser>
          <c:idx val="4"/>
          <c:order val="4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1977077363897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C790-6744-BF6D-B922474B2F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0.59000000000000008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790-6744-BF6D-B922474B2F58}"/>
            </c:ext>
          </c:extLst>
        </c:ser>
        <c:ser>
          <c:idx val="5"/>
          <c:order val="5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1.6199999999999999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790-6744-BF6D-B922474B2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05532991"/>
        <c:axId val="1"/>
      </c:barChart>
      <c:catAx>
        <c:axId val="17055329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7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055329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9.1</c:v>
                </c:pt>
                <c:pt idx="1">
                  <c:v>10.166399999999999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6F-FA42-A5DA-42810FC5F0C8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6.7775999999999996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6F-FA42-A5DA-42810FC5F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6050895"/>
        <c:axId val="1"/>
      </c:barChart>
      <c:catAx>
        <c:axId val="16560508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943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60508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2.29</c:v>
                </c:pt>
                <c:pt idx="1">
                  <c:v>3.13</c:v>
                </c:pt>
                <c:pt idx="2">
                  <c:v>4.07</c:v>
                </c:pt>
                <c:pt idx="3">
                  <c:v>5.17</c:v>
                </c:pt>
                <c:pt idx="4">
                  <c:v>6.44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4C-464A-AE25-7DDA7E85C3CA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1.9799999999999995</c:v>
                </c:pt>
                <c:pt idx="1">
                  <c:v>1.7599999999999998</c:v>
                </c:pt>
                <c:pt idx="2">
                  <c:v>1.4100000000000001</c:v>
                </c:pt>
                <c:pt idx="3">
                  <c:v>0.9399999999999995</c:v>
                </c:pt>
                <c:pt idx="4">
                  <c:v>0.33999999999999986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4C-464A-AE25-7DDA7E85C3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64315519"/>
        <c:axId val="1"/>
      </c:barChart>
      <c:catAx>
        <c:axId val="16643155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7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643155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037735849056604"/>
          <c:y val="0.11060171919770774"/>
          <c:w val="0.47924528301886793"/>
          <c:h val="0.7787965616045845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1977077363897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858-CD47-B91B-3F836A66FC9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58-CD47-B91B-3F836A66FC9D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1977077363897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858-CD47-B91B-3F836A66FC9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58-CD47-B91B-3F836A66FC9D}"/>
            </c:ext>
          </c:extLst>
        </c:ser>
        <c:ser>
          <c:idx val="2"/>
          <c:order val="2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1977077363897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858-CD47-B91B-3F836A66FC9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1.4700000000000002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858-CD47-B91B-3F836A66F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78348863"/>
        <c:axId val="1"/>
      </c:barChart>
      <c:catAx>
        <c:axId val="20783488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28000000000000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783488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7882037533512063E-2"/>
          <c:w val="0.92441860465116277"/>
          <c:h val="0.9442359249329759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401260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6.8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E5-7B42-9241-578E131EA32C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0.96</c:v>
                </c:pt>
                <c:pt idx="1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E5-7B42-9241-578E131EA32C}"/>
            </c:ext>
          </c:extLst>
        </c:ser>
        <c:ser>
          <c:idx val="2"/>
          <c:order val="2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Sheet1!$A$3:$B$3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6.7999999999999989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E5-7B42-9241-578E131EA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1061423"/>
        <c:axId val="1"/>
      </c:barChart>
      <c:catAx>
        <c:axId val="1681061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7.9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10614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6.0540000000000003</c:v>
                </c:pt>
                <c:pt idx="1">
                  <c:v>6.7779999999999996</c:v>
                </c:pt>
                <c:pt idx="2">
                  <c:v>7.59</c:v>
                </c:pt>
                <c:pt idx="3">
                  <c:v>8.4979999999999993</c:v>
                </c:pt>
                <c:pt idx="4">
                  <c:v>9.516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FA-4F47-9303-1C459A0B74BA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0.78800000000000026</c:v>
                </c:pt>
                <c:pt idx="1">
                  <c:v>0.74699999999999989</c:v>
                </c:pt>
                <c:pt idx="2">
                  <c:v>0.68800000000000061</c:v>
                </c:pt>
                <c:pt idx="3">
                  <c:v>0.60800000000000054</c:v>
                </c:pt>
                <c:pt idx="4">
                  <c:v>0.50099999999999945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FA-4F47-9303-1C459A0B7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3351183"/>
        <c:axId val="1"/>
      </c:barChart>
      <c:catAx>
        <c:axId val="16533511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.016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33511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217228464419473"/>
          <c:y val="9.8519652884124551E-2"/>
          <c:w val="0.47565543071161048"/>
          <c:h val="0.802960694231750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40126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1198501872659176"/>
                  <c:y val="-3.8284839203675342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4E9-8F4E-8EE2-12F5731CF7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E9-8F4E-8EE2-12F5731CF7C6}"/>
            </c:ext>
          </c:extLst>
        </c:ser>
        <c:ser>
          <c:idx val="1"/>
          <c:order val="1"/>
          <c:spPr>
            <a:solidFill>
              <a:srgbClr val="2677F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E9-8F4E-8EE2-12F5731CF7C6}"/>
            </c:ext>
          </c:extLst>
        </c:ser>
        <c:ser>
          <c:idx val="2"/>
          <c:order val="2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2022471910112359"/>
                  <c:y val="-6.0745278203164881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4E9-8F4E-8EE2-12F5731CF7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0.42499999999999993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E9-8F4E-8EE2-12F5731CF7C6}"/>
            </c:ext>
          </c:extLst>
        </c:ser>
        <c:ser>
          <c:idx val="3"/>
          <c:order val="3"/>
          <c:spPr>
            <a:solidFill>
              <a:srgbClr val="CEA0E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4E9-8F4E-8EE2-12F5731CF7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0.48499999999999988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4E9-8F4E-8EE2-12F5731CF7C6}"/>
            </c:ext>
          </c:extLst>
        </c:ser>
        <c:ser>
          <c:idx val="4"/>
          <c:order val="4"/>
          <c:spPr>
            <a:solidFill>
              <a:srgbClr val="1AB0B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4E9-8F4E-8EE2-12F5731CF7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0.56999999999999984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4E9-8F4E-8EE2-12F5731CF7C6}"/>
            </c:ext>
          </c:extLst>
        </c:ser>
        <c:ser>
          <c:idx val="5"/>
          <c:order val="5"/>
          <c:spPr>
            <a:solidFill>
              <a:srgbClr val="27EAFF"/>
            </a:solidFill>
            <a:ln>
              <a:noFill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1.8140000000000001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4E9-8F4E-8EE2-12F5731CF7C6}"/>
            </c:ext>
          </c:extLst>
        </c:ser>
        <c:ser>
          <c:idx val="6"/>
          <c:order val="6"/>
          <c:spPr>
            <a:solidFill>
              <a:srgbClr val="99F7FF"/>
            </a:solidFill>
            <a:ln>
              <a:noFill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2.5240000000000005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4E9-8F4E-8EE2-12F5731CF7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1325039"/>
        <c:axId val="1"/>
      </c:barChart>
      <c:catAx>
        <c:axId val="16813250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05100000000000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13250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7882037533512063E-2"/>
          <c:w val="0.92441860465116277"/>
          <c:h val="0.9442359249329759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401260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6.8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81-7340-851D-F3382F8FBEA8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0.96</c:v>
                </c:pt>
                <c:pt idx="1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81-7340-851D-F3382F8FBEA8}"/>
            </c:ext>
          </c:extLst>
        </c:ser>
        <c:ser>
          <c:idx val="2"/>
          <c:order val="2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Sheet1!$A$3:$B$3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6.7999999999999989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81-7340-851D-F3382F8FBE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06984015"/>
        <c:axId val="1"/>
      </c:barChart>
      <c:catAx>
        <c:axId val="1706984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7.9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06984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2.88</c:v>
                </c:pt>
                <c:pt idx="1">
                  <c:v>3.41</c:v>
                </c:pt>
                <c:pt idx="2">
                  <c:v>4.04</c:v>
                </c:pt>
                <c:pt idx="3">
                  <c:v>4.78</c:v>
                </c:pt>
                <c:pt idx="4">
                  <c:v>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DB-574D-9783-56F9B4D2A250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1.4500000000000002</c:v>
                </c:pt>
                <c:pt idx="1">
                  <c:v>1.4399999999999995</c:v>
                </c:pt>
                <c:pt idx="2">
                  <c:v>1.3999999999999995</c:v>
                </c:pt>
                <c:pt idx="3">
                  <c:v>1.3099999999999996</c:v>
                </c:pt>
                <c:pt idx="4">
                  <c:v>1.1600000000000001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DB-574D-9783-56F9B4D2A2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3700815"/>
        <c:axId val="1"/>
      </c:barChart>
      <c:catAx>
        <c:axId val="20937008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8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937008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217228464419473"/>
          <c:y val="9.8519652884124551E-2"/>
          <c:w val="0.47565543071161048"/>
          <c:h val="0.802960694231750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0.21872659176029963"/>
                  <c:y val="-4.2879019908116385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61-AA42-B404-F247A8D40903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0.21872659176029963"/>
                  <c:y val="-0.1158754466564573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161-AA42-B404-F247A8D40903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4.1999999999999996E-2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61-AA42-B404-F247A8D40903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1797752808988763"/>
                  <c:y val="-2.0418580908626851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161-AA42-B404-F247A8D40903}"/>
            </c:ext>
          </c:extLst>
        </c:ser>
        <c:ser>
          <c:idx val="4"/>
          <c:order val="4"/>
          <c:spPr>
            <a:solidFill>
              <a:srgbClr val="CEA0E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61-AA42-B404-F247A8D40903}"/>
            </c:ext>
          </c:extLst>
        </c:ser>
        <c:ser>
          <c:idx val="5"/>
          <c:order val="5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0.43999999999999995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161-AA42-B404-F247A8D40903}"/>
            </c:ext>
          </c:extLst>
        </c:ser>
        <c:ser>
          <c:idx val="6"/>
          <c:order val="6"/>
          <c:spPr>
            <a:solidFill>
              <a:srgbClr val="1AB0B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20929045431342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</c:f>
              <c:numCache>
                <c:formatCode>General</c:formatCode>
                <c:ptCount val="1"/>
                <c:pt idx="0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61-AA42-B404-F247A8D40903}"/>
            </c:ext>
          </c:extLst>
        </c:ser>
        <c:ser>
          <c:idx val="7"/>
          <c:order val="7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Sheet1!$A$8</c:f>
              <c:numCache>
                <c:formatCode>General</c:formatCode>
                <c:ptCount val="1"/>
                <c:pt idx="0">
                  <c:v>0.60999999999999988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61-AA42-B404-F247A8D40903}"/>
            </c:ext>
          </c:extLst>
        </c:ser>
        <c:ser>
          <c:idx val="8"/>
          <c:order val="8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3161-AA42-B404-F247A8D409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Sheet1!$A$9</c:f>
              <c:numCache>
                <c:formatCode>General</c:formatCode>
                <c:ptCount val="1"/>
                <c:pt idx="0">
                  <c:v>0.81999999999999984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161-AA42-B404-F247A8D40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7075439"/>
        <c:axId val="1"/>
      </c:barChart>
      <c:catAx>
        <c:axId val="16870754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881999999999999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70754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1.3954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5C-A645-8824-117C9FE90CB7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0.81020000000000003</c:v>
                </c:pt>
                <c:pt idx="1">
                  <c:v>1.7000000000000002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5C-A645-8824-117C9FE90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8047679"/>
        <c:axId val="1"/>
      </c:barChart>
      <c:catAx>
        <c:axId val="16580476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80476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1.4</c:v>
                </c:pt>
                <c:pt idx="1">
                  <c:v>1.53</c:v>
                </c:pt>
                <c:pt idx="2">
                  <c:v>1.69</c:v>
                </c:pt>
                <c:pt idx="3">
                  <c:v>1.86</c:v>
                </c:pt>
                <c:pt idx="4">
                  <c:v>2.04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B2-5744-AE81-8AAD10F7F5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57401999"/>
        <c:axId val="1"/>
      </c:barChart>
      <c:catAx>
        <c:axId val="17574019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0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574019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1017964071856285"/>
          <c:y val="0.10036401456058243"/>
          <c:w val="0.38023952095808383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400416016640667E-3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100-1E48-B6D2-05765F84B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00-1E48-B6D2-05765F84BC84}"/>
            </c:ext>
          </c:extLst>
        </c:ser>
        <c:ser>
          <c:idx val="1"/>
          <c:order val="1"/>
          <c:spPr>
            <a:solidFill>
              <a:srgbClr val="0D3C7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1.3000000000000012E-2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00-1E48-B6D2-05765F84BC84}"/>
            </c:ext>
          </c:extLst>
        </c:ser>
        <c:ser>
          <c:idx val="2"/>
          <c:order val="2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580838323353295"/>
                  <c:y val="4.7321892875715026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100-1E48-B6D2-05765F84B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3.3000000000000002E-2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00-1E48-B6D2-05765F84BC84}"/>
            </c:ext>
          </c:extLst>
        </c:ser>
        <c:ser>
          <c:idx val="3"/>
          <c:order val="3"/>
          <c:spPr>
            <a:solidFill>
              <a:srgbClr val="1AB0B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520958083832335"/>
                  <c:y val="-1.300052002080083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100-1E48-B6D2-05765F84B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2.2999999999999993E-2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00-1E48-B6D2-05765F84BC84}"/>
            </c:ext>
          </c:extLst>
        </c:ser>
        <c:ser>
          <c:idx val="4"/>
          <c:order val="4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580838323353295"/>
                  <c:y val="-7.540301612064483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100-1E48-B6D2-05765F84B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2.6999999999999996E-2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00-1E48-B6D2-05765F84BC84}"/>
            </c:ext>
          </c:extLst>
        </c:ser>
        <c:ser>
          <c:idx val="5"/>
          <c:order val="5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100-1E48-B6D2-05765F84B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100-1E48-B6D2-05765F84BC84}"/>
            </c:ext>
          </c:extLst>
        </c:ser>
        <c:ser>
          <c:idx val="6"/>
          <c:order val="6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E100-1E48-B6D2-05765F84B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</c:f>
              <c:numCache>
                <c:formatCode>General</c:formatCode>
                <c:ptCount val="1"/>
                <c:pt idx="0">
                  <c:v>0.99999999999999989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100-1E48-B6D2-05765F84B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19524879"/>
        <c:axId val="1"/>
      </c:barChart>
      <c:catAx>
        <c:axId val="19195248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367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195248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0.64</c:v>
                </c:pt>
                <c:pt idx="1">
                  <c:v>0.81</c:v>
                </c:pt>
                <c:pt idx="2">
                  <c:v>1.01</c:v>
                </c:pt>
                <c:pt idx="3">
                  <c:v>1.27</c:v>
                </c:pt>
                <c:pt idx="4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4-9F4F-B8AC-F7AB30C1E285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0.17000000000000004</c:v>
                </c:pt>
                <c:pt idx="1">
                  <c:v>0.16000000000000003</c:v>
                </c:pt>
                <c:pt idx="2">
                  <c:v>0.14999999999999991</c:v>
                </c:pt>
                <c:pt idx="3">
                  <c:v>0.12999999999999989</c:v>
                </c:pt>
                <c:pt idx="4">
                  <c:v>8.0000000000000071E-2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54-9F4F-B8AC-F7AB30C1E2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49465711"/>
        <c:axId val="1"/>
      </c:barChart>
      <c:catAx>
        <c:axId val="17494657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68000000000000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494657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1017964071856285"/>
          <c:y val="0.10036401456058243"/>
          <c:w val="0.38023952095808383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400416016640667E-3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0AC-B04F-96D8-19D65E66F9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0.28389999999999999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AC-B04F-96D8-19D65E66F9FD}"/>
            </c:ext>
          </c:extLst>
        </c:ser>
        <c:ser>
          <c:idx val="1"/>
          <c:order val="1"/>
          <c:spPr>
            <a:solidFill>
              <a:srgbClr val="0D3C7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041916167664671"/>
                  <c:y val="0.1086843473738949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0AC-B04F-96D8-19D65E66F9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1.4000000000000012E-2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0AC-B04F-96D8-19D65E66F9FD}"/>
            </c:ext>
          </c:extLst>
        </c:ser>
        <c:ser>
          <c:idx val="2"/>
          <c:order val="2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520958083832335"/>
                  <c:y val="4.940197607904316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0AC-B04F-96D8-19D65E66F9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1.5000000000000013E-2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AC-B04F-96D8-19D65E66F9FD}"/>
            </c:ext>
          </c:extLst>
        </c:ser>
        <c:ser>
          <c:idx val="3"/>
          <c:order val="3"/>
          <c:spPr>
            <a:solidFill>
              <a:srgbClr val="1AB0B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520958083832335"/>
                  <c:y val="-7.2802912116484656E-3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0AC-B04F-96D8-19D65E66F9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1.7000000000000015E-2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0AC-B04F-96D8-19D65E66F9FD}"/>
            </c:ext>
          </c:extLst>
        </c:ser>
        <c:ser>
          <c:idx val="4"/>
          <c:order val="4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520958083832335"/>
                  <c:y val="-6.0842433697347896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0AC-B04F-96D8-19D65E66F9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2.1000000000000019E-2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0AC-B04F-96D8-19D65E66F9FD}"/>
            </c:ext>
          </c:extLst>
        </c:ser>
        <c:ser>
          <c:idx val="5"/>
          <c:order val="5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580838323353295"/>
                  <c:y val="-0.1060842433697347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0AC-B04F-96D8-19D65E66F9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2.9999999999999971E-2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0AC-B04F-96D8-19D65E66F9FD}"/>
            </c:ext>
          </c:extLst>
        </c:ser>
        <c:ser>
          <c:idx val="6"/>
          <c:order val="6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3.999999999999998E-2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0AC-B04F-96D8-19D65E66F9FD}"/>
            </c:ext>
          </c:extLst>
        </c:ser>
        <c:ser>
          <c:idx val="7"/>
          <c:order val="7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10AC-B04F-96D8-19D65E66F9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Sheet1!$A$8</c:f>
              <c:numCache>
                <c:formatCode>General</c:formatCode>
                <c:ptCount val="1"/>
                <c:pt idx="0">
                  <c:v>0.22000000000000003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0AC-B04F-96D8-19D65E66F9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95452719"/>
        <c:axId val="1"/>
      </c:barChart>
      <c:catAx>
        <c:axId val="17954527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0.640900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954527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1.3954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38-F24B-B725-76855CE8F2EF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0.81020000000000003</c:v>
                </c:pt>
                <c:pt idx="1">
                  <c:v>1.7000000000000002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38-F24B-B725-76855CE8F2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39756687"/>
        <c:axId val="1"/>
      </c:barChart>
      <c:catAx>
        <c:axId val="2039756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397566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15.1</c:v>
                </c:pt>
                <c:pt idx="1">
                  <c:v>18.260000000000002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1-2647-9B3E-B1617C990251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9.5000000000000018</c:v>
                </c:pt>
                <c:pt idx="1">
                  <c:v>12.169999999999998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41-2647-9B3E-B1617C990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7997935"/>
        <c:axId val="1"/>
      </c:barChart>
      <c:catAx>
        <c:axId val="16579979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.4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79979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5.1269999999999998</c:v>
                </c:pt>
                <c:pt idx="1">
                  <c:v>6.532</c:v>
                </c:pt>
                <c:pt idx="2">
                  <c:v>8.3230000000000004</c:v>
                </c:pt>
                <c:pt idx="3">
                  <c:v>10.606</c:v>
                </c:pt>
                <c:pt idx="4">
                  <c:v>13.513999999999999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28-E649-8A5C-A8271201FAE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9.9280000000000008</c:v>
                </c:pt>
                <c:pt idx="1">
                  <c:v>9.2669999999999995</c:v>
                </c:pt>
                <c:pt idx="2">
                  <c:v>8.2579999999999991</c:v>
                </c:pt>
                <c:pt idx="3">
                  <c:v>6.7960000000000012</c:v>
                </c:pt>
                <c:pt idx="4">
                  <c:v>4.7480000000000011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28-E649-8A5C-A8271201F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08266639"/>
        <c:axId val="1"/>
      </c:barChart>
      <c:catAx>
        <c:axId val="12082666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.26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082666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217228464419473"/>
          <c:y val="0.10036401456058243"/>
          <c:w val="0.47565543071161048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2022471910112359"/>
                  <c:y val="-1.4040561622464899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A9E-964A-AFEF-6405FBFD81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9E-964A-AFEF-6405FBFD8147}"/>
            </c:ext>
          </c:extLst>
        </c:ser>
        <c:ser>
          <c:idx val="1"/>
          <c:order val="1"/>
          <c:spPr>
            <a:solidFill>
              <a:srgbClr val="1AB0B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9E-964A-AFEF-6405FBFD8147}"/>
            </c:ext>
          </c:extLst>
        </c:ser>
        <c:ser>
          <c:idx val="2"/>
          <c:order val="2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A9E-964A-AFEF-6405FBFD81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9E-964A-AFEF-6405FBFD8147}"/>
            </c:ext>
          </c:extLst>
        </c:ser>
        <c:ser>
          <c:idx val="3"/>
          <c:order val="3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A9E-964A-AFEF-6405FBFD81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9E-964A-AFEF-6405FBFD8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82959023"/>
        <c:axId val="1"/>
      </c:barChart>
      <c:catAx>
        <c:axId val="15829590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1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829590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15.1</c:v>
                </c:pt>
                <c:pt idx="1">
                  <c:v>18.260000000000002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1-2647-9B3E-B1617C990251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9.5000000000000018</c:v>
                </c:pt>
                <c:pt idx="1">
                  <c:v>12.169999999999998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41-2647-9B3E-B1617C990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7997935"/>
        <c:axId val="1"/>
      </c:barChart>
      <c:catAx>
        <c:axId val="16579979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.4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79979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3.4</c:v>
                </c:pt>
                <c:pt idx="1">
                  <c:v>6</c:v>
                </c:pt>
                <c:pt idx="2">
                  <c:v>8.5</c:v>
                </c:pt>
                <c:pt idx="3">
                  <c:v>10.9</c:v>
                </c:pt>
                <c:pt idx="4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C6-D040-AF9F-F7E9FC14FA4F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6.1</c:v>
                </c:pt>
                <c:pt idx="1">
                  <c:v>4.0999999999999996</c:v>
                </c:pt>
                <c:pt idx="2">
                  <c:v>2.3000000000000007</c:v>
                </c:pt>
                <c:pt idx="3">
                  <c:v>0.5</c:v>
                </c:pt>
                <c:pt idx="4">
                  <c:v>0.59999999999999964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C6-D040-AF9F-F7E9FC14F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43756575"/>
        <c:axId val="1"/>
      </c:barChart>
      <c:catAx>
        <c:axId val="16437565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.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437565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5482625482625482"/>
          <c:y val="0.10036401456058243"/>
          <c:w val="0.49034749034749037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786-4775-A5D9-8F133D92400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0.98839285714285718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86-4775-A5D9-8F133D92400B}"/>
            </c:ext>
          </c:extLst>
        </c:ser>
        <c:ser>
          <c:idx val="1"/>
          <c:order val="1"/>
          <c:spPr>
            <a:solidFill>
              <a:srgbClr val="401260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0.10982142857142863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86-4775-A5D9-8F133D92400B}"/>
            </c:ext>
          </c:extLst>
        </c:ser>
        <c:ser>
          <c:idx val="2"/>
          <c:order val="2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0.10982142857142851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86-4775-A5D9-8F133D92400B}"/>
            </c:ext>
          </c:extLst>
        </c:ser>
        <c:ser>
          <c:idx val="3"/>
          <c:order val="3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786-4775-A5D9-8F133D92400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2.1964285714285716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86-4775-A5D9-8F133D9240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48358144"/>
        <c:axId val="1"/>
      </c:barChart>
      <c:catAx>
        <c:axId val="10483581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404464285714285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483581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673415724428083E-2"/>
          <c:y val="9.0567808540591266E-2"/>
          <c:w val="0.97265316855114381"/>
          <c:h val="0.8188643829188174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4040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046457062412013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7A-2A4E-A2C8-8301E1623528}"/>
                </c:ext>
              </c:extLst>
            </c:dLbl>
            <c:dLbl>
              <c:idx val="1"/>
              <c:layout>
                <c:manualLayout>
                  <c:x val="0"/>
                  <c:y val="-0.136555607695917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57A-2A4E-A2C8-8301E1623528}"/>
                </c:ext>
              </c:extLst>
            </c:dLbl>
            <c:dLbl>
              <c:idx val="2"/>
              <c:layout>
                <c:manualLayout>
                  <c:x val="0"/>
                  <c:y val="9.3852651337400278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57A-2A4E-A2C8-8301E1623528}"/>
                </c:ext>
              </c:extLst>
            </c:dLbl>
            <c:dLbl>
              <c:idx val="3"/>
              <c:layout>
                <c:manualLayout>
                  <c:x val="0"/>
                  <c:y val="1.407789770061004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57A-2A4E-A2C8-8301E1623528}"/>
                </c:ext>
              </c:extLst>
            </c:dLbl>
            <c:dLbl>
              <c:idx val="4"/>
              <c:layout>
                <c:manualLayout>
                  <c:x val="0"/>
                  <c:y val="9.3852651337400278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57A-2A4E-A2C8-8301E162352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2.56</c:v>
                </c:pt>
                <c:pt idx="1">
                  <c:v>3.84</c:v>
                </c:pt>
                <c:pt idx="2">
                  <c:v>5.9668531130462812</c:v>
                </c:pt>
                <c:pt idx="3">
                  <c:v>6.6372411284789816</c:v>
                </c:pt>
                <c:pt idx="4">
                  <c:v>7.2645678903551199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7A-2A4E-A2C8-8301E1623528}"/>
            </c:ext>
          </c:extLst>
        </c:ser>
        <c:ser>
          <c:idx val="1"/>
          <c:order val="1"/>
          <c:spPr>
            <a:solidFill>
              <a:srgbClr val="CBD0D7"/>
            </a:solidFill>
            <a:ln>
              <a:noFill/>
            </a:ln>
          </c:spPr>
          <c:invertIfNegative val="0"/>
          <c:dLbls>
            <c:dLbl>
              <c:idx val="3"/>
              <c:layout>
                <c:manualLayout>
                  <c:x val="0"/>
                  <c:y val="9.3852651337400278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57A-2A4E-A2C8-8301E1623528}"/>
                </c:ext>
              </c:extLst>
            </c:dLbl>
            <c:dLbl>
              <c:idx val="4"/>
              <c:layout>
                <c:manualLayout>
                  <c:x val="0"/>
                  <c:y val="1.407789770061004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57A-2A4E-A2C8-8301E162352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2">
                  <c:v>0.26062411030356269</c:v>
                </c:pt>
                <c:pt idx="3">
                  <c:v>3.4714995903518169</c:v>
                </c:pt>
                <c:pt idx="4">
                  <c:v>9.144426515501614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7A-2A4E-A2C8-8301E16235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15320704"/>
        <c:axId val="1"/>
      </c:barChart>
      <c:catAx>
        <c:axId val="18153207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40899440585673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153207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368194281237758E-2"/>
          <c:y val="0.27131782945736432"/>
          <c:w val="0.95926361143752448"/>
          <c:h val="0.5416666666666666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042635658914728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2C-4483-81B9-BA76EE4B13BB}"/>
                </c:ext>
              </c:extLst>
            </c:dLbl>
            <c:dLbl>
              <c:idx val="1"/>
              <c:layout>
                <c:manualLayout>
                  <c:x val="0"/>
                  <c:y val="-0.3207364341085271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2C-4483-81B9-BA76EE4B13BB}"/>
                </c:ext>
              </c:extLst>
            </c:dLbl>
            <c:dLbl>
              <c:idx val="2"/>
              <c:layout>
                <c:manualLayout>
                  <c:x val="0"/>
                  <c:y val="-0.3304263565891472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2C-4483-81B9-BA76EE4B13BB}"/>
                </c:ext>
              </c:extLst>
            </c:dLbl>
            <c:dLbl>
              <c:idx val="3"/>
              <c:layout>
                <c:manualLayout>
                  <c:x val="0"/>
                  <c:y val="-0.3468992248062015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2C-4483-81B9-BA76EE4B13BB}"/>
                </c:ext>
              </c:extLst>
            </c:dLbl>
            <c:dLbl>
              <c:idx val="4"/>
              <c:layout>
                <c:manualLayout>
                  <c:x val="0"/>
                  <c:y val="-0.3556201550387597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D2C-4483-81B9-BA76EE4B13B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2.6</c:v>
                </c:pt>
                <c:pt idx="1">
                  <c:v>2.8</c:v>
                </c:pt>
                <c:pt idx="2">
                  <c:v>2.9</c:v>
                </c:pt>
                <c:pt idx="3">
                  <c:v>3.1</c:v>
                </c:pt>
                <c:pt idx="4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2C-4483-81B9-BA76EE4B1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5282416"/>
        <c:axId val="1"/>
      </c:barChart>
      <c:catAx>
        <c:axId val="7152824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52824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368194281237758E-2"/>
          <c:y val="0.24911032028469751"/>
          <c:w val="0.95926361143752448"/>
          <c:h val="0.57918149466192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024911032028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8AE-478C-B6CB-AA3A58DD633F}"/>
                </c:ext>
              </c:extLst>
            </c:dLbl>
            <c:dLbl>
              <c:idx val="1"/>
              <c:layout>
                <c:manualLayout>
                  <c:x val="0"/>
                  <c:y val="-0.3149466192170818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8AE-478C-B6CB-AA3A58DD633F}"/>
                </c:ext>
              </c:extLst>
            </c:dLbl>
            <c:dLbl>
              <c:idx val="2"/>
              <c:layout>
                <c:manualLayout>
                  <c:x val="0"/>
                  <c:y val="-0.3354092526690391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8AE-478C-B6CB-AA3A58DD633F}"/>
                </c:ext>
              </c:extLst>
            </c:dLbl>
            <c:dLbl>
              <c:idx val="3"/>
              <c:layout>
                <c:manualLayout>
                  <c:x val="0"/>
                  <c:y val="-0.3540925266903914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8AE-478C-B6CB-AA3A58DD633F}"/>
                </c:ext>
              </c:extLst>
            </c:dLbl>
            <c:dLbl>
              <c:idx val="4"/>
              <c:layout>
                <c:manualLayout>
                  <c:x val="0"/>
                  <c:y val="-0.3674377224199288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8AE-478C-B6CB-AA3A58DD63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3.5</c:v>
                </c:pt>
                <c:pt idx="1">
                  <c:v>3.7</c:v>
                </c:pt>
                <c:pt idx="2">
                  <c:v>4</c:v>
                </c:pt>
                <c:pt idx="3">
                  <c:v>4.3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8AE-478C-B6CB-AA3A58DD63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86115472"/>
        <c:axId val="1"/>
      </c:barChart>
      <c:catAx>
        <c:axId val="19861154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861154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7358490566037736E-2"/>
          <c:y val="0.24221453287197231"/>
          <c:w val="0.80528301886792453"/>
          <c:h val="0.5908304498269896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0.3711072664359861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24B-4555-AC0A-0237E76AE3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0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4B-4555-AC0A-0237E76AE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05116976"/>
        <c:axId val="1"/>
      </c:barChart>
      <c:catAx>
        <c:axId val="20051169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0.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051169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212121212121207E-2"/>
          <c:y val="0.24013722126929674"/>
          <c:w val="0.80833333333333335"/>
          <c:h val="0.5943396226415094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0.3722126929674099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0AC-4530-9865-0F3F1ECD5DE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0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AC-4530-9865-0F3F1ECD5D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05136576"/>
        <c:axId val="1"/>
      </c:barChart>
      <c:catAx>
        <c:axId val="20051365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0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051365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E86B-A2A1-413C-9E02-B2C429D69F1B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8460D-3189-46E3-AEB6-C28D614B2E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95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819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226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777ADE-8F97-4820-99C6-85EA23B5AED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13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777ADE-8F97-4820-99C6-85EA23B5AED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51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0E3CB31-51C5-44EC-B832-4F5C770A4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205443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F7ABA-9207-F14B-ABD3-93944D691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171652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E5408C-4056-F34C-9874-98FB37FC1B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3363" y="692150"/>
            <a:ext cx="7489825" cy="5508625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tabLst/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 pitchFamily="2" charset="0"/>
              </a:defRPr>
            </a:lvl4pPr>
          </a:lstStyle>
          <a:p>
            <a:pPr lvl="0"/>
            <a:r>
              <a:rPr lang="ru-RU" dirty="0"/>
              <a:t>Раскройте содержание презентации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Нижний колонтитул 2">
            <a:extLst>
              <a:ext uri="{FF2B5EF4-FFF2-40B4-BE49-F238E27FC236}">
                <a16:creationId xmlns:a16="http://schemas.microsoft.com/office/drawing/2014/main" id="{3F11BB92-6739-9747-9A25-62A737177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0501EF-BF0D-7679-F1DB-31D80D9A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EE48913-3D68-4824-BCD7-34CA7D6C0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8591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02D26E4A-0B0F-A33D-01D9-CE78474194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12125" y="0"/>
            <a:ext cx="40798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F7ABA-9207-F14B-ABD3-93944D691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418666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ru-RU" dirty="0"/>
          </a:p>
        </p:txBody>
      </p:sp>
      <p:sp>
        <p:nvSpPr>
          <p:cNvPr id="5" name="Нижний колонтитул 2">
            <a:extLst>
              <a:ext uri="{FF2B5EF4-FFF2-40B4-BE49-F238E27FC236}">
                <a16:creationId xmlns:a16="http://schemas.microsoft.com/office/drawing/2014/main" id="{3F11BB92-6739-9747-9A25-62A737177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9495E1B3-84D7-FF87-D750-3CB105B890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800371"/>
            <a:ext cx="5418667" cy="3792355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tabLst/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 pitchFamily="2" charset="0"/>
              </a:defRPr>
            </a:lvl4pPr>
          </a:lstStyle>
          <a:p>
            <a:pPr lvl="0"/>
            <a:r>
              <a:rPr lang="ru-RU" dirty="0"/>
              <a:t>Раскройте содержание презентации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591EF6-C3D4-BEFF-159C-D3E49AC2F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9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2E05B426-79EC-CB71-7628-9221F7FF4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84A6275A-BE05-B121-E026-D4F1DF09D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844799"/>
            <a:ext cx="2687637" cy="2535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Рисунок 12">
            <a:extLst>
              <a:ext uri="{FF2B5EF4-FFF2-40B4-BE49-F238E27FC236}">
                <a16:creationId xmlns:a16="http://schemas.microsoft.com/office/drawing/2014/main" id="{B94135D2-4EB1-321E-2ECE-281C283BDB1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43363" y="0"/>
            <a:ext cx="8148637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0C45195-9C79-EC72-0FD9-88D9ABB07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6B26186-1AC8-419B-9E47-64890CD82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142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12">
            <a:extLst>
              <a:ext uri="{FF2B5EF4-FFF2-40B4-BE49-F238E27FC236}">
                <a16:creationId xmlns:a16="http://schemas.microsoft.com/office/drawing/2014/main" id="{B94135D2-4EB1-321E-2ECE-281C283BDB1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" y="0"/>
            <a:ext cx="4043362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2E05B426-79EC-CB71-7628-9221F7FF4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84A6275A-BE05-B121-E026-D4F1DF09D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844799"/>
            <a:ext cx="2687637" cy="26222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960E73-6F69-91A0-EC36-996959D9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95FE9CF-CEA4-4ACD-8CB7-94342F931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4800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C7141D29-68FB-141E-6203-601F7A7B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D25A303-E0C4-E19F-83A0-3C3CA897B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0A8CAB-8039-845D-9FAC-8A87A5894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6B49A5F-0928-4C83-AB80-0BAF62DB7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3182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sz="3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B3BADE-C232-0666-BB14-FED8C7EC4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1773F39-CE81-B4F8-B28D-CDF71A84C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09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C7141D29-68FB-141E-6203-601F7A7B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D25A303-E0C4-E19F-83A0-3C3CA897B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2196E9-84E9-464B-88C5-1A13678F9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7072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44C34BA-F094-3041-A38F-24178A9450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513" y="1773238"/>
            <a:ext cx="10861675" cy="39896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F4419-792A-8B49-AAC6-9EEE75A6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55738041-44B9-C64F-82DF-90E7BDAF6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C52395-A915-EF6E-D231-A429A7B9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065740A-C55C-4EEF-8200-335501718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32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468BC43-A0EA-2640-92C8-A83C3C0DB36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58813" y="1773238"/>
            <a:ext cx="10874375" cy="38407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37E7F-40AD-5149-98E4-38551143ED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C18D3D36-B394-FA4D-A40B-0FEB3D5AF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5445BF-8629-51AC-6510-814BD8389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98F24007-C44F-46C2-A701-F9268ABC2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2909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в 2 строки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3BEACB4-8163-3E40-BF64-24FF99F488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11901" y="692150"/>
            <a:ext cx="5208586" cy="5092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61399616-6E49-8E44-8C89-A3666C96B1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040889"/>
            <a:ext cx="5424487" cy="38205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3AF0A0D2-84CC-344E-B015-430C5FC9D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A971A-57C4-6343-8BDB-405151F309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418666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DE4BE1-01C8-FC71-3EAB-7900CBB2B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73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>
            <a:extLst>
              <a:ext uri="{FF2B5EF4-FFF2-40B4-BE49-F238E27FC236}">
                <a16:creationId xmlns:a16="http://schemas.microsoft.com/office/drawing/2014/main" id="{A9426BBD-A776-444D-B36C-4238DF4DCB3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77334" y="1773238"/>
            <a:ext cx="5317065" cy="41076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CB2A238B-52D5-314D-828E-2A8FE49A990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197604" y="1773238"/>
            <a:ext cx="5317062" cy="41076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14F15-239B-C248-A014-C6BD3EB2E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0" name="Нижний колонтитул 2">
            <a:extLst>
              <a:ext uri="{FF2B5EF4-FFF2-40B4-BE49-F238E27FC236}">
                <a16:creationId xmlns:a16="http://schemas.microsoft.com/office/drawing/2014/main" id="{9B37AD88-5570-DA46-8C1C-B8ED3572A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A04AF3-4CEB-25AE-7FED-05CA3184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48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">
            <a:extLst>
              <a:ext uri="{FF2B5EF4-FFF2-40B4-BE49-F238E27FC236}">
                <a16:creationId xmlns:a16="http://schemas.microsoft.com/office/drawing/2014/main" id="{2122BA3E-4A40-5E4B-BD71-5F8C8E5AA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692151"/>
            <a:ext cx="5437188" cy="55086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3DAE1-F094-1A41-AC85-CC27A7847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165527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FF5B35A-DAF3-3E4F-A984-4FE261073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561EC5-2F2D-8A13-EE54-565A2A650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F1C7447-B729-49D6-8FC0-6B8357A66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555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+ текст в 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>
            <a:extLst>
              <a:ext uri="{FF2B5EF4-FFF2-40B4-BE49-F238E27FC236}">
                <a16:creationId xmlns:a16="http://schemas.microsoft.com/office/drawing/2014/main" id="{CE65941D-C389-5B4D-A763-47A56D7D5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7334" y="1773238"/>
            <a:ext cx="5304365" cy="40179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2122BA3E-4A40-5E4B-BD71-5F8C8E5AA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8824" y="1773239"/>
            <a:ext cx="5304364" cy="40179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3DAE1-F094-1A41-AC85-CC27A7847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FF5B35A-DAF3-3E4F-A984-4FE261073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9C34B7-CB64-D586-63BC-6828E562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3E03E56-D248-4FAE-96C8-1E1FA6E7A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8910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фактои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D528D5E-3BE6-8334-3246-988128C558BE}"/>
              </a:ext>
            </a:extLst>
          </p:cNvPr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rgbClr val="EDF3FC"/>
          </a:solidFill>
        </p:grpSpPr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FE0ED83-FF49-42BF-ED94-843F6531B12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025B1CF-02BE-3F32-2389-A89AA12FA076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38409062-21BC-2632-4C07-D10806544C39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0807175-A027-A3BE-0DD7-DFD604AE9EC6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070CEFA-320B-6CC0-D0BD-1052AE615E7E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DE9AE618-0CF0-8CA8-2AF0-B274DC7466C7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ABFB45E-FF7A-42F6-94A2-6D8FE53C4268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CE8A6B2-B4AE-6D2F-8FF7-9AA9FE2E72DD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351D055-6FB2-85E0-A61D-3636EDA96D29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0D5F65EA-35A2-B99E-1980-2A71DE8EBC77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79537CE2-04DE-EA8F-C38D-5629A63BFC89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649715DF-B6FC-E811-F8B1-86471E68D8EC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6115344-8B09-B6A9-6FA0-E54242E23C37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285BDF54-418D-599A-114D-4CA8B8AA3960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B8E150A3-E9BE-CB1D-90A5-458408F27FCD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9FE6B2D3-BCC3-BE9C-07FD-4F17651861C5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577F7EB3-4BA2-C78B-7C8A-BA546B51BB69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3BB4A21A-19FD-D53C-C952-C1E96F096EC2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11B67161-9F7B-C40B-5283-948906C62C26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5B95E61C-8146-F54C-8830-8A6E0089DE72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" name="Текст 8">
            <a:extLst>
              <a:ext uri="{FF2B5EF4-FFF2-40B4-BE49-F238E27FC236}">
                <a16:creationId xmlns:a16="http://schemas.microsoft.com/office/drawing/2014/main" id="{138EA146-EFC4-BC46-B652-2B6E60138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ACBEC698-5D83-A94F-A145-EFF18FED9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106DC70-DE67-F141-BF3F-4BA1D1F1C1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2"/>
                </a:solidFill>
                <a:latin typeface="VK Sans Display Medium" pitchFamily="2" charset="0"/>
              </a:defRPr>
            </a:lvl1pPr>
            <a:lvl2pPr>
              <a:defRPr sz="18000">
                <a:latin typeface="TT Commons" pitchFamily="2" charset="-52"/>
              </a:defRPr>
            </a:lvl2pPr>
            <a:lvl3pPr>
              <a:defRPr sz="18000">
                <a:latin typeface="TT Commons" pitchFamily="2" charset="-52"/>
              </a:defRPr>
            </a:lvl3pPr>
            <a:lvl4pPr>
              <a:defRPr sz="18000">
                <a:latin typeface="TT Commons" pitchFamily="2" charset="-52"/>
              </a:defRPr>
            </a:lvl4pPr>
            <a:lvl5pPr>
              <a:defRPr sz="18000">
                <a:latin typeface="TT Commons" pitchFamily="2" charset="-52"/>
              </a:defRPr>
            </a:lvl5pPr>
          </a:lstStyle>
          <a:p>
            <a:pPr lvl="0"/>
            <a:r>
              <a:rPr lang="ru-RU" dirty="0"/>
              <a:t>70 МЛН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DB4E2F-7E48-A9F8-708B-31318EDBB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54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фактои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D528D5E-3BE6-8334-3246-988128C558BE}"/>
              </a:ext>
            </a:extLst>
          </p:cNvPr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chemeClr val="bg1"/>
          </a:solidFill>
        </p:grpSpPr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FE0ED83-FF49-42BF-ED94-843F6531B12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025B1CF-02BE-3F32-2389-A89AA12FA076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38409062-21BC-2632-4C07-D10806544C39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0807175-A027-A3BE-0DD7-DFD604AE9EC6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070CEFA-320B-6CC0-D0BD-1052AE615E7E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DE9AE618-0CF0-8CA8-2AF0-B274DC7466C7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ABFB45E-FF7A-42F6-94A2-6D8FE53C4268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CE8A6B2-B4AE-6D2F-8FF7-9AA9FE2E72DD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351D055-6FB2-85E0-A61D-3636EDA96D29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0D5F65EA-35A2-B99E-1980-2A71DE8EBC77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79537CE2-04DE-EA8F-C38D-5629A63BFC89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649715DF-B6FC-E811-F8B1-86471E68D8EC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6115344-8B09-B6A9-6FA0-E54242E23C37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285BDF54-418D-599A-114D-4CA8B8AA3960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B8E150A3-E9BE-CB1D-90A5-458408F27FCD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9FE6B2D3-BCC3-BE9C-07FD-4F17651861C5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577F7EB3-4BA2-C78B-7C8A-BA546B51BB69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3BB4A21A-19FD-D53C-C952-C1E96F096EC2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11B67161-9F7B-C40B-5283-948906C62C26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5B95E61C-8146-F54C-8830-8A6E0089DE72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" name="Текст 8">
            <a:extLst>
              <a:ext uri="{FF2B5EF4-FFF2-40B4-BE49-F238E27FC236}">
                <a16:creationId xmlns:a16="http://schemas.microsoft.com/office/drawing/2014/main" id="{138EA146-EFC4-BC46-B652-2B6E60138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ACBEC698-5D83-A94F-A145-EFF18FED9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106DC70-DE67-F141-BF3F-4BA1D1F1C1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1"/>
                </a:solidFill>
                <a:latin typeface="VK Sans Display Medium" pitchFamily="2" charset="0"/>
              </a:defRPr>
            </a:lvl1pPr>
            <a:lvl2pPr>
              <a:defRPr sz="18000">
                <a:latin typeface="TT Commons" pitchFamily="2" charset="-52"/>
              </a:defRPr>
            </a:lvl2pPr>
            <a:lvl3pPr>
              <a:defRPr sz="18000">
                <a:latin typeface="TT Commons" pitchFamily="2" charset="-52"/>
              </a:defRPr>
            </a:lvl3pPr>
            <a:lvl4pPr>
              <a:defRPr sz="18000">
                <a:latin typeface="TT Commons" pitchFamily="2" charset="-52"/>
              </a:defRPr>
            </a:lvl4pPr>
            <a:lvl5pPr>
              <a:defRPr sz="18000">
                <a:latin typeface="TT Commons" pitchFamily="2" charset="-52"/>
              </a:defRPr>
            </a:lvl5pPr>
          </a:lstStyle>
          <a:p>
            <a:pPr lvl="0"/>
            <a:r>
              <a:rPr lang="ru-RU" dirty="0"/>
              <a:t>70 МЛН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FCB01D-0BF1-4A6C-ED38-583F36A3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3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B944C61-111D-4A5C-A99C-DC3F4AB6485C}"/>
              </a:ext>
            </a:extLst>
          </p:cNvPr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rgbClr val="EDF3FC">
              <a:alpha val="99000"/>
            </a:srgbClr>
          </a:solidFill>
        </p:grpSpPr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0B067637-9874-1FA1-4501-61A76F355EC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E1D243BD-2069-7ED3-B8A5-F7A84EEB1700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506A11F-C5CC-8DDC-6226-744E6E60BA92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033D9057-2F57-64B7-15DD-9666E597DB67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6D3921C3-7297-8DCF-0C3E-0DCB67D959BD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8490FBE-966F-46B9-1599-CF793AD91701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4831897-0D13-E217-7659-2B7CE808BEB2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F0759491-F98B-C448-3521-5C355735A0AA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5A9B28C5-8B09-D2AB-06A5-66B7C9A47A96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F7219B22-52FB-CF1F-F679-7BFF82654205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03821265-B762-6815-826E-FD9EFAB99391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0E249282-5C8A-0C4E-EC84-0A22659E0301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D1E80D39-CB68-74B9-D47A-5F005A9751DA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5EE579C-CC55-DBCF-616C-185CB6D5F1D2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3FCA1AE8-F127-5A43-4CF1-D0DE90F78B83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8D94D3D2-F2D7-B183-223C-F40344AEF72F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24750039-8975-D385-3756-3958A017A17D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C0C0C657-D45F-159C-97D9-94BC1DC1667C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365A4A85-31AC-876C-1F08-17CE8FA3A3AB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948B54E4-B652-B875-B41E-C687159F521E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7" name="Текст 3">
            <a:extLst>
              <a:ext uri="{FF2B5EF4-FFF2-40B4-BE49-F238E27FC236}">
                <a16:creationId xmlns:a16="http://schemas.microsoft.com/office/drawing/2014/main" id="{F7EAD2F7-5211-8640-B7E3-216463581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2853" y="3878709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8" name="Текст 34">
            <a:extLst>
              <a:ext uri="{FF2B5EF4-FFF2-40B4-BE49-F238E27FC236}">
                <a16:creationId xmlns:a16="http://schemas.microsoft.com/office/drawing/2014/main" id="{275431F4-A8EB-C14C-8D63-F3CF1DEBF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852" y="5715426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7E3A65D9-9480-5442-AA8E-A0C6FD9124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1514" y="1045518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2" name="Текст 34">
            <a:extLst>
              <a:ext uri="{FF2B5EF4-FFF2-40B4-BE49-F238E27FC236}">
                <a16:creationId xmlns:a16="http://schemas.microsoft.com/office/drawing/2014/main" id="{50A7AAC4-BD42-4F48-B29C-562325155C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1513" y="2882235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0" name="Нижний колонтитул 2">
            <a:extLst>
              <a:ext uri="{FF2B5EF4-FFF2-40B4-BE49-F238E27FC236}">
                <a16:creationId xmlns:a16="http://schemas.microsoft.com/office/drawing/2014/main" id="{9FD49CA2-9CEC-FD4D-A162-B7A2D2E27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4331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">
            <a:extLst>
              <a:ext uri="{FF2B5EF4-FFF2-40B4-BE49-F238E27FC236}">
                <a16:creationId xmlns:a16="http://schemas.microsoft.com/office/drawing/2014/main" id="{598F9B43-B4FF-604A-856B-6F166A2798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1773239"/>
            <a:ext cx="5135728" cy="36414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99FF0FDE-D0C3-104B-96FD-AC1E14EC8D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— ключевая мысль слайда</a:t>
            </a:r>
          </a:p>
        </p:txBody>
      </p:sp>
      <p:sp>
        <p:nvSpPr>
          <p:cNvPr id="15" name="Нижний колонтитул 2">
            <a:extLst>
              <a:ext uri="{FF2B5EF4-FFF2-40B4-BE49-F238E27FC236}">
                <a16:creationId xmlns:a16="http://schemas.microsoft.com/office/drawing/2014/main" id="{01A28A39-3502-FF4D-9D08-FCEB0174D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75179072-2D34-6C4A-8FD4-F04D3A0FA4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9" name="Текст 34">
            <a:extLst>
              <a:ext uri="{FF2B5EF4-FFF2-40B4-BE49-F238E27FC236}">
                <a16:creationId xmlns:a16="http://schemas.microsoft.com/office/drawing/2014/main" id="{0BEFE399-95CA-7444-879C-F39DA5B8DF3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69E1489-AF9B-9B41-852A-0C747395A0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1" name="Текст 34">
            <a:extLst>
              <a:ext uri="{FF2B5EF4-FFF2-40B4-BE49-F238E27FC236}">
                <a16:creationId xmlns:a16="http://schemas.microsoft.com/office/drawing/2014/main" id="{55FDFEC3-4201-6A48-A41E-50C16F5CBF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F8B63AF-CE7D-5D2B-56E2-060DFE6E0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44150E5-0153-49E2-8BF9-F0B7B97B4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9504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ижний колонтитул 2">
            <a:extLst>
              <a:ext uri="{FF2B5EF4-FFF2-40B4-BE49-F238E27FC236}">
                <a16:creationId xmlns:a16="http://schemas.microsoft.com/office/drawing/2014/main" id="{CC560E50-F65F-D34C-9DA2-1AF7DACA0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9DE78278-6FD7-A541-8836-A712566C45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8" name="Текст 34">
            <a:extLst>
              <a:ext uri="{FF2B5EF4-FFF2-40B4-BE49-F238E27FC236}">
                <a16:creationId xmlns:a16="http://schemas.microsoft.com/office/drawing/2014/main" id="{A8CA0E34-8A10-A842-B668-29DECF37D3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E51FE869-5CD3-2643-B61B-81412402B7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0" name="Текст 34">
            <a:extLst>
              <a:ext uri="{FF2B5EF4-FFF2-40B4-BE49-F238E27FC236}">
                <a16:creationId xmlns:a16="http://schemas.microsoft.com/office/drawing/2014/main" id="{41B6C28E-C27C-E540-9FC3-68797F0F37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99C1330-4D5D-1C47-ACEE-9517C4FCB7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012" y="3864033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2" name="Текст 34">
            <a:extLst>
              <a:ext uri="{FF2B5EF4-FFF2-40B4-BE49-F238E27FC236}">
                <a16:creationId xmlns:a16="http://schemas.microsoft.com/office/drawing/2014/main" id="{308124FC-6D74-4744-83CB-B1D802B334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011" y="5058095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FF81206D-5CD2-F94C-910E-935B5F260B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8673" y="1773238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4" name="Текст 34">
            <a:extLst>
              <a:ext uri="{FF2B5EF4-FFF2-40B4-BE49-F238E27FC236}">
                <a16:creationId xmlns:a16="http://schemas.microsoft.com/office/drawing/2014/main" id="{D269ED19-FCBA-C046-93F1-0E630222B8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8673" y="2967300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0216441-1E85-4067-3772-0261B1F6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84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4">
            <a:extLst>
              <a:ext uri="{FF2B5EF4-FFF2-40B4-BE49-F238E27FC236}">
                <a16:creationId xmlns:a16="http://schemas.microsoft.com/office/drawing/2014/main" id="{66C8302A-BF65-0F4D-9B62-9520B49215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5018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18" name="Текст 34">
            <a:extLst>
              <a:ext uri="{FF2B5EF4-FFF2-40B4-BE49-F238E27FC236}">
                <a16:creationId xmlns:a16="http://schemas.microsoft.com/office/drawing/2014/main" id="{87F1DCF1-F07D-CA41-9067-50A97E91C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5017" y="1620441"/>
            <a:ext cx="2779200" cy="4985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4457AEB8-8272-6341-9E94-51663A50DD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8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1417%</a:t>
            </a:r>
          </a:p>
        </p:txBody>
      </p:sp>
      <p:sp>
        <p:nvSpPr>
          <p:cNvPr id="20" name="Текст 34">
            <a:extLst>
              <a:ext uri="{FF2B5EF4-FFF2-40B4-BE49-F238E27FC236}">
                <a16:creationId xmlns:a16="http://schemas.microsoft.com/office/drawing/2014/main" id="{E1BAAD02-4AA3-904C-8576-4CD382C405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017" y="3684008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CF677041-6CDF-624E-A657-517EB8DEADF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24464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22" name="Текст 34">
            <a:extLst>
              <a:ext uri="{FF2B5EF4-FFF2-40B4-BE49-F238E27FC236}">
                <a16:creationId xmlns:a16="http://schemas.microsoft.com/office/drawing/2014/main" id="{14B49514-DF4C-E24E-92C6-03A177997E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4463" y="1620442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257586B4-BDF0-2347-9674-C4578BF712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4465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698%</a:t>
            </a:r>
          </a:p>
        </p:txBody>
      </p:sp>
      <p:sp>
        <p:nvSpPr>
          <p:cNvPr id="24" name="Текст 34">
            <a:extLst>
              <a:ext uri="{FF2B5EF4-FFF2-40B4-BE49-F238E27FC236}">
                <a16:creationId xmlns:a16="http://schemas.microsoft.com/office/drawing/2014/main" id="{E25C2558-241E-2C49-9CEF-5C16B7CEF7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4463" y="3684008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2" name="Текст 34">
            <a:extLst>
              <a:ext uri="{FF2B5EF4-FFF2-40B4-BE49-F238E27FC236}">
                <a16:creationId xmlns:a16="http://schemas.microsoft.com/office/drawing/2014/main" id="{A49FD218-5350-2B4E-86CE-B6A63EEF2D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348" y="2495796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14" name="Нижний колонтитул 2">
            <a:extLst>
              <a:ext uri="{FF2B5EF4-FFF2-40B4-BE49-F238E27FC236}">
                <a16:creationId xmlns:a16="http://schemas.microsoft.com/office/drawing/2014/main" id="{A22F06EC-4FA5-3A40-AFD1-16BC39319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2F6104A-53A0-B043-9BB6-35D53B38E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87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9CC254A-EB37-9CDD-218B-F097DDFB9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39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4">
            <a:extLst>
              <a:ext uri="{FF2B5EF4-FFF2-40B4-BE49-F238E27FC236}">
                <a16:creationId xmlns:a16="http://schemas.microsoft.com/office/drawing/2014/main" id="{00831EC7-EA82-FD41-A9E0-A22A0E0153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5020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26" name="Текст 34">
            <a:extLst>
              <a:ext uri="{FF2B5EF4-FFF2-40B4-BE49-F238E27FC236}">
                <a16:creationId xmlns:a16="http://schemas.microsoft.com/office/drawing/2014/main" id="{E705B6C0-4359-034E-80DE-E3A2B83720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5020" y="145276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CCBD9900-17CC-E646-B050-F04823142E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75766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196%</a:t>
            </a:r>
          </a:p>
        </p:txBody>
      </p:sp>
      <p:sp>
        <p:nvSpPr>
          <p:cNvPr id="28" name="Текст 34">
            <a:extLst>
              <a:ext uri="{FF2B5EF4-FFF2-40B4-BE49-F238E27FC236}">
                <a16:creationId xmlns:a16="http://schemas.microsoft.com/office/drawing/2014/main" id="{B4E7C76A-A9B0-7143-96AA-177476A1F3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75766" y="145276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B4C54B2F-AB0D-B04C-8C8A-757F8656AB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45020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1811%</a:t>
            </a:r>
          </a:p>
        </p:txBody>
      </p:sp>
      <p:sp>
        <p:nvSpPr>
          <p:cNvPr id="30" name="Текст 34">
            <a:extLst>
              <a:ext uri="{FF2B5EF4-FFF2-40B4-BE49-F238E27FC236}">
                <a16:creationId xmlns:a16="http://schemas.microsoft.com/office/drawing/2014/main" id="{2BC3E87B-2691-A24F-A916-280AD4B103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45020" y="3128871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B3CA084A-762B-9B46-8B94-1927D613E6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5766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119%</a:t>
            </a:r>
          </a:p>
        </p:txBody>
      </p:sp>
      <p:sp>
        <p:nvSpPr>
          <p:cNvPr id="32" name="Текст 34">
            <a:extLst>
              <a:ext uri="{FF2B5EF4-FFF2-40B4-BE49-F238E27FC236}">
                <a16:creationId xmlns:a16="http://schemas.microsoft.com/office/drawing/2014/main" id="{B18B253A-C2DB-2349-909E-9DB4EE5513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766" y="3128872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DAADEFB6-10C9-1847-9389-F07457C019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5020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1412%</a:t>
            </a:r>
          </a:p>
        </p:txBody>
      </p:sp>
      <p:sp>
        <p:nvSpPr>
          <p:cNvPr id="34" name="Текст 34">
            <a:extLst>
              <a:ext uri="{FF2B5EF4-FFF2-40B4-BE49-F238E27FC236}">
                <a16:creationId xmlns:a16="http://schemas.microsoft.com/office/drawing/2014/main" id="{0CDAD404-030A-934A-8851-B3C6383A0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45020" y="480703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A223E09C-B85C-654E-95F0-69EDC2B290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75766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135%</a:t>
            </a:r>
          </a:p>
        </p:txBody>
      </p:sp>
      <p:sp>
        <p:nvSpPr>
          <p:cNvPr id="36" name="Текст 34">
            <a:extLst>
              <a:ext uri="{FF2B5EF4-FFF2-40B4-BE49-F238E27FC236}">
                <a16:creationId xmlns:a16="http://schemas.microsoft.com/office/drawing/2014/main" id="{95021F1D-C872-E641-951C-AEABDAD5D3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75766" y="480703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6" name="Текст 34">
            <a:extLst>
              <a:ext uri="{FF2B5EF4-FFF2-40B4-BE49-F238E27FC236}">
                <a16:creationId xmlns:a16="http://schemas.microsoft.com/office/drawing/2014/main" id="{04E00712-D90A-3A4F-82CA-46794E17AF9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513" y="2496201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D9DB7F6-938F-9749-B6D5-9F240B61A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172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21" name="Нижний колонтитул 2">
            <a:extLst>
              <a:ext uri="{FF2B5EF4-FFF2-40B4-BE49-F238E27FC236}">
                <a16:creationId xmlns:a16="http://schemas.microsoft.com/office/drawing/2014/main" id="{3B5EDCCD-9349-5E42-89F0-F5A1AE5D1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10ADB4-44FA-41E5-570C-87F05CA57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38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4">
            <a:extLst>
              <a:ext uri="{FF2B5EF4-FFF2-40B4-BE49-F238E27FC236}">
                <a16:creationId xmlns:a16="http://schemas.microsoft.com/office/drawing/2014/main" id="{F7C4007B-40AC-1540-83F9-30A6118277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297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1" name="Текст 34">
            <a:extLst>
              <a:ext uri="{FF2B5EF4-FFF2-40B4-BE49-F238E27FC236}">
                <a16:creationId xmlns:a16="http://schemas.microsoft.com/office/drawing/2014/main" id="{C27B8AE7-54C9-234E-BAE9-0EFF0EC46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297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1D622398-9BDF-CE47-A04B-4DB3D5B350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599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3" name="Текст 34">
            <a:extLst>
              <a:ext uri="{FF2B5EF4-FFF2-40B4-BE49-F238E27FC236}">
                <a16:creationId xmlns:a16="http://schemas.microsoft.com/office/drawing/2014/main" id="{13D9284D-37D3-C648-9A7F-042D63906E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9599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3EC23FA8-1F2B-BE43-A0CD-F5F53EDB40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338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5" name="Текст 34">
            <a:extLst>
              <a:ext uri="{FF2B5EF4-FFF2-40B4-BE49-F238E27FC236}">
                <a16:creationId xmlns:a16="http://schemas.microsoft.com/office/drawing/2014/main" id="{0F95475C-D35E-2E43-8C4D-C152B9F39B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45338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526E1EC0-5595-DE45-B19D-FD4A0774E9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973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24FA1F76-56BB-524E-8B52-CB0542379B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973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47B63853-5B25-9745-9967-BF249BF6A8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9966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E07865DA-C45F-424D-9846-0143E1BDAA7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9966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FC8E81BF-5327-5E4A-A8E7-E0A8B6C1FEB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5268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3" name="Текст 34">
            <a:extLst>
              <a:ext uri="{FF2B5EF4-FFF2-40B4-BE49-F238E27FC236}">
                <a16:creationId xmlns:a16="http://schemas.microsoft.com/office/drawing/2014/main" id="{BF75EB22-B195-874B-87C8-6277CE8CC1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5268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5D302B44-7A78-414C-931E-D858FFF88C2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4297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5" name="Текст 34">
            <a:extLst>
              <a:ext uri="{FF2B5EF4-FFF2-40B4-BE49-F238E27FC236}">
                <a16:creationId xmlns:a16="http://schemas.microsoft.com/office/drawing/2014/main" id="{D70533C3-E41E-4646-B1C6-CCAEC1E5DA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4297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FF9CB53E-DCF1-3043-B0BF-067932E126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9599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7" name="Текст 34">
            <a:extLst>
              <a:ext uri="{FF2B5EF4-FFF2-40B4-BE49-F238E27FC236}">
                <a16:creationId xmlns:a16="http://schemas.microsoft.com/office/drawing/2014/main" id="{F3B3C7F7-CD50-0345-B335-68D8AC6A3A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9599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3E773229-A9A5-984A-AF65-8228095701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5338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9" name="Текст 34">
            <a:extLst>
              <a:ext uri="{FF2B5EF4-FFF2-40B4-BE49-F238E27FC236}">
                <a16:creationId xmlns:a16="http://schemas.microsoft.com/office/drawing/2014/main" id="{5761D7E3-E47A-D84E-8EC2-47EB98A99FF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45338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9" name="Текст 34">
            <a:extLst>
              <a:ext uri="{FF2B5EF4-FFF2-40B4-BE49-F238E27FC236}">
                <a16:creationId xmlns:a16="http://schemas.microsoft.com/office/drawing/2014/main" id="{FADED89C-B30C-474F-9963-33B2361726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1513" y="2487267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719B10F6-AC59-6D43-AFFA-CBDD12D094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172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30" name="Нижний колонтитул 2">
            <a:extLst>
              <a:ext uri="{FF2B5EF4-FFF2-40B4-BE49-F238E27FC236}">
                <a16:creationId xmlns:a16="http://schemas.microsoft.com/office/drawing/2014/main" id="{6004F66E-69A1-984B-B186-DF7D3DB8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C55E77-194D-F280-7EB2-14C8F7829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47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4">
            <a:extLst>
              <a:ext uri="{FF2B5EF4-FFF2-40B4-BE49-F238E27FC236}">
                <a16:creationId xmlns:a16="http://schemas.microsoft.com/office/drawing/2014/main" id="{8CDA6E9D-D9FE-6440-B66F-B9CA59326A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513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29" name="Текст 34">
            <a:extLst>
              <a:ext uri="{FF2B5EF4-FFF2-40B4-BE49-F238E27FC236}">
                <a16:creationId xmlns:a16="http://schemas.microsoft.com/office/drawing/2014/main" id="{FE29BD04-EB1C-FA40-94AA-1B4AFCEB28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6E75009D-A8F7-1C44-A515-609AE4B2D6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3450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31" name="Текст 34">
            <a:extLst>
              <a:ext uri="{FF2B5EF4-FFF2-40B4-BE49-F238E27FC236}">
                <a16:creationId xmlns:a16="http://schemas.microsoft.com/office/drawing/2014/main" id="{21D10D7E-E911-4C44-9BCF-3E4A0D5A61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3450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DF029F45-879C-FF4A-8017-AE7377D480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5388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1431%</a:t>
            </a:r>
          </a:p>
        </p:txBody>
      </p:sp>
      <p:sp>
        <p:nvSpPr>
          <p:cNvPr id="33" name="Текст 34">
            <a:extLst>
              <a:ext uri="{FF2B5EF4-FFF2-40B4-BE49-F238E27FC236}">
                <a16:creationId xmlns:a16="http://schemas.microsoft.com/office/drawing/2014/main" id="{DB228E60-38E7-654A-84CC-EBFEF83E1D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5388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36F11711-DBC8-2247-9A38-4F5A190AB3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57326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479%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16FD6355-F454-2F4D-8268-578D2E7F8C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57326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8970462A-D5A2-9C42-B351-A822FC8BA1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1513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37" name="Текст 34">
            <a:extLst>
              <a:ext uri="{FF2B5EF4-FFF2-40B4-BE49-F238E27FC236}">
                <a16:creationId xmlns:a16="http://schemas.microsoft.com/office/drawing/2014/main" id="{6955A764-C93D-B340-8522-00D99B01C3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1513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3B6F0302-CC80-2440-8C53-216CE749CF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3450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52" name="Текст 34">
            <a:extLst>
              <a:ext uri="{FF2B5EF4-FFF2-40B4-BE49-F238E27FC236}">
                <a16:creationId xmlns:a16="http://schemas.microsoft.com/office/drawing/2014/main" id="{BEF6B95A-23EF-3B4F-B6D7-F144CE3857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3450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0D6EDB34-E0E2-FD49-A17E-141D03EDE5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5388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413%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41A889F-3944-AF4B-8D31-72E5B5402A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5388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B82E010C-AB8A-E54A-81F5-F69442D512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57326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379%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71EC8D80-9DDF-EC4E-B15A-A5681C7E03B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57326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0" name="Нижний колонтитул 2">
            <a:extLst>
              <a:ext uri="{FF2B5EF4-FFF2-40B4-BE49-F238E27FC236}">
                <a16:creationId xmlns:a16="http://schemas.microsoft.com/office/drawing/2014/main" id="{16461753-2BB8-6C4B-A147-F16A769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A45DE1E-3882-C345-89BF-8E02B93DC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68554" cy="628404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84AC4A-9A9E-F2C8-8A43-3EFFCCD3D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013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скриншот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6B939B2E-B6BB-D04B-8511-1F5FCBD358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692150"/>
            <a:ext cx="5437187" cy="50094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5D818D37-95CD-A54D-A873-58443763E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FE5B93B5-05A2-2544-8F22-44097F5E2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C9B590D-4781-8D49-93CD-C4866F0890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38031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7AEB9C-1B47-CA3A-B248-C62440F1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10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C33ADE9E-ECB7-1F4A-B46F-CAD9E158F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4" y="167981"/>
            <a:ext cx="4663017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C41E022A-C37A-A847-906F-26B820785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2008DFEA-A24A-E34D-83B0-932D8C25F8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36650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A14920-A056-2E08-C274-7FDE55757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31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C41E022A-C37A-A847-906F-26B820785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0171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2008DFEA-A24A-E34D-83B0-932D8C25F8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4351" y="2018599"/>
            <a:ext cx="4649786" cy="4182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03CEBCA-4989-2FB4-2A47-602F66DE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02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фото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7CF3EB50-A7E7-6C46-A2E6-243B308973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800" dirty="0">
                <a:latin typeface="VK Sans Display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Заголовок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4567ABE6-665B-9A42-BA9A-9F11583EB57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 dirty="0">
                <a:latin typeface="VK Sans Display" pitchFamily="2" charset="0"/>
              </a:defRPr>
            </a:lvl1pPr>
          </a:lstStyle>
          <a:p>
            <a:pPr lvl="0"/>
            <a:r>
              <a:rPr lang="ru-RU" dirty="0"/>
              <a:t>Кратко сформулируйте главную мысль</a:t>
            </a:r>
          </a:p>
        </p:txBody>
      </p:sp>
      <p:sp>
        <p:nvSpPr>
          <p:cNvPr id="8" name="Нижний колонтитул 2">
            <a:extLst>
              <a:ext uri="{FF2B5EF4-FFF2-40B4-BE49-F238E27FC236}">
                <a16:creationId xmlns:a16="http://schemas.microsoft.com/office/drawing/2014/main" id="{B1EB5948-9BFD-2F46-B73E-B5E2C7775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7AFCF1EF-72D2-5E40-B289-9BC8691CA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B1C268A2-11C7-314A-802D-ADB67A88E2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35344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39BD4C-0C9D-67F1-0E1C-1FF00889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98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в круж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608083" y="1773237"/>
            <a:ext cx="3156225" cy="3156225"/>
          </a:xfrm>
          <a:prstGeom prst="ellipse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7FE8B859-2299-5046-96BF-81805B7C8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0350" y="2201188"/>
            <a:ext cx="4891856" cy="10634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Напишите основную мысль</a:t>
            </a:r>
          </a:p>
        </p:txBody>
      </p:sp>
      <p:sp>
        <p:nvSpPr>
          <p:cNvPr id="9" name="Текст 34">
            <a:extLst>
              <a:ext uri="{FF2B5EF4-FFF2-40B4-BE49-F238E27FC236}">
                <a16:creationId xmlns:a16="http://schemas.microsoft.com/office/drawing/2014/main" id="{808739EF-D4B6-B847-B487-DF6967A6E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37598" y="3441164"/>
            <a:ext cx="4894515" cy="1172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 dirty="0">
                <a:latin typeface="VK Sans Display" pitchFamily="2" charset="0"/>
              </a:defRPr>
            </a:lvl1pPr>
            <a:lvl2pPr>
              <a:defRPr lang="ru-RU" dirty="0">
                <a:latin typeface="VK Sans Display" pitchFamily="2" charset="0"/>
              </a:defRPr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marL="228600" lvl="1" indent="-228600">
              <a:buClr>
                <a:schemeClr val="tx2"/>
              </a:buClr>
            </a:pPr>
            <a:r>
              <a:rPr lang="ru-RU" dirty="0"/>
              <a:t>Уровень 2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4850B24A-5604-CA43-BD24-FD32EA3B8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7C8781-8E98-6954-F30A-4DF13CDB8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76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сообщест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33">
            <a:extLst>
              <a:ext uri="{FF2B5EF4-FFF2-40B4-BE49-F238E27FC236}">
                <a16:creationId xmlns:a16="http://schemas.microsoft.com/office/drawing/2014/main" id="{BBAF255A-528F-DA45-AF05-D9145BE2537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49730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3" name="Рисунок 34">
            <a:extLst>
              <a:ext uri="{FF2B5EF4-FFF2-40B4-BE49-F238E27FC236}">
                <a16:creationId xmlns:a16="http://schemas.microsoft.com/office/drawing/2014/main" id="{1EDE53BF-9384-3F44-82B0-7B4197259CA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95062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4" name="Рисунок 36">
            <a:extLst>
              <a:ext uri="{FF2B5EF4-FFF2-40B4-BE49-F238E27FC236}">
                <a16:creationId xmlns:a16="http://schemas.microsoft.com/office/drawing/2014/main" id="{F503805D-CC61-4B4D-B49F-78197D7A20C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51119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5" name="Рисунок 37">
            <a:extLst>
              <a:ext uri="{FF2B5EF4-FFF2-40B4-BE49-F238E27FC236}">
                <a16:creationId xmlns:a16="http://schemas.microsoft.com/office/drawing/2014/main" id="{E93B7ABF-4CFB-FA42-9B9B-75CABB82988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112094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1" name="Рисунок 33">
            <a:extLst>
              <a:ext uri="{FF2B5EF4-FFF2-40B4-BE49-F238E27FC236}">
                <a16:creationId xmlns:a16="http://schemas.microsoft.com/office/drawing/2014/main" id="{7A427DD4-5B81-304C-919B-55BDBFB3D87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49730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2" name="Рисунок 34">
            <a:extLst>
              <a:ext uri="{FF2B5EF4-FFF2-40B4-BE49-F238E27FC236}">
                <a16:creationId xmlns:a16="http://schemas.microsoft.com/office/drawing/2014/main" id="{03E6AF83-D8AB-454C-B7B3-C87A5186172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95062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3" name="Рисунок 36">
            <a:extLst>
              <a:ext uri="{FF2B5EF4-FFF2-40B4-BE49-F238E27FC236}">
                <a16:creationId xmlns:a16="http://schemas.microsoft.com/office/drawing/2014/main" id="{13680196-7687-714E-8022-5F67BEF30A1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51119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4" name="Рисунок 37">
            <a:extLst>
              <a:ext uri="{FF2B5EF4-FFF2-40B4-BE49-F238E27FC236}">
                <a16:creationId xmlns:a16="http://schemas.microsoft.com/office/drawing/2014/main" id="{53AC095F-4507-4F45-9C37-54381333B0A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112094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5" name="Рисунок 33">
            <a:extLst>
              <a:ext uri="{FF2B5EF4-FFF2-40B4-BE49-F238E27FC236}">
                <a16:creationId xmlns:a16="http://schemas.microsoft.com/office/drawing/2014/main" id="{59D5525B-D102-F14E-8C3E-AD24F02476E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49730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6" name="Рисунок 34">
            <a:extLst>
              <a:ext uri="{FF2B5EF4-FFF2-40B4-BE49-F238E27FC236}">
                <a16:creationId xmlns:a16="http://schemas.microsoft.com/office/drawing/2014/main" id="{E67FE9E2-B71C-754D-A9E1-AFAF246534D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95062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7" name="Рисунок 36">
            <a:extLst>
              <a:ext uri="{FF2B5EF4-FFF2-40B4-BE49-F238E27FC236}">
                <a16:creationId xmlns:a16="http://schemas.microsoft.com/office/drawing/2014/main" id="{18086737-6CCB-9B45-A255-FAC9F39E7F3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51119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8" name="Рисунок 37">
            <a:extLst>
              <a:ext uri="{FF2B5EF4-FFF2-40B4-BE49-F238E27FC236}">
                <a16:creationId xmlns:a16="http://schemas.microsoft.com/office/drawing/2014/main" id="{678A69C8-A077-EF40-8F97-585A2980BEA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112094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9" name="Рисунок 33">
            <a:extLst>
              <a:ext uri="{FF2B5EF4-FFF2-40B4-BE49-F238E27FC236}">
                <a16:creationId xmlns:a16="http://schemas.microsoft.com/office/drawing/2014/main" id="{E51881C8-D566-D84E-B796-2173EC5D1AE4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349730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0" name="Рисунок 34">
            <a:extLst>
              <a:ext uri="{FF2B5EF4-FFF2-40B4-BE49-F238E27FC236}">
                <a16:creationId xmlns:a16="http://schemas.microsoft.com/office/drawing/2014/main" id="{0E1B4231-F022-9844-925D-6A061371AEE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95062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1" name="Рисунок 36">
            <a:extLst>
              <a:ext uri="{FF2B5EF4-FFF2-40B4-BE49-F238E27FC236}">
                <a16:creationId xmlns:a16="http://schemas.microsoft.com/office/drawing/2014/main" id="{BD94CEF0-B973-3D41-BB44-21762663155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51119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2" name="Рисунок 37">
            <a:extLst>
              <a:ext uri="{FF2B5EF4-FFF2-40B4-BE49-F238E27FC236}">
                <a16:creationId xmlns:a16="http://schemas.microsoft.com/office/drawing/2014/main" id="{1928F8B3-07EC-A04D-8249-008477FB2A1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0112094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1" name="Нижний колонтитул 2">
            <a:extLst>
              <a:ext uri="{FF2B5EF4-FFF2-40B4-BE49-F238E27FC236}">
                <a16:creationId xmlns:a16="http://schemas.microsoft.com/office/drawing/2014/main" id="{B5BF75A2-2D65-E947-9AA6-564933496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9" name="Заголовок 2">
            <a:extLst>
              <a:ext uri="{FF2B5EF4-FFF2-40B4-BE49-F238E27FC236}">
                <a16:creationId xmlns:a16="http://schemas.microsoft.com/office/drawing/2014/main" id="{6A07793F-F8F3-7A47-BBDB-26ADE0E1B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49"/>
            <a:ext cx="3366029" cy="170815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8EE0EA62-D1DB-197B-17C5-E0DE17E5C8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1513" y="2588866"/>
            <a:ext cx="3384000" cy="31664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6048E6-8A1D-B674-0E61-920A7AB4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76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6617A05-57B0-D444-8882-A7FCC5FC028A}"/>
              </a:ext>
            </a:extLst>
          </p:cNvPr>
          <p:cNvSpPr txBox="1"/>
          <p:nvPr/>
        </p:nvSpPr>
        <p:spPr>
          <a:xfrm>
            <a:off x="3013869" y="-1049149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r>
              <a:rPr lang="ru-RU" sz="28800" b="1" i="0" dirty="0">
                <a:solidFill>
                  <a:schemeClr val="bg1"/>
                </a:solidFill>
                <a:latin typeface="VK Sans Display DemiBold" pitchFamily="2" charset="0"/>
              </a:rPr>
              <a:t>«</a:t>
            </a:r>
          </a:p>
        </p:txBody>
      </p:sp>
      <p:sp>
        <p:nvSpPr>
          <p:cNvPr id="9" name="Текст 43">
            <a:extLst>
              <a:ext uri="{FF2B5EF4-FFF2-40B4-BE49-F238E27FC236}">
                <a16:creationId xmlns:a16="http://schemas.microsoft.com/office/drawing/2014/main" id="{9BE4D7FE-BCEB-8846-AABB-259936AF80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46702" y="711409"/>
            <a:ext cx="6199186" cy="10618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36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ru-RU" dirty="0"/>
              <a:t>Цитата: </a:t>
            </a:r>
            <a:br>
              <a:rPr lang="ru-RU" dirty="0"/>
            </a:br>
            <a:r>
              <a:rPr lang="ru-RU" dirty="0"/>
              <a:t>ключевая мысль</a:t>
            </a:r>
          </a:p>
        </p:txBody>
      </p:sp>
      <p:sp>
        <p:nvSpPr>
          <p:cNvPr id="11" name="Рисунок 33">
            <a:extLst>
              <a:ext uri="{FF2B5EF4-FFF2-40B4-BE49-F238E27FC236}">
                <a16:creationId xmlns:a16="http://schemas.microsoft.com/office/drawing/2014/main" id="{FBD9F727-FC09-AA44-B9B5-4ECE7511EC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71513" y="800101"/>
            <a:ext cx="3370771" cy="3371552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4" name="Name + Surname">
            <a:extLst>
              <a:ext uri="{FF2B5EF4-FFF2-40B4-BE49-F238E27FC236}">
                <a16:creationId xmlns:a16="http://schemas.microsoft.com/office/drawing/2014/main" id="{7F5F4B3E-5E28-5B42-8D95-CC4B33106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592" y="4580422"/>
            <a:ext cx="3372026" cy="8882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2400" dirty="0">
                <a:solidFill>
                  <a:schemeClr val="accent1"/>
                </a:solidFill>
                <a:latin typeface="VK Sans Display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Имя </a:t>
            </a:r>
            <a:br>
              <a:rPr lang="en-US" dirty="0"/>
            </a:br>
            <a:r>
              <a:rPr lang="ru-RU" dirty="0"/>
              <a:t>и фамилия</a:t>
            </a:r>
            <a:endParaRPr lang="en-US" dirty="0"/>
          </a:p>
        </p:txBody>
      </p:sp>
      <p:sp>
        <p:nvSpPr>
          <p:cNvPr id="16" name="Position">
            <a:extLst>
              <a:ext uri="{FF2B5EF4-FFF2-40B4-BE49-F238E27FC236}">
                <a16:creationId xmlns:a16="http://schemas.microsoft.com/office/drawing/2014/main" id="{448EE364-91E2-BC4B-A39F-EDB604B1AD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2592" y="5490169"/>
            <a:ext cx="3370771" cy="3872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defRPr lang="en-US" b="0" i="0" dirty="0">
                <a:latin typeface="VK Sans Display" pitchFamily="2" charset="0"/>
              </a:defRPr>
            </a:lvl1pPr>
          </a:lstStyle>
          <a:p>
            <a:pPr lvl="0"/>
            <a:r>
              <a:rPr lang="ru-RU" dirty="0"/>
              <a:t>Название должности</a:t>
            </a:r>
            <a:endParaRPr lang="en-US" dirty="0"/>
          </a:p>
        </p:txBody>
      </p:sp>
      <p:sp>
        <p:nvSpPr>
          <p:cNvPr id="17" name="Нижний колонтитул 2">
            <a:extLst>
              <a:ext uri="{FF2B5EF4-FFF2-40B4-BE49-F238E27FC236}">
                <a16:creationId xmlns:a16="http://schemas.microsoft.com/office/drawing/2014/main" id="{D07C4804-0BF7-6940-B206-CA538C7CA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B13ADDF8-13E5-2393-CF62-649B7B0A835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46702" y="2075229"/>
            <a:ext cx="6172706" cy="41255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BE992B-D47A-5BAF-61DF-869F28D92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94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без фото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3">
            <a:extLst>
              <a:ext uri="{FF2B5EF4-FFF2-40B4-BE49-F238E27FC236}">
                <a16:creationId xmlns:a16="http://schemas.microsoft.com/office/drawing/2014/main" id="{9BE4D7FE-BCEB-8846-AABB-259936AF80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ru-RU" sz="44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ru-RU" dirty="0"/>
              <a:t>Цитата: </a:t>
            </a:r>
            <a:br>
              <a:rPr lang="ru-RU" dirty="0"/>
            </a:br>
            <a:r>
              <a:rPr lang="ru-RU" dirty="0"/>
              <a:t>ключевая мысль</a:t>
            </a:r>
          </a:p>
        </p:txBody>
      </p:sp>
      <p:sp>
        <p:nvSpPr>
          <p:cNvPr id="14" name="Name + Surname">
            <a:extLst>
              <a:ext uri="{FF2B5EF4-FFF2-40B4-BE49-F238E27FC236}">
                <a16:creationId xmlns:a16="http://schemas.microsoft.com/office/drawing/2014/main" id="{7F5F4B3E-5E28-5B42-8D95-CC4B33106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2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Имя и фамилия</a:t>
            </a:r>
            <a:endParaRPr lang="en-US" dirty="0"/>
          </a:p>
        </p:txBody>
      </p:sp>
      <p:sp>
        <p:nvSpPr>
          <p:cNvPr id="15" name="Body Text">
            <a:extLst>
              <a:ext uri="{FF2B5EF4-FFF2-40B4-BE49-F238E27FC236}">
                <a16:creationId xmlns:a16="http://schemas.microsoft.com/office/drawing/2014/main" id="{652868F7-DC0A-7E43-AB22-D7A2C4D81E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lnSpc>
                <a:spcPct val="110000"/>
              </a:lnSpc>
              <a:buNone/>
              <a:defRPr sz="2400" b="0" i="0">
                <a:solidFill>
                  <a:schemeClr val="tx1"/>
                </a:solidFill>
                <a:latin typeface="+mj-lt"/>
              </a:defRPr>
            </a:lvl1pPr>
            <a:lvl2pPr marL="228600" indent="-228600">
              <a:lnSpc>
                <a:spcPct val="110000"/>
              </a:lnSpc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10000"/>
              </a:lnSpc>
              <a:defRPr sz="1800">
                <a:latin typeface="+mj-lt"/>
              </a:defRPr>
            </a:lvl3pPr>
          </a:lstStyle>
          <a:p>
            <a:pPr lvl="0"/>
            <a:r>
              <a:rPr lang="ru-RU" dirty="0"/>
              <a:t>Опишите кратко идеи, </a:t>
            </a:r>
            <a:br>
              <a:rPr lang="ru-RU" dirty="0"/>
            </a:br>
            <a:r>
              <a:rPr lang="ru-RU" dirty="0"/>
              <a:t>подтверждающие основную мысль слайда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49603D-3461-EE46-98B7-7067B67CBB22}"/>
              </a:ext>
            </a:extLst>
          </p:cNvPr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r>
              <a:rPr lang="ru-RU" sz="28800" b="1" i="0" dirty="0">
                <a:solidFill>
                  <a:schemeClr val="bg1"/>
                </a:solidFill>
                <a:latin typeface="VK Sans Display DemiBold" pitchFamily="2" charset="0"/>
              </a:rPr>
              <a:t>«</a:t>
            </a:r>
          </a:p>
        </p:txBody>
      </p:sp>
      <p:sp>
        <p:nvSpPr>
          <p:cNvPr id="17" name="Нижний колонтитул 2">
            <a:extLst>
              <a:ext uri="{FF2B5EF4-FFF2-40B4-BE49-F238E27FC236}">
                <a16:creationId xmlns:a16="http://schemas.microsoft.com/office/drawing/2014/main" id="{D07C4804-0BF7-6940-B206-CA538C7CA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D6C510E-AE66-EE5A-C94B-2A58C345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11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58813" y="1773239"/>
            <a:ext cx="10855852" cy="3784879"/>
          </a:xfrm>
          <a:prstGeom prst="rect">
            <a:avLst/>
          </a:prstGeom>
        </p:spPr>
        <p:txBody>
          <a:bodyPr/>
          <a:lstStyle>
            <a:lvl1pPr>
              <a:defRPr>
                <a:latin typeface="VK Sans Display" pitchFamily="2" charset="0"/>
              </a:defRPr>
            </a:lvl1pPr>
            <a:lvl2pPr>
              <a:defRPr>
                <a:latin typeface="VK Sans Display" pitchFamily="2" charset="0"/>
              </a:defRPr>
            </a:lvl2pPr>
            <a:lvl3pPr>
              <a:defRPr>
                <a:latin typeface="VK Sans Display" pitchFamily="2" charset="0"/>
              </a:defRPr>
            </a:lvl3pPr>
            <a:lvl4pPr>
              <a:defRPr>
                <a:latin typeface="VK Sans Display" pitchFamily="2" charset="0"/>
              </a:defRPr>
            </a:lvl4pPr>
            <a:lvl5pPr marL="941388" indent="-173038">
              <a:tabLst/>
              <a:defRPr sz="1050">
                <a:solidFill>
                  <a:schemeClr val="accent4">
                    <a:lumMod val="75000"/>
                  </a:schemeClr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3FFF04-BDA4-32C3-B08E-DE1EAC5F0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9298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03A0D21-4597-1C7A-528B-0A9FAE3ED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98EE02-8716-E862-48E1-95FEA17A6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61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B87E4-90D6-9BAC-BFAC-B2EB81265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" y="0"/>
            <a:ext cx="12192014" cy="685800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66F0FD-8F7A-EF59-DBA5-A5C23603A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5" name="Текст 14">
            <a:extLst>
              <a:ext uri="{FF2B5EF4-FFF2-40B4-BE49-F238E27FC236}">
                <a16:creationId xmlns:a16="http://schemas.microsoft.com/office/drawing/2014/main" id="{22EDDE09-3BCA-5BC6-2C3F-93F67DABF5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B2AFF821-CCED-792A-966E-E40B40900A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2" name="Заголовок 7">
            <a:extLst>
              <a:ext uri="{FF2B5EF4-FFF2-40B4-BE49-F238E27FC236}">
                <a16:creationId xmlns:a16="http://schemas.microsoft.com/office/drawing/2014/main" id="{ABCBB113-0E4C-189D-537E-756E534A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3424967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66F0FD-8F7A-EF59-DBA5-A5C23603A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7E4EEC1A-7BEC-ACA3-6792-58E9596DB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три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22EDDE09-3BCA-5BC6-2C3F-93F67DABF5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B2AFF821-CCED-792A-966E-E40B40900A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0319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EE1A035-5595-0B4B-D708-3A0DAA44FF8C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5BCE5DC4-B704-8633-88F9-1E2B58A53CF6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A8B6701-9B6D-E0B7-6CD9-EEF9B37283AE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E926FF1E-F9AF-0DF1-7E7C-3A7AD14ADFCB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BD06CA-6E17-AC66-33CC-0FC3EB3E8A67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41CB05B-C993-B53E-EC88-B6B03F5E2CAA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F8DD155C-D7E6-BAEE-EFD1-D60E801B7F58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B3C41D1-D082-E341-2C17-EFC0F406384E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8401FF3-DB95-EA08-8B73-06291BE2826C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1E09453-A0CD-E3C1-6FC8-EAE8DEA7BE17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464170D0-22D4-2DC4-30BD-559BD657C257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452814B-CC19-B17A-9E31-EA3C5BAADBA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87ED01C-8EBD-CE7C-C35B-B624EB8AA992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D98FB32-DFDA-2E2E-9FBA-81579DDAD389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94829BC2-0454-323F-170A-8C4F07EB3BE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705A3FE-46B4-5AC7-8ECA-326F05D85BFD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D88A46A0-DABF-F1E3-7C47-5C34201D166C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063F523-EB83-A451-7BD2-8C6F47515280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FCF304DB-1904-9C59-C217-A8ACBD4C96F0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0BAA61D-8A49-8782-BB8F-0C1C288AE966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32B624E4-9C87-602D-D412-83070AE17276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929C8F71-DF52-F8DE-08B0-85ACDBECF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A7CECB0-510A-FD68-3071-6BBE4975D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26" name="Текст 14">
            <a:extLst>
              <a:ext uri="{FF2B5EF4-FFF2-40B4-BE49-F238E27FC236}">
                <a16:creationId xmlns:a16="http://schemas.microsoft.com/office/drawing/2014/main" id="{563E8BBD-DA00-696C-3B4C-D5AEE58B50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2898" y="2791115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4180300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1E23E213-F6A6-4BB2-09FD-05B4B70FC8F1}"/>
              </a:ext>
            </a:extLst>
          </p:cNvPr>
          <p:cNvGrpSpPr/>
          <p:nvPr/>
        </p:nvGrpSpPr>
        <p:grpSpPr>
          <a:xfrm>
            <a:off x="6449857" y="4114787"/>
            <a:ext cx="5680147" cy="2743207"/>
            <a:chOff x="6449857" y="4114787"/>
            <a:chExt cx="5680147" cy="2743207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020BF528-3D4E-617D-3340-D66E68A0E360}"/>
                </a:ext>
              </a:extLst>
            </p:cNvPr>
            <p:cNvSpPr/>
            <p:nvPr userDrawn="1"/>
          </p:nvSpPr>
          <p:spPr>
            <a:xfrm>
              <a:off x="6449857" y="4114787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71C2CA29-4C5A-19DE-2507-62D38427FF22}"/>
                </a:ext>
              </a:extLst>
            </p:cNvPr>
            <p:cNvSpPr/>
            <p:nvPr userDrawn="1"/>
          </p:nvSpPr>
          <p:spPr>
            <a:xfrm>
              <a:off x="7989075" y="4114787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C0AFFFFB-A965-7370-7FB2-6E68DC903D7F}"/>
                </a:ext>
              </a:extLst>
            </p:cNvPr>
            <p:cNvSpPr/>
            <p:nvPr userDrawn="1"/>
          </p:nvSpPr>
          <p:spPr>
            <a:xfrm>
              <a:off x="9528262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B68C26F2-3755-8709-6985-4ED139DA6D24}"/>
                </a:ext>
              </a:extLst>
            </p:cNvPr>
            <p:cNvSpPr/>
            <p:nvPr userDrawn="1"/>
          </p:nvSpPr>
          <p:spPr>
            <a:xfrm>
              <a:off x="11067506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02390F0A-F0E3-8381-A8CF-E70FCA784B37}"/>
                </a:ext>
              </a:extLst>
            </p:cNvPr>
            <p:cNvSpPr/>
            <p:nvPr userDrawn="1"/>
          </p:nvSpPr>
          <p:spPr>
            <a:xfrm>
              <a:off x="6449857" y="5486399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18230702-2BFC-5086-6811-6333EBC58F85}"/>
                </a:ext>
              </a:extLst>
            </p:cNvPr>
            <p:cNvSpPr/>
            <p:nvPr userDrawn="1"/>
          </p:nvSpPr>
          <p:spPr>
            <a:xfrm>
              <a:off x="7989075" y="5486399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350F1972-73C5-F58F-4031-E27270B73997}"/>
                </a:ext>
              </a:extLst>
            </p:cNvPr>
            <p:cNvSpPr/>
            <p:nvPr userDrawn="1"/>
          </p:nvSpPr>
          <p:spPr>
            <a:xfrm>
              <a:off x="9528262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198F0F72-4364-134B-36E5-E7F8BA7500F1}"/>
                </a:ext>
              </a:extLst>
            </p:cNvPr>
            <p:cNvSpPr/>
            <p:nvPr userDrawn="1"/>
          </p:nvSpPr>
          <p:spPr>
            <a:xfrm>
              <a:off x="11067506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929C8F71-DF52-F8DE-08B0-85ACDBECF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308916E-0B42-A871-D32A-BB16CCA45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894" y="724806"/>
            <a:ext cx="2704194" cy="270419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A7CECB0-510A-FD68-3071-6BBE4975D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42" name="Текст 14">
            <a:extLst>
              <a:ext uri="{FF2B5EF4-FFF2-40B4-BE49-F238E27FC236}">
                <a16:creationId xmlns:a16="http://schemas.microsoft.com/office/drawing/2014/main" id="{0D6A4334-DBEA-1D48-75F0-3E6B3A7E9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898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43" name="Текст 14">
            <a:extLst>
              <a:ext uri="{FF2B5EF4-FFF2-40B4-BE49-F238E27FC236}">
                <a16:creationId xmlns:a16="http://schemas.microsoft.com/office/drawing/2014/main" id="{FB6D74DD-5804-7E0D-BC8B-A51AB7CF66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6846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1103821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F2549146-ADDF-181C-90E9-F3AC76E6DB7D}"/>
              </a:ext>
            </a:extLst>
          </p:cNvPr>
          <p:cNvGrpSpPr/>
          <p:nvPr/>
        </p:nvGrpSpPr>
        <p:grpSpPr>
          <a:xfrm>
            <a:off x="6449857" y="4114787"/>
            <a:ext cx="5680147" cy="2743207"/>
            <a:chOff x="6449857" y="4114787"/>
            <a:chExt cx="5680147" cy="2743207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634C8469-E8F8-DDED-FDAD-3FD27A8929EA}"/>
                </a:ext>
              </a:extLst>
            </p:cNvPr>
            <p:cNvSpPr/>
            <p:nvPr userDrawn="1"/>
          </p:nvSpPr>
          <p:spPr>
            <a:xfrm>
              <a:off x="6449857" y="4114787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99BB8C34-777D-D3AC-EF69-308A543E6B89}"/>
                </a:ext>
              </a:extLst>
            </p:cNvPr>
            <p:cNvSpPr/>
            <p:nvPr userDrawn="1"/>
          </p:nvSpPr>
          <p:spPr>
            <a:xfrm>
              <a:off x="7989075" y="4114787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AC57EEF3-4F2B-63F7-5FE3-E8CF36DA241D}"/>
                </a:ext>
              </a:extLst>
            </p:cNvPr>
            <p:cNvSpPr/>
            <p:nvPr userDrawn="1"/>
          </p:nvSpPr>
          <p:spPr>
            <a:xfrm>
              <a:off x="9528262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0561A387-EE6D-18FF-7DE1-B2CC8F470052}"/>
                </a:ext>
              </a:extLst>
            </p:cNvPr>
            <p:cNvSpPr/>
            <p:nvPr userDrawn="1"/>
          </p:nvSpPr>
          <p:spPr>
            <a:xfrm>
              <a:off x="11067506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24A4F313-E546-1B56-4885-0F7DA760CA91}"/>
                </a:ext>
              </a:extLst>
            </p:cNvPr>
            <p:cNvSpPr/>
            <p:nvPr userDrawn="1"/>
          </p:nvSpPr>
          <p:spPr>
            <a:xfrm>
              <a:off x="6449857" y="5486399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8FFA7D15-30BF-F789-1209-49C35B38FC52}"/>
                </a:ext>
              </a:extLst>
            </p:cNvPr>
            <p:cNvSpPr/>
            <p:nvPr userDrawn="1"/>
          </p:nvSpPr>
          <p:spPr>
            <a:xfrm>
              <a:off x="7989075" y="5486399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8422063C-7DAA-3198-5639-471255E30A3B}"/>
                </a:ext>
              </a:extLst>
            </p:cNvPr>
            <p:cNvSpPr/>
            <p:nvPr userDrawn="1"/>
          </p:nvSpPr>
          <p:spPr>
            <a:xfrm>
              <a:off x="9528262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02098DD5-F170-1BD1-A2B3-021EE8EC353F}"/>
                </a:ext>
              </a:extLst>
            </p:cNvPr>
            <p:cNvSpPr/>
            <p:nvPr userDrawn="1"/>
          </p:nvSpPr>
          <p:spPr>
            <a:xfrm>
              <a:off x="11067506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929C8F71-DF52-F8DE-08B0-85ACDBECF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A7CECB0-510A-FD68-3071-6BBE4975D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38" name="Текст 14">
            <a:extLst>
              <a:ext uri="{FF2B5EF4-FFF2-40B4-BE49-F238E27FC236}">
                <a16:creationId xmlns:a16="http://schemas.microsoft.com/office/drawing/2014/main" id="{AF8EFD07-0E4E-AB7E-246D-F9DF818BBD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898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39" name="Текст 14">
            <a:extLst>
              <a:ext uri="{FF2B5EF4-FFF2-40B4-BE49-F238E27FC236}">
                <a16:creationId xmlns:a16="http://schemas.microsoft.com/office/drawing/2014/main" id="{7A41CEDF-2439-FD5B-F045-B2B82099C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6846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151BCF1-1408-3FD9-2A28-360B0A2F52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0794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41984071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5BA2BE-D08C-B882-058E-590688C450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910"/>
          <a:stretch/>
        </p:blipFill>
        <p:spPr>
          <a:xfrm>
            <a:off x="2350640" y="-9819"/>
            <a:ext cx="9837444" cy="6858008"/>
          </a:xfrm>
          <a:prstGeom prst="rect">
            <a:avLst/>
          </a:prstGeom>
        </p:spPr>
      </p:pic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BBF107-1AB3-7870-01A9-8BB5C1CF1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7" y="692150"/>
            <a:ext cx="1717199" cy="540000"/>
          </a:xfrm>
          <a:prstGeom prst="rect">
            <a:avLst/>
          </a:prstGeom>
        </p:spPr>
      </p:pic>
      <p:sp>
        <p:nvSpPr>
          <p:cNvPr id="3" name="Текст 14">
            <a:extLst>
              <a:ext uri="{FF2B5EF4-FFF2-40B4-BE49-F238E27FC236}">
                <a16:creationId xmlns:a16="http://schemas.microsoft.com/office/drawing/2014/main" id="{CCD21C96-C10B-A3FC-FC50-C37B295513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9081CF51-E2AC-BDA5-7320-2207CC82EA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tx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57A6BA1C-30AF-D912-D34B-A043DA110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288088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EE1A035-5595-0B4B-D708-3A0DAA44FF8C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5BCE5DC4-B704-8633-88F9-1E2B58A53CF6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A8B6701-9B6D-E0B7-6CD9-EEF9B37283AE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E926FF1E-F9AF-0DF1-7E7C-3A7AD14ADFCB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BD06CA-6E17-AC66-33CC-0FC3EB3E8A67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41CB05B-C993-B53E-EC88-B6B03F5E2CAA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F8DD155C-D7E6-BAEE-EFD1-D60E801B7F58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B3C41D1-D082-E341-2C17-EFC0F406384E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8401FF3-DB95-EA08-8B73-06291BE2826C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1E09453-A0CD-E3C1-6FC8-EAE8DEA7BE17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464170D0-22D4-2DC4-30BD-559BD657C257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452814B-CC19-B17A-9E31-EA3C5BAADBA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87ED01C-8EBD-CE7C-C35B-B624EB8AA992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D98FB32-DFDA-2E2E-9FBA-81579DDAD389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94829BC2-0454-323F-170A-8C4F07EB3BE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705A3FE-46B4-5AC7-8ECA-326F05D85BFD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D88A46A0-DABF-F1E3-7C47-5C34201D166C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063F523-EB83-A451-7BD2-8C6F47515280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FCF304DB-1904-9C59-C217-A8ACBD4C96F0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0BAA61D-8A49-8782-BB8F-0C1C288AE966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32B624E4-9C87-602D-D412-83070AE17276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3" name="Заголовок 7">
            <a:extLst>
              <a:ext uri="{FF2B5EF4-FFF2-40B4-BE49-F238E27FC236}">
                <a16:creationId xmlns:a16="http://schemas.microsoft.com/office/drawing/2014/main" id="{9267FCC3-0D4A-43E2-94F9-68387EC121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2CED214-ECA6-CBA7-F46C-4378CA491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894" y="724806"/>
            <a:ext cx="2704193" cy="270419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D677CB5-B7CC-75C4-E0F0-89B52EAE9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7" y="692150"/>
            <a:ext cx="171719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31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2621BAE2-07D9-514A-9985-E8FEC1442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FC759CC-1CE0-0ECB-636A-38777513651B}"/>
              </a:ext>
            </a:extLst>
          </p:cNvPr>
          <p:cNvGrpSpPr/>
          <p:nvPr/>
        </p:nvGrpSpPr>
        <p:grpSpPr>
          <a:xfrm>
            <a:off x="7066328" y="0"/>
            <a:ext cx="5103281" cy="6858000"/>
            <a:chOff x="13297154" y="-2797570"/>
            <a:chExt cx="2934215" cy="3943120"/>
          </a:xfrm>
          <a:solidFill>
            <a:srgbClr val="21212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D17D0AE3-958C-123B-A53F-7A6B906FB52D}"/>
                </a:ext>
              </a:extLst>
            </p:cNvPr>
            <p:cNvSpPr/>
            <p:nvPr/>
          </p:nvSpPr>
          <p:spPr>
            <a:xfrm>
              <a:off x="13297154" y="-2797533"/>
              <a:ext cx="856878" cy="985643"/>
            </a:xfrm>
            <a:custGeom>
              <a:avLst/>
              <a:gdLst>
                <a:gd name="connsiteX0" fmla="*/ 590265 w 856878"/>
                <a:gd name="connsiteY0" fmla="*/ 0 h 985643"/>
                <a:gd name="connsiteX1" fmla="*/ 0 w 856878"/>
                <a:gd name="connsiteY1" fmla="*/ 985644 h 985643"/>
                <a:gd name="connsiteX2" fmla="*/ 383751 w 856878"/>
                <a:gd name="connsiteY2" fmla="*/ 985644 h 985643"/>
                <a:gd name="connsiteX3" fmla="*/ 856879 w 856878"/>
                <a:gd name="connsiteY3" fmla="*/ 0 h 985643"/>
                <a:gd name="connsiteX4" fmla="*/ 590265 w 856878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3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F0734BE0-81FD-8C4B-0101-377442737582}"/>
                </a:ext>
              </a:extLst>
            </p:cNvPr>
            <p:cNvSpPr/>
            <p:nvPr/>
          </p:nvSpPr>
          <p:spPr>
            <a:xfrm>
              <a:off x="13297154" y="-1811708"/>
              <a:ext cx="856878" cy="985645"/>
            </a:xfrm>
            <a:custGeom>
              <a:avLst/>
              <a:gdLst>
                <a:gd name="connsiteX0" fmla="*/ 590265 w 856878"/>
                <a:gd name="connsiteY0" fmla="*/ 0 h 985645"/>
                <a:gd name="connsiteX1" fmla="*/ 0 w 856878"/>
                <a:gd name="connsiteY1" fmla="*/ 985645 h 985645"/>
                <a:gd name="connsiteX2" fmla="*/ 383751 w 856878"/>
                <a:gd name="connsiteY2" fmla="*/ 985645 h 985645"/>
                <a:gd name="connsiteX3" fmla="*/ 856879 w 856878"/>
                <a:gd name="connsiteY3" fmla="*/ 0 h 985645"/>
                <a:gd name="connsiteX4" fmla="*/ 590265 w 856878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5C015D-07E9-6E0E-424E-8A6EC657052B}"/>
                </a:ext>
              </a:extLst>
            </p:cNvPr>
            <p:cNvSpPr/>
            <p:nvPr/>
          </p:nvSpPr>
          <p:spPr>
            <a:xfrm>
              <a:off x="13297154" y="-826063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0BB360F9-EB72-8467-9F42-AA0DDC5E06B9}"/>
                </a:ext>
              </a:extLst>
            </p:cNvPr>
            <p:cNvSpPr/>
            <p:nvPr/>
          </p:nvSpPr>
          <p:spPr>
            <a:xfrm>
              <a:off x="13297154" y="159905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779A6DCE-7A59-8A3F-08BB-977B01AE7AD4}"/>
                </a:ext>
              </a:extLst>
            </p:cNvPr>
            <p:cNvSpPr/>
            <p:nvPr/>
          </p:nvSpPr>
          <p:spPr>
            <a:xfrm>
              <a:off x="14335846" y="-2797533"/>
              <a:ext cx="856883" cy="985643"/>
            </a:xfrm>
            <a:custGeom>
              <a:avLst/>
              <a:gdLst>
                <a:gd name="connsiteX0" fmla="*/ 590270 w 856883"/>
                <a:gd name="connsiteY0" fmla="*/ 0 h 985643"/>
                <a:gd name="connsiteX1" fmla="*/ 0 w 856883"/>
                <a:gd name="connsiteY1" fmla="*/ 985644 h 985643"/>
                <a:gd name="connsiteX2" fmla="*/ 383749 w 856883"/>
                <a:gd name="connsiteY2" fmla="*/ 985644 h 985643"/>
                <a:gd name="connsiteX3" fmla="*/ 856884 w 856883"/>
                <a:gd name="connsiteY3" fmla="*/ 0 h 985643"/>
                <a:gd name="connsiteX4" fmla="*/ 590270 w 856883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3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647A1106-8386-ED87-884F-0E9354468C66}"/>
                </a:ext>
              </a:extLst>
            </p:cNvPr>
            <p:cNvSpPr/>
            <p:nvPr/>
          </p:nvSpPr>
          <p:spPr>
            <a:xfrm>
              <a:off x="15374486" y="-2797570"/>
              <a:ext cx="856883" cy="985642"/>
            </a:xfrm>
            <a:custGeom>
              <a:avLst/>
              <a:gdLst>
                <a:gd name="connsiteX0" fmla="*/ 590270 w 856883"/>
                <a:gd name="connsiteY0" fmla="*/ 0 h 985642"/>
                <a:gd name="connsiteX1" fmla="*/ 0 w 856883"/>
                <a:gd name="connsiteY1" fmla="*/ 985643 h 985642"/>
                <a:gd name="connsiteX2" fmla="*/ 383749 w 856883"/>
                <a:gd name="connsiteY2" fmla="*/ 985643 h 985642"/>
                <a:gd name="connsiteX3" fmla="*/ 856884 w 856883"/>
                <a:gd name="connsiteY3" fmla="*/ 0 h 985642"/>
                <a:gd name="connsiteX4" fmla="*/ 590270 w 856883"/>
                <a:gd name="connsiteY4" fmla="*/ 0 h 98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2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BDF03F3E-E2F6-4655-E0EF-610A0072FAAD}"/>
                </a:ext>
              </a:extLst>
            </p:cNvPr>
            <p:cNvSpPr/>
            <p:nvPr/>
          </p:nvSpPr>
          <p:spPr>
            <a:xfrm>
              <a:off x="14335846" y="-1811708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BC053A9-C450-AD66-4705-2AF55E068E0F}"/>
                </a:ext>
              </a:extLst>
            </p:cNvPr>
            <p:cNvSpPr/>
            <p:nvPr/>
          </p:nvSpPr>
          <p:spPr>
            <a:xfrm>
              <a:off x="14335846" y="-826063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6E0A2298-A2C1-9939-4A29-752A155C0261}"/>
                </a:ext>
              </a:extLst>
            </p:cNvPr>
            <p:cNvSpPr/>
            <p:nvPr/>
          </p:nvSpPr>
          <p:spPr>
            <a:xfrm>
              <a:off x="15374486" y="-1811746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2D186331-0182-91B0-5F6F-4AA869F17769}"/>
                </a:ext>
              </a:extLst>
            </p:cNvPr>
            <p:cNvSpPr/>
            <p:nvPr/>
          </p:nvSpPr>
          <p:spPr>
            <a:xfrm>
              <a:off x="15374486" y="-826101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00098B1-BC5A-4B0D-0403-3623AC36751A}"/>
                </a:ext>
              </a:extLst>
            </p:cNvPr>
            <p:cNvSpPr/>
            <p:nvPr/>
          </p:nvSpPr>
          <p:spPr>
            <a:xfrm>
              <a:off x="14335846" y="159905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709825CD-E651-0DE1-D1D4-73D0BA47A38B}"/>
                </a:ext>
              </a:extLst>
            </p:cNvPr>
            <p:cNvSpPr/>
            <p:nvPr/>
          </p:nvSpPr>
          <p:spPr>
            <a:xfrm>
              <a:off x="15374486" y="159867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963448-1EF6-86C1-844D-61D2414B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27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ина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EAAA1846-DB51-9F71-5DBA-65CE4E39B084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5BD43D21-AF8B-49D9-DBFD-7824F052CB74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FBABE542-FC27-6851-D07B-003F396EA847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6472F141-742B-4001-AD41-1F8CFF199C14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8E6F12B1-C315-569D-C0B3-0708779FD822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FB738A3C-761C-B097-98E1-A7E9DDD8B4D6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71D936DD-3D0F-D3A7-71C4-6044ADB18AE6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DCF1DB48-93FD-4C30-E0BA-1C610FCAF9E7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D6A3D5F-585D-54EA-C4C4-931388F3DA76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1A5CA469-2BF5-5F2D-2C1E-2F659D1859B3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80320DF7-16FB-BB6B-CB55-F79A13C8E78D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B977905C-2899-D1B8-8A08-4DC87667FC6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02D7F3F0-A920-ED71-742B-A762F049F0BD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6D91930-D869-6589-97C5-1D361FF933CD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2F496F64-B4B6-BE2F-E5FA-CCE64964049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B8B32F09-F58E-4B4D-9A85-D44DD862FE8C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A0885AB2-E965-831E-C8DD-141FEF6F527A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A1048246-1B39-BF44-D556-D1036A66A5A3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F44D76DB-FDF8-5CC8-AECE-0BC0C42AF6F3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7F530F14-20C4-D9C3-1640-4BEBEBE2EF54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88C7D929-CD5C-EA43-D628-2B89F0761C8B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" name="Заголовок 7">
            <a:extLst>
              <a:ext uri="{FF2B5EF4-FFF2-40B4-BE49-F238E27FC236}">
                <a16:creationId xmlns:a16="http://schemas.microsoft.com/office/drawing/2014/main" id="{29A2DECD-4D52-416E-95AD-DB7622D5D9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8428D1-8A8F-88D1-9561-8B10BAA7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8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36E12717-13CD-BE40-11A3-DCDDC90D0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B6800BA-1440-0253-F2A3-D8E509E76F36}"/>
              </a:ext>
            </a:extLst>
          </p:cNvPr>
          <p:cNvGrpSpPr/>
          <p:nvPr/>
        </p:nvGrpSpPr>
        <p:grpSpPr>
          <a:xfrm>
            <a:off x="5875274" y="4114986"/>
            <a:ext cx="6297633" cy="2743014"/>
            <a:chOff x="5875274" y="4114986"/>
            <a:chExt cx="6297633" cy="2743014"/>
          </a:xfrm>
          <a:solidFill>
            <a:srgbClr val="212121"/>
          </a:solidFill>
        </p:grpSpPr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73742DE5-88E0-B507-B6B5-70CBC1E2518E}"/>
                </a:ext>
              </a:extLst>
            </p:cNvPr>
            <p:cNvSpPr/>
            <p:nvPr userDrawn="1"/>
          </p:nvSpPr>
          <p:spPr>
            <a:xfrm>
              <a:off x="7156015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B33A0F51-63FC-A560-BABE-7EA940883E56}"/>
                </a:ext>
              </a:extLst>
            </p:cNvPr>
            <p:cNvSpPr/>
            <p:nvPr userDrawn="1"/>
          </p:nvSpPr>
          <p:spPr>
            <a:xfrm>
              <a:off x="7156015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E1A2D8C-066E-D466-C7F5-43C9200774F9}"/>
                </a:ext>
              </a:extLst>
            </p:cNvPr>
            <p:cNvSpPr/>
            <p:nvPr userDrawn="1"/>
          </p:nvSpPr>
          <p:spPr>
            <a:xfrm>
              <a:off x="8436551" y="4114986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DF8E5D7D-6F7A-DC58-4D40-536E70BE74B4}"/>
                </a:ext>
              </a:extLst>
            </p:cNvPr>
            <p:cNvSpPr/>
            <p:nvPr userDrawn="1"/>
          </p:nvSpPr>
          <p:spPr>
            <a:xfrm>
              <a:off x="8436551" y="5486592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8E4A870F-8693-2206-7627-9ED7BE3007F2}"/>
                </a:ext>
              </a:extLst>
            </p:cNvPr>
            <p:cNvSpPr/>
            <p:nvPr userDrawn="1"/>
          </p:nvSpPr>
          <p:spPr>
            <a:xfrm>
              <a:off x="9717189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66B7F661-EE1E-5D77-79C3-BF2EB673DFAB}"/>
                </a:ext>
              </a:extLst>
            </p:cNvPr>
            <p:cNvSpPr/>
            <p:nvPr userDrawn="1"/>
          </p:nvSpPr>
          <p:spPr>
            <a:xfrm>
              <a:off x="9717189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B5BCA080-D249-AD5B-E073-98195022BB9D}"/>
                </a:ext>
              </a:extLst>
            </p:cNvPr>
            <p:cNvSpPr/>
            <p:nvPr userDrawn="1"/>
          </p:nvSpPr>
          <p:spPr>
            <a:xfrm>
              <a:off x="10997823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457DF675-65A3-5D8D-7908-00341DEDDAA2}"/>
                </a:ext>
              </a:extLst>
            </p:cNvPr>
            <p:cNvSpPr/>
            <p:nvPr userDrawn="1"/>
          </p:nvSpPr>
          <p:spPr>
            <a:xfrm>
              <a:off x="10997823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EAC12D53-1C0C-64DE-EE56-1EBAB6AD8EFF}"/>
                </a:ext>
              </a:extLst>
            </p:cNvPr>
            <p:cNvSpPr/>
            <p:nvPr userDrawn="1"/>
          </p:nvSpPr>
          <p:spPr>
            <a:xfrm>
              <a:off x="5875274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B142596C-57F6-542E-C480-7A4DC8438E7C}"/>
                </a:ext>
              </a:extLst>
            </p:cNvPr>
            <p:cNvSpPr/>
            <p:nvPr userDrawn="1"/>
          </p:nvSpPr>
          <p:spPr>
            <a:xfrm>
              <a:off x="5875274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02C914-8324-E5E6-D671-244AC1300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958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 раздела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1421F1C-5BAD-C83E-2D94-204EF3BDDDEC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2EE75A3D-51EC-7E3A-853C-3B9CA0654824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E1D0FE73-8E3A-B307-3768-A5670C2258B3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999961D2-9F55-1491-DAE8-6E55C1FE1DDF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873EB99-726F-1C3E-9E0C-7B0F864A5BD1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A935D6E-AD7B-7E75-A0EB-5658D2A47FCF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6D3FD5D-6364-B807-C234-7581756F9420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DBB01BE-B2C5-EB41-2CE5-983A45F0DEC7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AB3E993-CB89-8FBE-7687-FFF384C19E48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666A523-5C4A-E2C2-F2A4-0DC370E4DF9F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E51E6E2-B97E-7D96-0101-EC0ED1C2B425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C7155C1-9A51-5CC8-FB78-D818F115BF54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AF466A-EA1B-D0E0-2FC1-08748AAFABD3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B89F57A-392A-871C-5D5F-E09B1D55DA34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C2199806-8FAE-7603-624C-0432519BDBDD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8D4ABEBB-CA3D-286A-96AF-7FB3A206E8CC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74E7AD2C-FC64-6BE2-56A4-7B75C1DCAC54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5CDB3AB-0A06-F9A1-00C5-F29681D8A0C4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73AB114-97EC-11D8-ED3E-0EFB00411ECF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51D751DA-C3C1-2514-C80D-E25DF9A98DCE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FC3C1F6F-94A4-A6FD-7C39-70BFD552756E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48E78963-7F92-CB8A-4FED-7D8FA3B26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8C6FBC-A535-6B14-3747-077676E3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60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Титульный слайд раздела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48E78963-7F92-CB8A-4FED-7D8FA3B26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E6DEA01-3092-D7F5-B005-E49D30EF4FEB}"/>
              </a:ext>
            </a:extLst>
          </p:cNvPr>
          <p:cNvGrpSpPr/>
          <p:nvPr/>
        </p:nvGrpSpPr>
        <p:grpSpPr>
          <a:xfrm>
            <a:off x="5875274" y="4114986"/>
            <a:ext cx="6297633" cy="2743014"/>
            <a:chOff x="5875274" y="4114986"/>
            <a:chExt cx="6297633" cy="2743014"/>
          </a:xfrm>
          <a:solidFill>
            <a:schemeClr val="bg1"/>
          </a:solidFill>
        </p:grpSpPr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6FE0DD49-47E2-E769-71F6-A2500E79086C}"/>
                </a:ext>
              </a:extLst>
            </p:cNvPr>
            <p:cNvSpPr/>
            <p:nvPr userDrawn="1"/>
          </p:nvSpPr>
          <p:spPr>
            <a:xfrm>
              <a:off x="7156015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78595DC7-7318-695D-9AE1-6E1FFA21DBDC}"/>
                </a:ext>
              </a:extLst>
            </p:cNvPr>
            <p:cNvSpPr/>
            <p:nvPr userDrawn="1"/>
          </p:nvSpPr>
          <p:spPr>
            <a:xfrm>
              <a:off x="7156015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51D0C5D-6BF7-F396-EBD9-6A10F5D9F27B}"/>
                </a:ext>
              </a:extLst>
            </p:cNvPr>
            <p:cNvSpPr/>
            <p:nvPr userDrawn="1"/>
          </p:nvSpPr>
          <p:spPr>
            <a:xfrm>
              <a:off x="8436551" y="4114986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235907CB-1FEE-4DAB-C79D-410CAB65E201}"/>
                </a:ext>
              </a:extLst>
            </p:cNvPr>
            <p:cNvSpPr/>
            <p:nvPr userDrawn="1"/>
          </p:nvSpPr>
          <p:spPr>
            <a:xfrm>
              <a:off x="8436551" y="5486592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255159E0-D0FA-C060-FE5E-CCE455B66D5C}"/>
                </a:ext>
              </a:extLst>
            </p:cNvPr>
            <p:cNvSpPr/>
            <p:nvPr userDrawn="1"/>
          </p:nvSpPr>
          <p:spPr>
            <a:xfrm>
              <a:off x="9717189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D6657DF4-33A8-8A98-A7DD-5A3630F538FA}"/>
                </a:ext>
              </a:extLst>
            </p:cNvPr>
            <p:cNvSpPr/>
            <p:nvPr userDrawn="1"/>
          </p:nvSpPr>
          <p:spPr>
            <a:xfrm>
              <a:off x="9717189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D2D97F96-B1BC-0B8E-52E7-FE8EE5A2E962}"/>
                </a:ext>
              </a:extLst>
            </p:cNvPr>
            <p:cNvSpPr/>
            <p:nvPr userDrawn="1"/>
          </p:nvSpPr>
          <p:spPr>
            <a:xfrm>
              <a:off x="10997823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EB3589D8-F12B-F80A-3FE0-0E8E7E714B74}"/>
                </a:ext>
              </a:extLst>
            </p:cNvPr>
            <p:cNvSpPr/>
            <p:nvPr userDrawn="1"/>
          </p:nvSpPr>
          <p:spPr>
            <a:xfrm>
              <a:off x="10997823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9F4791E4-9900-C2A4-78FA-004E26795232}"/>
                </a:ext>
              </a:extLst>
            </p:cNvPr>
            <p:cNvSpPr/>
            <p:nvPr userDrawn="1"/>
          </p:nvSpPr>
          <p:spPr>
            <a:xfrm>
              <a:off x="5875274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EE0152CB-17DB-E3FB-EA78-56B6A851E620}"/>
                </a:ext>
              </a:extLst>
            </p:cNvPr>
            <p:cNvSpPr/>
            <p:nvPr userDrawn="1"/>
          </p:nvSpPr>
          <p:spPr>
            <a:xfrm>
              <a:off x="5875274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D5DF49-3EAD-7668-DD57-127C6DFB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20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31D4-65E7-43FF-9DDD-56B4677A2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2F8C7-8FF6-4545-8845-A3B7BC98E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226E4-E32F-4293-82AF-91CCAD73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24994-52A9-469B-ADEB-CFC2FB5C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5B677-FA4F-42F0-8F41-1024437D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9AF38-66BB-4C86-A736-99A752D72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6737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4628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3171652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Agenda</a:t>
            </a:r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043363" y="692150"/>
            <a:ext cx="7489825" cy="5508625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/>
              <a:buChar char="•"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/>
              </a:defRPr>
            </a:lvl4pPr>
          </a:lstStyle>
          <a:p>
            <a:pPr lvl="0">
              <a:defRPr/>
            </a:pPr>
            <a:r>
              <a:rPr lang="ru-RU"/>
              <a:t>Раскройте содержание презентации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6886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одержа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8112125" y="0"/>
            <a:ext cx="4079875" cy="6858000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5418666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Agenda</a:t>
            </a:r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Текст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1513" y="1800371"/>
            <a:ext cx="5418667" cy="3792355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/>
              <a:buChar char="•"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/>
              </a:defRPr>
            </a:lvl4pPr>
          </a:lstStyle>
          <a:p>
            <a:pPr lvl="0">
              <a:defRPr/>
            </a:pPr>
            <a:r>
              <a:rPr lang="ru-RU"/>
              <a:t>Раскройте содержание презентации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35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/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1513" y="2844798"/>
            <a:ext cx="2687637" cy="2535274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4043363" y="0"/>
            <a:ext cx="8148637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Рисунок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329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Рисунок 12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1" y="0"/>
            <a:ext cx="4043362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Рисунок</a:t>
            </a:r>
            <a:endParaRPr/>
          </a:p>
        </p:txBody>
      </p:sp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/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1513" y="2844798"/>
            <a:ext cx="2687637" cy="2622237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313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/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7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6316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Заголовок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 bwMode="auto"/>
        <p:txBody>
          <a:bodyPr vert="horz" lIns="0" tIns="0" rIns="0" bIns="0" rtlCol="0" anchor="t">
            <a:noAutofit/>
          </a:bodyPr>
          <a:lstStyle>
            <a:lvl1pPr>
              <a:defRPr lang="ru-RU" sz="32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9215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 bwMode="auto"/>
        <p:txBody>
          <a:bodyPr vert="horz" lIns="0" tIns="0" rIns="0" bIns="0" rtlCol="0" anchor="t">
            <a:noAutofit/>
          </a:bodyPr>
          <a:lstStyle>
            <a:lvl1pPr>
              <a:defRPr lang="ru-RU" sz="3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816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/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7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9064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+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 bwMode="auto">
          <a:xfrm>
            <a:off x="671513" y="1773238"/>
            <a:ext cx="10861675" cy="3989609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9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576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+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24" hasCustomPrompt="1"/>
          </p:nvPr>
        </p:nvSpPr>
        <p:spPr bwMode="auto">
          <a:xfrm>
            <a:off x="658813" y="1773238"/>
            <a:ext cx="10874375" cy="38407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>
              <a:defRPr/>
            </a:pPr>
            <a:r>
              <a:rPr lang="ru-RU"/>
              <a:t>Объект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9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7277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в 2 строки +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 hasCustomPrompt="1"/>
          </p:nvPr>
        </p:nvSpPr>
        <p:spPr bwMode="auto">
          <a:xfrm>
            <a:off x="6311901" y="692150"/>
            <a:ext cx="5208586" cy="5092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ru-RU"/>
              <a:t>Объект</a:t>
            </a:r>
            <a:endParaRPr/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1513" y="2040889"/>
            <a:ext cx="5424487" cy="3820570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5418666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221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+ 2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sz="quarter" idx="24" hasCustomPrompt="1"/>
          </p:nvPr>
        </p:nvSpPr>
        <p:spPr bwMode="auto">
          <a:xfrm>
            <a:off x="677334" y="1773238"/>
            <a:ext cx="5317065" cy="41076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Объект</a:t>
            </a:r>
            <a:endParaRPr/>
          </a:p>
        </p:txBody>
      </p:sp>
      <p:sp>
        <p:nvSpPr>
          <p:cNvPr id="11" name="Объект 2"/>
          <p:cNvSpPr>
            <a:spLocks noGrp="1"/>
          </p:cNvSpPr>
          <p:nvPr>
            <p:ph sz="quarter" idx="28" hasCustomPrompt="1"/>
          </p:nvPr>
        </p:nvSpPr>
        <p:spPr bwMode="auto">
          <a:xfrm>
            <a:off x="6197604" y="1773238"/>
            <a:ext cx="5317062" cy="41076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Объект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10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224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+ спис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2"/>
          <p:cNvSpPr>
            <a:spLocks noGrp="1"/>
          </p:cNvSpPr>
          <p:nvPr>
            <p:ph type="body" sz="quarter" idx="16"/>
          </p:nvPr>
        </p:nvSpPr>
        <p:spPr bwMode="auto">
          <a:xfrm>
            <a:off x="6096000" y="692151"/>
            <a:ext cx="5437187" cy="5508626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5165527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7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4198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Заголовок + текст в две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7334" y="1773238"/>
            <a:ext cx="5304365" cy="4017961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6"/>
          </p:nvPr>
        </p:nvSpPr>
        <p:spPr bwMode="auto">
          <a:xfrm>
            <a:off x="6228824" y="1773239"/>
            <a:ext cx="5304364" cy="4017961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7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866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 фактои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" name="Группа 37"/>
          <p:cNvGrpSpPr/>
          <p:nvPr/>
        </p:nvGrpSpPr>
        <p:grpSpPr bwMode="auto">
          <a:xfrm>
            <a:off x="7156015" y="0"/>
            <a:ext cx="5016892" cy="6858000"/>
            <a:chOff x="7127683" y="0"/>
            <a:chExt cx="5045224" cy="6896730"/>
          </a:xfrm>
          <a:solidFill>
            <a:srgbClr val="EDF3FC"/>
          </a:solidFill>
        </p:grpSpPr>
        <p:sp>
          <p:nvSpPr>
            <p:cNvPr id="39" name="Полилиния 38"/>
            <p:cNvSpPr/>
            <p:nvPr/>
          </p:nvSpPr>
          <p:spPr bwMode="auto"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 extrusionOk="0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0" name="Полилиния 39"/>
            <p:cNvSpPr/>
            <p:nvPr/>
          </p:nvSpPr>
          <p:spPr bwMode="auto"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 extrusionOk="0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1" name="Полилиния 40"/>
            <p:cNvSpPr/>
            <p:nvPr/>
          </p:nvSpPr>
          <p:spPr bwMode="auto"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2" name="Полилиния 41"/>
            <p:cNvSpPr/>
            <p:nvPr/>
          </p:nvSpPr>
          <p:spPr bwMode="auto"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3" name="Полилиния 42"/>
            <p:cNvSpPr/>
            <p:nvPr/>
          </p:nvSpPr>
          <p:spPr bwMode="auto"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4" name="Полилиния 43"/>
            <p:cNvSpPr/>
            <p:nvPr/>
          </p:nvSpPr>
          <p:spPr bwMode="auto"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 extrusionOk="0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5" name="Полилиния 44"/>
            <p:cNvSpPr/>
            <p:nvPr/>
          </p:nvSpPr>
          <p:spPr bwMode="auto"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 extrusionOk="0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6" name="Полилиния 45"/>
            <p:cNvSpPr/>
            <p:nvPr/>
          </p:nvSpPr>
          <p:spPr bwMode="auto"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7" name="Полилиния 46"/>
            <p:cNvSpPr/>
            <p:nvPr/>
          </p:nvSpPr>
          <p:spPr bwMode="auto"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8" name="Полилиния 47"/>
            <p:cNvSpPr/>
            <p:nvPr/>
          </p:nvSpPr>
          <p:spPr bwMode="auto"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9" name="Полилиния 48"/>
            <p:cNvSpPr/>
            <p:nvPr/>
          </p:nvSpPr>
          <p:spPr bwMode="auto"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" name="Полилиния 49"/>
            <p:cNvSpPr/>
            <p:nvPr/>
          </p:nvSpPr>
          <p:spPr bwMode="auto"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1" name="Полилиния 50"/>
            <p:cNvSpPr/>
            <p:nvPr/>
          </p:nvSpPr>
          <p:spPr bwMode="auto"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2" name="Полилиния 51"/>
            <p:cNvSpPr/>
            <p:nvPr/>
          </p:nvSpPr>
          <p:spPr bwMode="auto"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3" name="Полилиния 52"/>
            <p:cNvSpPr/>
            <p:nvPr/>
          </p:nvSpPr>
          <p:spPr bwMode="auto"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4" name="Полилиния 53"/>
            <p:cNvSpPr/>
            <p:nvPr/>
          </p:nvSpPr>
          <p:spPr bwMode="auto"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5" name="Полилиния 54"/>
            <p:cNvSpPr/>
            <p:nvPr/>
          </p:nvSpPr>
          <p:spPr bwMode="auto"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6" name="Полилиния 55"/>
            <p:cNvSpPr/>
            <p:nvPr/>
          </p:nvSpPr>
          <p:spPr bwMode="auto"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7" name="Полилиния 56"/>
            <p:cNvSpPr/>
            <p:nvPr/>
          </p:nvSpPr>
          <p:spPr bwMode="auto"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8" name="Полилиния 57"/>
            <p:cNvSpPr/>
            <p:nvPr/>
          </p:nvSpPr>
          <p:spPr bwMode="auto"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22" name="Текст 8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2"/>
                </a:solidFill>
                <a:latin typeface="VK Sans Display Medium"/>
              </a:defRPr>
            </a:lvl1pPr>
            <a:lvl2pPr>
              <a:defRPr sz="18000">
                <a:latin typeface="TT Commons"/>
              </a:defRPr>
            </a:lvl2pPr>
            <a:lvl3pPr>
              <a:defRPr sz="18000">
                <a:latin typeface="TT Commons"/>
              </a:defRPr>
            </a:lvl3pPr>
            <a:lvl4pPr>
              <a:defRPr sz="18000">
                <a:latin typeface="TT Commons"/>
              </a:defRPr>
            </a:lvl4pPr>
            <a:lvl5pPr>
              <a:defRPr sz="18000">
                <a:latin typeface="TT Commons"/>
              </a:defRPr>
            </a:lvl5pPr>
          </a:lstStyle>
          <a:p>
            <a:pPr lvl="0">
              <a:defRPr/>
            </a:pPr>
            <a:r>
              <a:rPr lang="ru-RU"/>
              <a:t>70 МЛН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467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1 фактои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" name="Группа 37"/>
          <p:cNvGrpSpPr/>
          <p:nvPr/>
        </p:nvGrpSpPr>
        <p:grpSpPr bwMode="auto">
          <a:xfrm>
            <a:off x="7156015" y="0"/>
            <a:ext cx="5016892" cy="6858000"/>
            <a:chOff x="7127683" y="0"/>
            <a:chExt cx="5045224" cy="6896730"/>
          </a:xfrm>
          <a:solidFill>
            <a:schemeClr val="bg1"/>
          </a:solidFill>
        </p:grpSpPr>
        <p:sp>
          <p:nvSpPr>
            <p:cNvPr id="39" name="Полилиния 38"/>
            <p:cNvSpPr/>
            <p:nvPr/>
          </p:nvSpPr>
          <p:spPr bwMode="auto"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 extrusionOk="0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0" name="Полилиния 39"/>
            <p:cNvSpPr/>
            <p:nvPr/>
          </p:nvSpPr>
          <p:spPr bwMode="auto"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 extrusionOk="0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1" name="Полилиния 40"/>
            <p:cNvSpPr/>
            <p:nvPr/>
          </p:nvSpPr>
          <p:spPr bwMode="auto"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2" name="Полилиния 41"/>
            <p:cNvSpPr/>
            <p:nvPr/>
          </p:nvSpPr>
          <p:spPr bwMode="auto"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3" name="Полилиния 42"/>
            <p:cNvSpPr/>
            <p:nvPr/>
          </p:nvSpPr>
          <p:spPr bwMode="auto"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4" name="Полилиния 43"/>
            <p:cNvSpPr/>
            <p:nvPr/>
          </p:nvSpPr>
          <p:spPr bwMode="auto"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 extrusionOk="0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5" name="Полилиния 44"/>
            <p:cNvSpPr/>
            <p:nvPr/>
          </p:nvSpPr>
          <p:spPr bwMode="auto"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 extrusionOk="0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6" name="Полилиния 45"/>
            <p:cNvSpPr/>
            <p:nvPr/>
          </p:nvSpPr>
          <p:spPr bwMode="auto"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7" name="Полилиния 46"/>
            <p:cNvSpPr/>
            <p:nvPr/>
          </p:nvSpPr>
          <p:spPr bwMode="auto"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8" name="Полилиния 47"/>
            <p:cNvSpPr/>
            <p:nvPr/>
          </p:nvSpPr>
          <p:spPr bwMode="auto"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9" name="Полилиния 48"/>
            <p:cNvSpPr/>
            <p:nvPr/>
          </p:nvSpPr>
          <p:spPr bwMode="auto"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" name="Полилиния 49"/>
            <p:cNvSpPr/>
            <p:nvPr/>
          </p:nvSpPr>
          <p:spPr bwMode="auto"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1" name="Полилиния 50"/>
            <p:cNvSpPr/>
            <p:nvPr/>
          </p:nvSpPr>
          <p:spPr bwMode="auto"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2" name="Полилиния 51"/>
            <p:cNvSpPr/>
            <p:nvPr/>
          </p:nvSpPr>
          <p:spPr bwMode="auto"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3" name="Полилиния 52"/>
            <p:cNvSpPr/>
            <p:nvPr/>
          </p:nvSpPr>
          <p:spPr bwMode="auto"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4" name="Полилиния 53"/>
            <p:cNvSpPr/>
            <p:nvPr/>
          </p:nvSpPr>
          <p:spPr bwMode="auto"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5" name="Полилиния 54"/>
            <p:cNvSpPr/>
            <p:nvPr/>
          </p:nvSpPr>
          <p:spPr bwMode="auto"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6" name="Полилиния 55"/>
            <p:cNvSpPr/>
            <p:nvPr/>
          </p:nvSpPr>
          <p:spPr bwMode="auto"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7" name="Полилиния 56"/>
            <p:cNvSpPr/>
            <p:nvPr/>
          </p:nvSpPr>
          <p:spPr bwMode="auto"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8" name="Полилиния 57"/>
            <p:cNvSpPr/>
            <p:nvPr/>
          </p:nvSpPr>
          <p:spPr bwMode="auto"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22" name="Текст 8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1"/>
                </a:solidFill>
                <a:latin typeface="VK Sans Display Medium"/>
              </a:defRPr>
            </a:lvl1pPr>
            <a:lvl2pPr>
              <a:defRPr sz="18000">
                <a:latin typeface="TT Commons"/>
              </a:defRPr>
            </a:lvl2pPr>
            <a:lvl3pPr>
              <a:defRPr sz="18000">
                <a:latin typeface="TT Commons"/>
              </a:defRPr>
            </a:lvl3pPr>
            <a:lvl4pPr>
              <a:defRPr sz="18000">
                <a:latin typeface="TT Commons"/>
              </a:defRPr>
            </a:lvl4pPr>
            <a:lvl5pPr>
              <a:defRPr sz="18000">
                <a:latin typeface="TT Commons"/>
              </a:defRPr>
            </a:lvl5pPr>
          </a:lstStyle>
          <a:p>
            <a:pPr lvl="0">
              <a:defRPr/>
            </a:pPr>
            <a:r>
              <a:rPr lang="ru-RU"/>
              <a:t>70 МЛН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598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фактои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" name="Группа 12"/>
          <p:cNvGrpSpPr/>
          <p:nvPr/>
        </p:nvGrpSpPr>
        <p:grpSpPr bwMode="auto">
          <a:xfrm>
            <a:off x="7156015" y="0"/>
            <a:ext cx="5016892" cy="6858000"/>
            <a:chOff x="7127683" y="0"/>
            <a:chExt cx="5045224" cy="6896730"/>
          </a:xfrm>
          <a:solidFill>
            <a:srgbClr val="EDF3FC">
              <a:alpha val="99000"/>
            </a:srgbClr>
          </a:solidFill>
        </p:grpSpPr>
        <p:sp>
          <p:nvSpPr>
            <p:cNvPr id="41" name="Полилиния 40"/>
            <p:cNvSpPr/>
            <p:nvPr/>
          </p:nvSpPr>
          <p:spPr bwMode="auto"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 extrusionOk="0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2" name="Полилиния 41"/>
            <p:cNvSpPr/>
            <p:nvPr/>
          </p:nvSpPr>
          <p:spPr bwMode="auto"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 extrusionOk="0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3" name="Полилиния 42"/>
            <p:cNvSpPr/>
            <p:nvPr/>
          </p:nvSpPr>
          <p:spPr bwMode="auto"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4" name="Полилиния 43"/>
            <p:cNvSpPr/>
            <p:nvPr/>
          </p:nvSpPr>
          <p:spPr bwMode="auto"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5" name="Полилиния 44"/>
            <p:cNvSpPr/>
            <p:nvPr/>
          </p:nvSpPr>
          <p:spPr bwMode="auto"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6" name="Полилиния 45"/>
            <p:cNvSpPr/>
            <p:nvPr/>
          </p:nvSpPr>
          <p:spPr bwMode="auto"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 extrusionOk="0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7" name="Полилиния 46"/>
            <p:cNvSpPr/>
            <p:nvPr/>
          </p:nvSpPr>
          <p:spPr bwMode="auto"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 extrusionOk="0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8" name="Полилиния 47"/>
            <p:cNvSpPr/>
            <p:nvPr/>
          </p:nvSpPr>
          <p:spPr bwMode="auto"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9" name="Полилиния 48"/>
            <p:cNvSpPr/>
            <p:nvPr/>
          </p:nvSpPr>
          <p:spPr bwMode="auto"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" name="Полилиния 49"/>
            <p:cNvSpPr/>
            <p:nvPr/>
          </p:nvSpPr>
          <p:spPr bwMode="auto"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1" name="Полилиния 50"/>
            <p:cNvSpPr/>
            <p:nvPr/>
          </p:nvSpPr>
          <p:spPr bwMode="auto"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2" name="Полилиния 51"/>
            <p:cNvSpPr/>
            <p:nvPr/>
          </p:nvSpPr>
          <p:spPr bwMode="auto"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3" name="Полилиния 52"/>
            <p:cNvSpPr/>
            <p:nvPr/>
          </p:nvSpPr>
          <p:spPr bwMode="auto"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4" name="Полилиния 53"/>
            <p:cNvSpPr/>
            <p:nvPr/>
          </p:nvSpPr>
          <p:spPr bwMode="auto"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5" name="Полилиния 54"/>
            <p:cNvSpPr/>
            <p:nvPr/>
          </p:nvSpPr>
          <p:spPr bwMode="auto"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6" name="Полилиния 55"/>
            <p:cNvSpPr/>
            <p:nvPr/>
          </p:nvSpPr>
          <p:spPr bwMode="auto"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7" name="Полилиния 56"/>
            <p:cNvSpPr/>
            <p:nvPr/>
          </p:nvSpPr>
          <p:spPr bwMode="auto"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8" name="Полилиния 57"/>
            <p:cNvSpPr/>
            <p:nvPr/>
          </p:nvSpPr>
          <p:spPr bwMode="auto"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9" name="Полилиния 58"/>
            <p:cNvSpPr/>
            <p:nvPr/>
          </p:nvSpPr>
          <p:spPr bwMode="auto"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0" name="Полилиния 59"/>
            <p:cNvSpPr/>
            <p:nvPr/>
          </p:nvSpPr>
          <p:spPr bwMode="auto"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7" name="Текст 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72853" y="3878709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8" name="Текст 3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2852" y="5715426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11" name="Текст 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71514" y="1045518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12" name="Текст 3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71513" y="2882235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10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7238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фактоида +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1514" y="1773239"/>
            <a:ext cx="5135728" cy="3641473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Заголовок — ключевая мысль слайда</a:t>
            </a:r>
            <a:endParaRPr/>
          </a:p>
        </p:txBody>
      </p:sp>
      <p:sp>
        <p:nvSpPr>
          <p:cNvPr id="15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Текст 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19" name="Текст 3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0" name="Текст 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21" name="Текст 3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11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8988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фактои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18" name="Текст 3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20" name="Текст 3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1" name="Текст 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80012" y="3864033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22" name="Текст 3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80011" y="5058095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3" name="Текст 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78673" y="1773238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/>
              </a:defRPr>
            </a:lvl1pPr>
          </a:lstStyle>
          <a:p>
            <a:pPr lvl="0">
              <a:defRPr/>
            </a:pPr>
            <a:r>
              <a:rPr lang="ru-RU"/>
              <a:t>140 МЛН</a:t>
            </a:r>
            <a:r>
              <a:rPr lang="en-US"/>
              <a:t> </a:t>
            </a:r>
            <a:endParaRPr lang="ru-RU"/>
          </a:p>
        </p:txBody>
      </p:sp>
      <p:sp>
        <p:nvSpPr>
          <p:cNvPr id="24" name="Текст 3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78673" y="2967300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290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фактоида +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Текст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45018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1817%</a:t>
            </a:r>
            <a:endParaRPr/>
          </a:p>
        </p:txBody>
      </p:sp>
      <p:sp>
        <p:nvSpPr>
          <p:cNvPr id="18" name="Текст 3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5017" y="1620441"/>
            <a:ext cx="2779200" cy="4985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345018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1417%</a:t>
            </a:r>
            <a:endParaRPr/>
          </a:p>
        </p:txBody>
      </p:sp>
      <p:sp>
        <p:nvSpPr>
          <p:cNvPr id="20" name="Текст 3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345017" y="3684007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424464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898%</a:t>
            </a:r>
            <a:endParaRPr/>
          </a:p>
        </p:txBody>
      </p:sp>
      <p:sp>
        <p:nvSpPr>
          <p:cNvPr id="22" name="Текст 3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424463" y="1620442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3" name="Текст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424465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698%</a:t>
            </a:r>
            <a:endParaRPr/>
          </a:p>
        </p:txBody>
      </p:sp>
      <p:sp>
        <p:nvSpPr>
          <p:cNvPr id="24" name="Текст 3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424463" y="3684007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12" name="Текст 3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68348" y="2495796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  <a:lvl2pPr>
              <a:defRPr lang="ru-RU"/>
            </a:lvl2pPr>
          </a:lstStyle>
          <a:p>
            <a:pPr lvl="0">
              <a:defRPr/>
            </a:pPr>
            <a:r>
              <a:rPr lang="ru-RU"/>
              <a:t>Опишите кратко идеи, подтверждающие основную мысль слайда</a:t>
            </a:r>
            <a:endParaRPr/>
          </a:p>
          <a:p>
            <a:pPr lvl="1">
              <a:defRPr/>
            </a:pPr>
            <a:r>
              <a:rPr lang="ru-RU"/>
              <a:t>Уровень 2</a:t>
            </a:r>
            <a:endParaRPr/>
          </a:p>
        </p:txBody>
      </p:sp>
      <p:sp>
        <p:nvSpPr>
          <p:cNvPr id="14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3366029" cy="160187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775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 фактоидов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Текст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45019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1817%</a:t>
            </a:r>
            <a:endParaRPr/>
          </a:p>
        </p:txBody>
      </p:sp>
      <p:sp>
        <p:nvSpPr>
          <p:cNvPr id="26" name="Текст 3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5019" y="1452769"/>
            <a:ext cx="2484000" cy="597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7" name="Текст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375766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196%</a:t>
            </a:r>
            <a:endParaRPr/>
          </a:p>
        </p:txBody>
      </p:sp>
      <p:sp>
        <p:nvSpPr>
          <p:cNvPr id="28" name="Текст 3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375766" y="1452769"/>
            <a:ext cx="2484000" cy="597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9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345019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1811%</a:t>
            </a:r>
            <a:endParaRPr/>
          </a:p>
        </p:txBody>
      </p:sp>
      <p:sp>
        <p:nvSpPr>
          <p:cNvPr id="30" name="Текст 3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345019" y="3128871"/>
            <a:ext cx="2484000" cy="597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1" name="Текст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375766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119%</a:t>
            </a:r>
            <a:endParaRPr/>
          </a:p>
        </p:txBody>
      </p:sp>
      <p:sp>
        <p:nvSpPr>
          <p:cNvPr id="32" name="Текст 3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375766" y="3128872"/>
            <a:ext cx="2484000" cy="597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345019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1412%</a:t>
            </a:r>
            <a:endParaRPr/>
          </a:p>
        </p:txBody>
      </p:sp>
      <p:sp>
        <p:nvSpPr>
          <p:cNvPr id="34" name="Текст 3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345019" y="4807038"/>
            <a:ext cx="2484000" cy="597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5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375766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135%</a:t>
            </a:r>
            <a:endParaRPr/>
          </a:p>
        </p:txBody>
      </p:sp>
      <p:sp>
        <p:nvSpPr>
          <p:cNvPr id="36" name="Текст 3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75766" y="4807038"/>
            <a:ext cx="2484000" cy="597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16" name="Текст 3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71513" y="2496201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  <a:lvl2pPr>
              <a:defRPr lang="ru-RU"/>
            </a:lvl2pPr>
          </a:lstStyle>
          <a:p>
            <a:pPr lvl="0">
              <a:defRPr/>
            </a:pPr>
            <a:r>
              <a:rPr lang="ru-RU"/>
              <a:t>Опишите кратко идеи, подтверждающие основную мысль слайда</a:t>
            </a:r>
            <a:endParaRPr/>
          </a:p>
          <a:p>
            <a:pPr lvl="1">
              <a:defRPr/>
            </a:pPr>
            <a:r>
              <a:rPr lang="ru-RU"/>
              <a:t>Уровень 2</a:t>
            </a:r>
            <a:endParaRPr/>
          </a:p>
        </p:txBody>
      </p:sp>
      <p:sp>
        <p:nvSpPr>
          <p:cNvPr id="2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3366029" cy="160117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21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914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 фактоидов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Текст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4297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21" name="Текст 3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297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2" name="Текст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39599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23" name="Текст 3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39599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4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445338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25" name="Текст 3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445338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8" name="Текст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342973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39" name="Текст 3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342973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40" name="Текст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39966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41" name="Текст 3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39966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42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45268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43" name="Текст 3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945268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44" name="Текст 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34297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45" name="Текст 3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34297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46" name="Текст 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739599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47" name="Текст 3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39599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48" name="Текст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9445338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100%</a:t>
            </a:r>
            <a:endParaRPr/>
          </a:p>
        </p:txBody>
      </p:sp>
      <p:sp>
        <p:nvSpPr>
          <p:cNvPr id="49" name="Текст 34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445338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9" name="Текст 34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71513" y="2487267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  <a:lvl2pPr>
              <a:defRPr lang="ru-RU"/>
            </a:lvl2pPr>
          </a:lstStyle>
          <a:p>
            <a:pPr lvl="0">
              <a:defRPr/>
            </a:pPr>
            <a:r>
              <a:rPr lang="ru-RU"/>
              <a:t>Опишите кратко идеи, подтверждающие основную мысль слайда</a:t>
            </a:r>
            <a:endParaRPr/>
          </a:p>
          <a:p>
            <a:pPr lvl="1">
              <a:defRPr/>
            </a:pPr>
            <a:r>
              <a:rPr lang="ru-RU"/>
              <a:t>Уровень 2</a:t>
            </a:r>
            <a:endParaRPr/>
          </a:p>
        </p:txBody>
      </p:sp>
      <p:sp>
        <p:nvSpPr>
          <p:cNvPr id="2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3366029" cy="160117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30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872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 фактоидов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Текст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71513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1817%</a:t>
            </a:r>
            <a:endParaRPr/>
          </a:p>
        </p:txBody>
      </p:sp>
      <p:sp>
        <p:nvSpPr>
          <p:cNvPr id="29" name="Текст 3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71513" y="2947810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0" name="Текст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433450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898%</a:t>
            </a:r>
            <a:endParaRPr/>
          </a:p>
        </p:txBody>
      </p:sp>
      <p:sp>
        <p:nvSpPr>
          <p:cNvPr id="31" name="Текст 3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3433450" y="2947810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2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195388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1431%</a:t>
            </a:r>
            <a:endParaRPr/>
          </a:p>
        </p:txBody>
      </p:sp>
      <p:sp>
        <p:nvSpPr>
          <p:cNvPr id="33" name="Текст 3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95388" y="2947810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957326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479%</a:t>
            </a:r>
            <a:endParaRPr/>
          </a:p>
        </p:txBody>
      </p:sp>
      <p:sp>
        <p:nvSpPr>
          <p:cNvPr id="35" name="Текст 3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957326" y="2947810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36" name="Текст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71513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1817%</a:t>
            </a:r>
            <a:endParaRPr/>
          </a:p>
        </p:txBody>
      </p:sp>
      <p:sp>
        <p:nvSpPr>
          <p:cNvPr id="37" name="Текст 3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71513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51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433450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898%</a:t>
            </a:r>
            <a:endParaRPr/>
          </a:p>
        </p:txBody>
      </p:sp>
      <p:sp>
        <p:nvSpPr>
          <p:cNvPr id="52" name="Текст 3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3433450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53" name="Текст 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95388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413%</a:t>
            </a:r>
            <a:endParaRPr/>
          </a:p>
        </p:txBody>
      </p:sp>
      <p:sp>
        <p:nvSpPr>
          <p:cNvPr id="54" name="Текст 3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6195388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55" name="Текст 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957326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379%</a:t>
            </a:r>
            <a:endParaRPr/>
          </a:p>
        </p:txBody>
      </p:sp>
      <p:sp>
        <p:nvSpPr>
          <p:cNvPr id="56" name="Текст 3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957326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кратко опишите фактоиды</a:t>
            </a:r>
          </a:p>
        </p:txBody>
      </p:sp>
      <p:sp>
        <p:nvSpPr>
          <p:cNvPr id="20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10868554" cy="628404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3986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+ скриншот (1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Объект 2"/>
          <p:cNvSpPr>
            <a:spLocks noGrp="1"/>
          </p:cNvSpPr>
          <p:nvPr>
            <p:ph sz="quarter" idx="14" hasCustomPrompt="1"/>
          </p:nvPr>
        </p:nvSpPr>
        <p:spPr bwMode="auto">
          <a:xfrm>
            <a:off x="6096000" y="692150"/>
            <a:ext cx="5437187" cy="50094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Объект</a:t>
            </a:r>
            <a:endParaRPr/>
          </a:p>
        </p:txBody>
      </p:sp>
      <p:sp>
        <p:nvSpPr>
          <p:cNvPr id="9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1514" y="2018599"/>
            <a:ext cx="4649786" cy="3803164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1438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Рисунок 12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Рисунок</a:t>
            </a:r>
            <a:endParaRPr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4" y="167981"/>
            <a:ext cx="4663017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1514" y="2018599"/>
            <a:ext cx="4649786" cy="3665025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5874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1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Рисунок 12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Рисунок</a:t>
            </a:r>
            <a:endParaRPr/>
          </a:p>
        </p:txBody>
      </p:sp>
      <p:sp>
        <p:nvSpPr>
          <p:cNvPr id="8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870171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864351" y="2018599"/>
            <a:ext cx="4649786" cy="4182176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559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 фото +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Рисунок 12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6096000" y="692151"/>
            <a:ext cx="5437187" cy="4182176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Рисунок</a:t>
            </a:r>
            <a:endParaRPr/>
          </a:p>
        </p:txBody>
      </p:sp>
      <p:sp>
        <p:nvSpPr>
          <p:cNvPr id="19" name="Текст 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096000" y="5147214"/>
            <a:ext cx="5449888" cy="3528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800">
                <a:latin typeface="VK Sans Display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096000" y="5553075"/>
            <a:ext cx="5449888" cy="6842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>
                <a:latin typeface="VK Sans Display"/>
              </a:defRPr>
            </a:lvl1pPr>
          </a:lstStyle>
          <a:p>
            <a:pPr lvl="0">
              <a:defRPr/>
            </a:pPr>
            <a:r>
              <a:rPr lang="ru-RU"/>
              <a:t>Кратко сформулируйте главную мысль</a:t>
            </a:r>
            <a:endParaRPr/>
          </a:p>
        </p:txBody>
      </p:sp>
      <p:sp>
        <p:nvSpPr>
          <p:cNvPr id="8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12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671514" y="2018599"/>
            <a:ext cx="4649786" cy="3534476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6163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 в кружк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Рисунок 12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1608083" y="1773237"/>
            <a:ext cx="3156225" cy="3156225"/>
          </a:xfrm>
          <a:prstGeom prst="ellipse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Рисунок</a:t>
            </a:r>
            <a:endParaRPr/>
          </a:p>
        </p:txBody>
      </p:sp>
      <p:sp>
        <p:nvSpPr>
          <p:cNvPr id="10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5340350" y="2201188"/>
            <a:ext cx="4891856" cy="10634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Напишите основную мысль</a:t>
            </a:r>
            <a:endParaRPr/>
          </a:p>
        </p:txBody>
      </p:sp>
      <p:sp>
        <p:nvSpPr>
          <p:cNvPr id="9" name="Текст 3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337598" y="3441164"/>
            <a:ext cx="4894515" cy="1172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>
                <a:latin typeface="VK Sans Display"/>
              </a:defRPr>
            </a:lvl1pPr>
            <a:lvl2pPr>
              <a:defRPr lang="ru-RU">
                <a:latin typeface="VK Sans Display"/>
              </a:defRPr>
            </a:lvl2pPr>
          </a:lstStyle>
          <a:p>
            <a:pPr lvl="0">
              <a:defRPr/>
            </a:pPr>
            <a:r>
              <a:rPr lang="ru-RU"/>
              <a:t>Опишите кратко идеи, подтверждающие основную мысль слайда</a:t>
            </a:r>
            <a:endParaRPr/>
          </a:p>
          <a:p>
            <a:pPr marL="228600" lvl="1" indent="-228600">
              <a:buClr>
                <a:schemeClr val="tx2"/>
              </a:buClr>
              <a:defRPr/>
            </a:pPr>
            <a:r>
              <a:rPr lang="ru-RU"/>
              <a:t>Уровень 2</a:t>
            </a:r>
            <a:endParaRPr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696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 сообществ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Рисунок 33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5349730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23" name="Рисунок 34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695062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24" name="Рисунок 36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851119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25" name="Рисунок 37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10112094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1" name="Рисунок 33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5349730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2" name="Рисунок 34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95062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3" name="Рисунок 36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851119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4" name="Рисунок 37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10112094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5" name="Рисунок 33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5349730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6" name="Рисунок 34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695062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7" name="Рисунок 36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851119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8" name="Рисунок 37"/>
          <p:cNvSpPr>
            <a:spLocks noGrp="1"/>
          </p:cNvSpPr>
          <p:nvPr>
            <p:ph type="pic" sz="quarter" idx="34" hasCustomPrompt="1"/>
          </p:nvPr>
        </p:nvSpPr>
        <p:spPr bwMode="auto">
          <a:xfrm>
            <a:off x="10112094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69" name="Рисунок 33"/>
          <p:cNvSpPr>
            <a:spLocks noGrp="1"/>
          </p:cNvSpPr>
          <p:nvPr>
            <p:ph type="pic" sz="quarter" idx="35" hasCustomPrompt="1"/>
          </p:nvPr>
        </p:nvSpPr>
        <p:spPr bwMode="auto">
          <a:xfrm>
            <a:off x="5349730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70" name="Рисунок 34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695062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71" name="Рисунок 36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851119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72" name="Рисунок 37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10112094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/>
              </a:defRPr>
            </a:lvl1pPr>
          </a:lstStyle>
          <a:p>
            <a:pPr>
              <a:defRPr/>
            </a:pPr>
            <a:r>
              <a:rPr lang="ru-RU"/>
              <a:t>Рису-нок</a:t>
            </a:r>
            <a:endParaRPr/>
          </a:p>
        </p:txBody>
      </p:sp>
      <p:sp>
        <p:nvSpPr>
          <p:cNvPr id="21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49"/>
            <a:ext cx="3366029" cy="170815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2" name="Текст 34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71513" y="2588866"/>
            <a:ext cx="3384000" cy="31664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  <a:lvl2pPr>
              <a:defRPr lang="ru-RU"/>
            </a:lvl2pPr>
          </a:lstStyle>
          <a:p>
            <a:pPr lvl="0">
              <a:defRPr/>
            </a:pPr>
            <a:r>
              <a:rPr lang="ru-RU"/>
              <a:t>Опишите кратко идеи, подтверждающие основную мысль слайда</a:t>
            </a:r>
            <a:endParaRPr/>
          </a:p>
          <a:p>
            <a:pPr lvl="1">
              <a:defRPr/>
            </a:pPr>
            <a:r>
              <a:rPr lang="ru-RU"/>
              <a:t>Уровень 2</a:t>
            </a: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0256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итата 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 bwMode="auto">
          <a:xfrm>
            <a:off x="3013869" y="-1049149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pPr>
              <a:defRPr/>
            </a:pPr>
            <a:r>
              <a:rPr lang="ru-RU" sz="28800" b="1" i="0">
                <a:solidFill>
                  <a:schemeClr val="bg1"/>
                </a:solidFill>
                <a:latin typeface="VK Sans Display DemiBold"/>
              </a:rPr>
              <a:t>«</a:t>
            </a:r>
            <a:endParaRPr/>
          </a:p>
        </p:txBody>
      </p:sp>
      <p:sp>
        <p:nvSpPr>
          <p:cNvPr id="9" name="Текст 4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346702" y="711409"/>
            <a:ext cx="6199186" cy="10618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defRPr/>
            </a:pPr>
            <a:r>
              <a:rPr lang="ru-RU"/>
              <a:t>Цитата: </a:t>
            </a:r>
            <a:br>
              <a:rPr lang="ru-RU"/>
            </a:br>
            <a:r>
              <a:rPr lang="ru-RU"/>
              <a:t>ключевая мысль</a:t>
            </a:r>
            <a:endParaRPr/>
          </a:p>
        </p:txBody>
      </p:sp>
      <p:sp>
        <p:nvSpPr>
          <p:cNvPr id="11" name="Рисунок 33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671513" y="800101"/>
            <a:ext cx="3370771" cy="3371552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 extrusionOk="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</a:lstStyle>
          <a:p>
            <a:pPr lvl="0">
              <a:defRPr/>
            </a:pPr>
            <a:r>
              <a:rPr lang="ru-RU"/>
              <a:t>Рисунок</a:t>
            </a:r>
            <a:endParaRPr/>
          </a:p>
        </p:txBody>
      </p:sp>
      <p:sp>
        <p:nvSpPr>
          <p:cNvPr id="14" name="Name + Surname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72592" y="4580422"/>
            <a:ext cx="3372026" cy="8882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2400">
                <a:solidFill>
                  <a:schemeClr val="accent1"/>
                </a:solidFill>
                <a:latin typeface="VK Sans Display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ru-RU"/>
              <a:t>Имя </a:t>
            </a:r>
            <a:br>
              <a:rPr lang="en-US"/>
            </a:br>
            <a:r>
              <a:rPr lang="ru-RU"/>
              <a:t>и фамилия</a:t>
            </a:r>
            <a:endParaRPr lang="en-US"/>
          </a:p>
        </p:txBody>
      </p:sp>
      <p:sp>
        <p:nvSpPr>
          <p:cNvPr id="16" name="Position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72592" y="5490169"/>
            <a:ext cx="3370771" cy="3872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defRPr lang="en-US" b="0" i="0">
                <a:latin typeface="VK Sans Display"/>
              </a:defRPr>
            </a:lvl1pPr>
          </a:lstStyle>
          <a:p>
            <a:pPr lvl="0">
              <a:defRPr/>
            </a:pPr>
            <a:r>
              <a:rPr lang="ru-RU"/>
              <a:t>Название должности</a:t>
            </a:r>
            <a:endParaRPr lang="en-US"/>
          </a:p>
        </p:txBody>
      </p:sp>
      <p:sp>
        <p:nvSpPr>
          <p:cNvPr id="17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Текст 34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5346702" y="2075229"/>
            <a:ext cx="6172706" cy="41255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/>
            </a:lvl1pPr>
            <a:lvl2pPr>
              <a:defRPr lang="ru-RU"/>
            </a:lvl2pPr>
          </a:lstStyle>
          <a:p>
            <a:pPr lvl="0">
              <a:defRPr/>
            </a:pPr>
            <a:r>
              <a:rPr lang="ru-RU"/>
              <a:t>Опишите кратко идеи, подтверждающие основную мысль слайда</a:t>
            </a:r>
            <a:endParaRPr/>
          </a:p>
          <a:p>
            <a:pPr lvl="1">
              <a:defRPr/>
            </a:pPr>
            <a:r>
              <a:rPr lang="ru-RU"/>
              <a:t>Уровень 2</a:t>
            </a: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135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итата без фото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4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359150" y="692151"/>
            <a:ext cx="8174038" cy="16096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ru-RU"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defRPr/>
            </a:pPr>
            <a:r>
              <a:rPr lang="ru-RU"/>
              <a:t>Цитата: </a:t>
            </a:r>
            <a:br>
              <a:rPr lang="ru-RU"/>
            </a:br>
            <a:r>
              <a:rPr lang="ru-RU"/>
              <a:t>ключевая мысль</a:t>
            </a:r>
            <a:endParaRPr/>
          </a:p>
        </p:txBody>
      </p:sp>
      <p:sp>
        <p:nvSpPr>
          <p:cNvPr id="14" name="Name + Surname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359150" y="5738829"/>
            <a:ext cx="8200515" cy="46194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240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ru-RU"/>
              <a:t>Имя и фамилия</a:t>
            </a:r>
            <a:endParaRPr lang="en-US"/>
          </a:p>
        </p:txBody>
      </p:sp>
      <p:sp>
        <p:nvSpPr>
          <p:cNvPr id="15" name="Body Text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66814" y="2459421"/>
            <a:ext cx="8174038" cy="1609616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lnSpc>
                <a:spcPct val="110000"/>
              </a:lnSpc>
              <a:buNone/>
              <a:defRPr sz="2400" b="0" i="0">
                <a:solidFill>
                  <a:schemeClr val="tx1"/>
                </a:solidFill>
                <a:latin typeface="+mj-lt"/>
              </a:defRPr>
            </a:lvl1pPr>
            <a:lvl2pPr marL="228600" indent="-228600">
              <a:lnSpc>
                <a:spcPct val="110000"/>
              </a:lnSpc>
              <a:buClr>
                <a:schemeClr val="tx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10000"/>
              </a:lnSpc>
              <a:defRPr sz="1800">
                <a:latin typeface="+mj-lt"/>
              </a:defRPr>
            </a:lvl3pPr>
          </a:lstStyle>
          <a:p>
            <a:pPr lvl="0">
              <a:defRPr/>
            </a:pPr>
            <a:r>
              <a:rPr lang="ru-RU"/>
              <a:t>Опишите кратко идеи, </a:t>
            </a:r>
            <a:br>
              <a:rPr lang="ru-RU"/>
            </a:br>
            <a:r>
              <a:rPr lang="ru-RU"/>
              <a:t>подтверждающие основную мысль слайда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544512" y="-1049150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pPr>
              <a:defRPr/>
            </a:pPr>
            <a:r>
              <a:rPr lang="ru-RU" sz="28800" b="1" i="0">
                <a:solidFill>
                  <a:schemeClr val="bg1"/>
                </a:solidFill>
                <a:latin typeface="VK Sans Display DemiBold"/>
              </a:rPr>
              <a:t>«</a:t>
            </a:r>
            <a:endParaRPr/>
          </a:p>
        </p:txBody>
      </p:sp>
      <p:sp>
        <p:nvSpPr>
          <p:cNvPr id="17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/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578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Текст заголовка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7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658813" y="1773239"/>
            <a:ext cx="10855852" cy="3784879"/>
          </a:xfrm>
          <a:prstGeom prst="rect">
            <a:avLst/>
          </a:prstGeom>
        </p:spPr>
        <p:txBody>
          <a:bodyPr/>
          <a:lstStyle>
            <a:lvl1pPr>
              <a:defRPr>
                <a:latin typeface="VK Sans Display"/>
              </a:defRPr>
            </a:lvl1pPr>
            <a:lvl2pPr>
              <a:defRPr>
                <a:latin typeface="VK Sans Display"/>
              </a:defRPr>
            </a:lvl2pPr>
            <a:lvl3pPr>
              <a:defRPr>
                <a:latin typeface="VK Sans Display"/>
              </a:defRPr>
            </a:lvl3pPr>
            <a:lvl4pPr>
              <a:defRPr>
                <a:latin typeface="VK Sans Display"/>
              </a:defRPr>
            </a:lvl4pPr>
            <a:lvl5pPr marL="941388" indent="-173038">
              <a:defRPr sz="1050">
                <a:solidFill>
                  <a:schemeClr val="accent4">
                    <a:lumMod val="75000"/>
                  </a:schemeClr>
                </a:solidFill>
                <a:latin typeface="VK Sans Display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71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1267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14" y="0"/>
            <a:ext cx="12192014" cy="685800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5" name="Текст 1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0">
              <a:defRPr/>
            </a:pPr>
            <a:r>
              <a:rPr lang="ru-RU"/>
              <a:t>Название мероприятия</a:t>
            </a:r>
            <a:endParaRPr/>
          </a:p>
        </p:txBody>
      </p:sp>
      <p:sp>
        <p:nvSpPr>
          <p:cNvPr id="6" name="Текст 1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  <p:sp>
        <p:nvSpPr>
          <p:cNvPr id="2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Название презентации в одну или три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516965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3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Название презентации в одну или три строки</a:t>
            </a:r>
            <a:endParaRPr/>
          </a:p>
        </p:txBody>
      </p:sp>
      <p:sp>
        <p:nvSpPr>
          <p:cNvPr id="5" name="Текст 1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0">
              <a:defRPr/>
            </a:pPr>
            <a:r>
              <a:rPr lang="ru-RU"/>
              <a:t>Название мероприятия</a:t>
            </a:r>
            <a:endParaRPr/>
          </a:p>
        </p:txBody>
      </p:sp>
      <p:sp>
        <p:nvSpPr>
          <p:cNvPr id="6" name="Текст 1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073595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2" name="Группа 1"/>
          <p:cNvGrpSpPr/>
          <p:nvPr/>
        </p:nvGrpSpPr>
        <p:grpSpPr bwMode="auto"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3" name="Полилиния 2"/>
            <p:cNvSpPr/>
            <p:nvPr/>
          </p:nvSpPr>
          <p:spPr bwMode="auto"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" name="Полилиния 3"/>
            <p:cNvSpPr/>
            <p:nvPr/>
          </p:nvSpPr>
          <p:spPr bwMode="auto"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 extrusionOk="0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" name="Полилиния 4"/>
            <p:cNvSpPr/>
            <p:nvPr/>
          </p:nvSpPr>
          <p:spPr bwMode="auto"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" name="Полилиния 5"/>
            <p:cNvSpPr/>
            <p:nvPr/>
          </p:nvSpPr>
          <p:spPr bwMode="auto"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" name="Полилиния 6"/>
            <p:cNvSpPr/>
            <p:nvPr/>
          </p:nvSpPr>
          <p:spPr bwMode="auto"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" name="Полилиния 7"/>
            <p:cNvSpPr/>
            <p:nvPr/>
          </p:nvSpPr>
          <p:spPr bwMode="auto"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 extrusionOk="0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9" name="Полилиния 8"/>
            <p:cNvSpPr/>
            <p:nvPr/>
          </p:nvSpPr>
          <p:spPr bwMode="auto"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0" name="Полилиния 9"/>
            <p:cNvSpPr/>
            <p:nvPr/>
          </p:nvSpPr>
          <p:spPr bwMode="auto"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1" name="Полилиния 10"/>
            <p:cNvSpPr/>
            <p:nvPr/>
          </p:nvSpPr>
          <p:spPr bwMode="auto"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" name="Полилиния 11"/>
            <p:cNvSpPr/>
            <p:nvPr/>
          </p:nvSpPr>
          <p:spPr bwMode="auto"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 extrusionOk="0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" name="Полилиния 12"/>
            <p:cNvSpPr/>
            <p:nvPr/>
          </p:nvSpPr>
          <p:spPr bwMode="auto"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" name="Полилиния 13"/>
            <p:cNvSpPr/>
            <p:nvPr/>
          </p:nvSpPr>
          <p:spPr bwMode="auto"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 14"/>
            <p:cNvSpPr/>
            <p:nvPr/>
          </p:nvSpPr>
          <p:spPr bwMode="auto"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 15"/>
            <p:cNvSpPr/>
            <p:nvPr/>
          </p:nvSpPr>
          <p:spPr bwMode="auto"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 16"/>
            <p:cNvSpPr/>
            <p:nvPr/>
          </p:nvSpPr>
          <p:spPr bwMode="auto"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 17"/>
            <p:cNvSpPr/>
            <p:nvPr/>
          </p:nvSpPr>
          <p:spPr bwMode="auto"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 18"/>
            <p:cNvSpPr/>
            <p:nvPr/>
          </p:nvSpPr>
          <p:spPr bwMode="auto"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 19"/>
            <p:cNvSpPr/>
            <p:nvPr/>
          </p:nvSpPr>
          <p:spPr bwMode="auto"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 20"/>
            <p:cNvSpPr/>
            <p:nvPr/>
          </p:nvSpPr>
          <p:spPr bwMode="auto"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 21"/>
            <p:cNvSpPr/>
            <p:nvPr/>
          </p:nvSpPr>
          <p:spPr bwMode="auto"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24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Спасибо </a:t>
            </a:r>
            <a:br>
              <a:rPr lang="ru-RU"/>
            </a:br>
            <a:r>
              <a:rPr lang="ru-RU"/>
              <a:t>за внимание</a:t>
            </a:r>
            <a:endParaRPr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26" name="Текст 1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12898" y="2791115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088935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" name="Группа 34"/>
          <p:cNvGrpSpPr/>
          <p:nvPr/>
        </p:nvGrpSpPr>
        <p:grpSpPr bwMode="auto">
          <a:xfrm>
            <a:off x="6449857" y="4114787"/>
            <a:ext cx="5680147" cy="2743207"/>
            <a:chOff x="6449857" y="4114787"/>
            <a:chExt cx="5680147" cy="2743207"/>
          </a:xfrm>
        </p:grpSpPr>
        <p:sp>
          <p:nvSpPr>
            <p:cNvPr id="27" name="Полилиния 26"/>
            <p:cNvSpPr/>
            <p:nvPr userDrawn="1"/>
          </p:nvSpPr>
          <p:spPr bwMode="auto">
            <a:xfrm>
              <a:off x="6449857" y="4114787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 27"/>
            <p:cNvSpPr/>
            <p:nvPr userDrawn="1"/>
          </p:nvSpPr>
          <p:spPr bwMode="auto">
            <a:xfrm>
              <a:off x="7989075" y="4114787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 28"/>
            <p:cNvSpPr/>
            <p:nvPr userDrawn="1"/>
          </p:nvSpPr>
          <p:spPr bwMode="auto">
            <a:xfrm>
              <a:off x="9528262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 29"/>
            <p:cNvSpPr/>
            <p:nvPr userDrawn="1"/>
          </p:nvSpPr>
          <p:spPr bwMode="auto">
            <a:xfrm>
              <a:off x="11067506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 30"/>
            <p:cNvSpPr/>
            <p:nvPr userDrawn="1"/>
          </p:nvSpPr>
          <p:spPr bwMode="auto">
            <a:xfrm>
              <a:off x="6449857" y="5486399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 31"/>
            <p:cNvSpPr/>
            <p:nvPr userDrawn="1"/>
          </p:nvSpPr>
          <p:spPr bwMode="auto">
            <a:xfrm>
              <a:off x="7989075" y="5486399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3" name="Полилиния 32"/>
            <p:cNvSpPr/>
            <p:nvPr userDrawn="1"/>
          </p:nvSpPr>
          <p:spPr bwMode="auto">
            <a:xfrm>
              <a:off x="9528262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4" name="Полилиния 33"/>
            <p:cNvSpPr/>
            <p:nvPr userDrawn="1"/>
          </p:nvSpPr>
          <p:spPr bwMode="auto">
            <a:xfrm>
              <a:off x="11067506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Спасибо </a:t>
            </a:r>
            <a:br>
              <a:rPr lang="ru-RU"/>
            </a:br>
            <a:r>
              <a:rPr lang="ru-RU"/>
              <a:t>за внимание</a:t>
            </a:r>
            <a:endParaRPr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857894" y="724806"/>
            <a:ext cx="2704194" cy="2704194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42" name="Текст 1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12898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  <p:sp>
        <p:nvSpPr>
          <p:cNvPr id="43" name="Текст 1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796846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094289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" name="Группа 25"/>
          <p:cNvGrpSpPr/>
          <p:nvPr/>
        </p:nvGrpSpPr>
        <p:grpSpPr bwMode="auto">
          <a:xfrm>
            <a:off x="6449857" y="4114787"/>
            <a:ext cx="5680147" cy="2743207"/>
            <a:chOff x="6449857" y="4114787"/>
            <a:chExt cx="5680147" cy="2743207"/>
          </a:xfrm>
        </p:grpSpPr>
        <p:sp>
          <p:nvSpPr>
            <p:cNvPr id="27" name="Полилиния 26"/>
            <p:cNvSpPr/>
            <p:nvPr userDrawn="1"/>
          </p:nvSpPr>
          <p:spPr bwMode="auto">
            <a:xfrm>
              <a:off x="6449857" y="4114787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 27"/>
            <p:cNvSpPr/>
            <p:nvPr userDrawn="1"/>
          </p:nvSpPr>
          <p:spPr bwMode="auto">
            <a:xfrm>
              <a:off x="7989075" y="4114787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 28"/>
            <p:cNvSpPr/>
            <p:nvPr userDrawn="1"/>
          </p:nvSpPr>
          <p:spPr bwMode="auto">
            <a:xfrm>
              <a:off x="9528262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 29"/>
            <p:cNvSpPr/>
            <p:nvPr userDrawn="1"/>
          </p:nvSpPr>
          <p:spPr bwMode="auto">
            <a:xfrm>
              <a:off x="11067506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 30"/>
            <p:cNvSpPr/>
            <p:nvPr userDrawn="1"/>
          </p:nvSpPr>
          <p:spPr bwMode="auto">
            <a:xfrm>
              <a:off x="6449857" y="5486399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 31"/>
            <p:cNvSpPr/>
            <p:nvPr userDrawn="1"/>
          </p:nvSpPr>
          <p:spPr bwMode="auto">
            <a:xfrm>
              <a:off x="7989075" y="5486399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3" name="Полилиния 32"/>
            <p:cNvSpPr/>
            <p:nvPr userDrawn="1"/>
          </p:nvSpPr>
          <p:spPr bwMode="auto">
            <a:xfrm>
              <a:off x="9528262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4" name="Полилиния 33"/>
            <p:cNvSpPr/>
            <p:nvPr userDrawn="1"/>
          </p:nvSpPr>
          <p:spPr bwMode="auto">
            <a:xfrm>
              <a:off x="11067506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Спасибо </a:t>
            </a:r>
            <a:br>
              <a:rPr lang="ru-RU"/>
            </a:br>
            <a:r>
              <a:rPr lang="ru-RU"/>
              <a:t>за внимание</a:t>
            </a:r>
            <a:endParaRPr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38" name="Текст 1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12898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  <p:sp>
        <p:nvSpPr>
          <p:cNvPr id="39" name="Текст 1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796846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  <p:sp>
        <p:nvSpPr>
          <p:cNvPr id="40" name="Текст 1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880794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8740338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Титульный слай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rcRect r="11909"/>
          <a:stretch/>
        </p:blipFill>
        <p:spPr bwMode="auto">
          <a:xfrm>
            <a:off x="2350640" y="-9819"/>
            <a:ext cx="9837444" cy="6858008"/>
          </a:xfrm>
          <a:prstGeom prst="rect">
            <a:avLst/>
          </a:prstGeom>
        </p:spPr>
      </p:pic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5816" y="692150"/>
            <a:ext cx="1717199" cy="540000"/>
          </a:xfrm>
          <a:prstGeom prst="rect">
            <a:avLst/>
          </a:prstGeom>
        </p:spPr>
      </p:pic>
      <p:sp>
        <p:nvSpPr>
          <p:cNvPr id="3" name="Текст 1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0">
              <a:defRPr/>
            </a:pPr>
            <a:r>
              <a:rPr lang="ru-RU"/>
              <a:t>Название мероприятия</a:t>
            </a:r>
            <a:endParaRPr/>
          </a:p>
        </p:txBody>
      </p:sp>
      <p:sp>
        <p:nvSpPr>
          <p:cNvPr id="4" name="Текст 1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/>
              </a:defRPr>
            </a:lvl1pPr>
            <a:lvl2pPr marL="0" indent="0">
              <a:buNone/>
              <a:defRPr>
                <a:solidFill>
                  <a:schemeClr val="tx1"/>
                </a:solidFill>
                <a:latin typeface="VK Sans Display"/>
              </a:defRPr>
            </a:lvl2pPr>
            <a:lvl3pPr>
              <a:defRPr>
                <a:solidFill>
                  <a:schemeClr val="bg1"/>
                </a:solidFill>
                <a:latin typeface="VK Sans Display"/>
              </a:defRPr>
            </a:lvl3pPr>
            <a:lvl4pPr>
              <a:defRPr>
                <a:solidFill>
                  <a:schemeClr val="bg1"/>
                </a:solidFill>
                <a:latin typeface="VK Sans Display"/>
              </a:defRPr>
            </a:lvl4pPr>
            <a:lvl5pPr>
              <a:defRPr>
                <a:solidFill>
                  <a:schemeClr val="bg1"/>
                </a:solidFill>
                <a:latin typeface="VK Sans Display"/>
              </a:defRPr>
            </a:lvl5pPr>
          </a:lstStyle>
          <a:p>
            <a:pPr lvl="1">
              <a:defRPr/>
            </a:pPr>
            <a:r>
              <a:rPr lang="ru-RU"/>
              <a:t>Имя Фамилия, должность спикера</a:t>
            </a:r>
            <a:endParaRPr/>
          </a:p>
        </p:txBody>
      </p:sp>
      <p:sp>
        <p:nvSpPr>
          <p:cNvPr id="5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Название презентации в одну или три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720387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Титульный слай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 bwMode="auto"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 bwMode="auto"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 bwMode="auto"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 bwMode="auto"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 bwMode="auto"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 bwMode="auto"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 bwMode="auto"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 bwMode="auto"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 bwMode="auto"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 bwMode="auto"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 bwMode="auto"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 bwMode="auto"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 bwMode="auto"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 bwMode="auto"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 bwMode="auto"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 bwMode="auto"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 bwMode="auto"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 bwMode="auto"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 bwMode="auto"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 bwMode="auto"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 bwMode="auto"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 bwMode="auto"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 bwMode="auto"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 bwMode="auto"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 bwMode="auto"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 bwMode="auto"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 bwMode="auto"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 bwMode="auto"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 bwMode="auto"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 bwMode="auto"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 bwMode="auto"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 bwMode="auto"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 bwMode="auto"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 bwMode="auto"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 bwMode="auto"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 bwMode="auto"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 bwMode="auto"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 bwMode="auto"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 bwMode="auto"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 bwMode="auto"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2" name="Группа 1"/>
          <p:cNvGrpSpPr/>
          <p:nvPr/>
        </p:nvGrpSpPr>
        <p:grpSpPr bwMode="auto"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/>
            <p:cNvSpPr/>
            <p:nvPr/>
          </p:nvSpPr>
          <p:spPr bwMode="auto"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" name="Полилиния 3"/>
            <p:cNvSpPr/>
            <p:nvPr/>
          </p:nvSpPr>
          <p:spPr bwMode="auto"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 extrusionOk="0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" name="Полилиния 4"/>
            <p:cNvSpPr/>
            <p:nvPr/>
          </p:nvSpPr>
          <p:spPr bwMode="auto"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" name="Полилиния 5"/>
            <p:cNvSpPr/>
            <p:nvPr/>
          </p:nvSpPr>
          <p:spPr bwMode="auto"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" name="Полилиния 6"/>
            <p:cNvSpPr/>
            <p:nvPr/>
          </p:nvSpPr>
          <p:spPr bwMode="auto"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" name="Полилиния 7"/>
            <p:cNvSpPr/>
            <p:nvPr/>
          </p:nvSpPr>
          <p:spPr bwMode="auto"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 extrusionOk="0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9" name="Полилиния 8"/>
            <p:cNvSpPr/>
            <p:nvPr/>
          </p:nvSpPr>
          <p:spPr bwMode="auto"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0" name="Полилиния 9"/>
            <p:cNvSpPr/>
            <p:nvPr/>
          </p:nvSpPr>
          <p:spPr bwMode="auto"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1" name="Полилиния 10"/>
            <p:cNvSpPr/>
            <p:nvPr/>
          </p:nvSpPr>
          <p:spPr bwMode="auto"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" name="Полилиния 11"/>
            <p:cNvSpPr/>
            <p:nvPr/>
          </p:nvSpPr>
          <p:spPr bwMode="auto"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 extrusionOk="0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" name="Полилиния 12"/>
            <p:cNvSpPr/>
            <p:nvPr/>
          </p:nvSpPr>
          <p:spPr bwMode="auto"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" name="Полилиния 13"/>
            <p:cNvSpPr/>
            <p:nvPr/>
          </p:nvSpPr>
          <p:spPr bwMode="auto"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 14"/>
            <p:cNvSpPr/>
            <p:nvPr/>
          </p:nvSpPr>
          <p:spPr bwMode="auto"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 15"/>
            <p:cNvSpPr/>
            <p:nvPr/>
          </p:nvSpPr>
          <p:spPr bwMode="auto"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 16"/>
            <p:cNvSpPr/>
            <p:nvPr/>
          </p:nvSpPr>
          <p:spPr bwMode="auto"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 17"/>
            <p:cNvSpPr/>
            <p:nvPr/>
          </p:nvSpPr>
          <p:spPr bwMode="auto"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 18"/>
            <p:cNvSpPr/>
            <p:nvPr/>
          </p:nvSpPr>
          <p:spPr bwMode="auto"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 19"/>
            <p:cNvSpPr/>
            <p:nvPr/>
          </p:nvSpPr>
          <p:spPr bwMode="auto"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 20"/>
            <p:cNvSpPr/>
            <p:nvPr/>
          </p:nvSpPr>
          <p:spPr bwMode="auto"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 21"/>
            <p:cNvSpPr/>
            <p:nvPr/>
          </p:nvSpPr>
          <p:spPr bwMode="auto"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23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Спасибо </a:t>
            </a:r>
            <a:br>
              <a:rPr lang="ru-RU"/>
            </a:br>
            <a:r>
              <a:rPr lang="ru-RU"/>
              <a:t>за внимание</a:t>
            </a:r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857894" y="724806"/>
            <a:ext cx="2704193" cy="2704193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5816" y="692150"/>
            <a:ext cx="171719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9111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итульный слайд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58814" y="1773238"/>
            <a:ext cx="4621372" cy="1218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066328" y="0"/>
            <a:ext cx="5103281" cy="6858000"/>
            <a:chOff x="13297154" y="-2797570"/>
            <a:chExt cx="2934215" cy="3943120"/>
          </a:xfrm>
          <a:solidFill>
            <a:srgbClr val="212121"/>
          </a:solidFill>
        </p:grpSpPr>
        <p:sp>
          <p:nvSpPr>
            <p:cNvPr id="3" name="Полилиния 2"/>
            <p:cNvSpPr/>
            <p:nvPr/>
          </p:nvSpPr>
          <p:spPr bwMode="auto">
            <a:xfrm>
              <a:off x="13297154" y="-2797533"/>
              <a:ext cx="856878" cy="985643"/>
            </a:xfrm>
            <a:custGeom>
              <a:avLst/>
              <a:gdLst>
                <a:gd name="connsiteX0" fmla="*/ 590265 w 856878"/>
                <a:gd name="connsiteY0" fmla="*/ 0 h 985643"/>
                <a:gd name="connsiteX1" fmla="*/ 0 w 856878"/>
                <a:gd name="connsiteY1" fmla="*/ 985644 h 985643"/>
                <a:gd name="connsiteX2" fmla="*/ 383751 w 856878"/>
                <a:gd name="connsiteY2" fmla="*/ 985644 h 985643"/>
                <a:gd name="connsiteX3" fmla="*/ 856879 w 856878"/>
                <a:gd name="connsiteY3" fmla="*/ 0 h 985643"/>
                <a:gd name="connsiteX4" fmla="*/ 590265 w 856878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3" extrusionOk="0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" name="Полилиния 3"/>
            <p:cNvSpPr/>
            <p:nvPr/>
          </p:nvSpPr>
          <p:spPr bwMode="auto">
            <a:xfrm>
              <a:off x="13297154" y="-1811708"/>
              <a:ext cx="856878" cy="985645"/>
            </a:xfrm>
            <a:custGeom>
              <a:avLst/>
              <a:gdLst>
                <a:gd name="connsiteX0" fmla="*/ 590265 w 856878"/>
                <a:gd name="connsiteY0" fmla="*/ 0 h 985645"/>
                <a:gd name="connsiteX1" fmla="*/ 0 w 856878"/>
                <a:gd name="connsiteY1" fmla="*/ 985645 h 985645"/>
                <a:gd name="connsiteX2" fmla="*/ 383751 w 856878"/>
                <a:gd name="connsiteY2" fmla="*/ 985645 h 985645"/>
                <a:gd name="connsiteX3" fmla="*/ 856879 w 856878"/>
                <a:gd name="connsiteY3" fmla="*/ 0 h 985645"/>
                <a:gd name="connsiteX4" fmla="*/ 590265 w 856878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 extrusionOk="0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" name="Полилиния 5"/>
            <p:cNvSpPr/>
            <p:nvPr/>
          </p:nvSpPr>
          <p:spPr bwMode="auto">
            <a:xfrm>
              <a:off x="13297154" y="-826063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" name="Полилиния 6"/>
            <p:cNvSpPr/>
            <p:nvPr/>
          </p:nvSpPr>
          <p:spPr bwMode="auto">
            <a:xfrm>
              <a:off x="13297154" y="159905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" name="Полилиния 7"/>
            <p:cNvSpPr/>
            <p:nvPr/>
          </p:nvSpPr>
          <p:spPr bwMode="auto">
            <a:xfrm>
              <a:off x="14335846" y="-2797533"/>
              <a:ext cx="856883" cy="985643"/>
            </a:xfrm>
            <a:custGeom>
              <a:avLst/>
              <a:gdLst>
                <a:gd name="connsiteX0" fmla="*/ 590270 w 856883"/>
                <a:gd name="connsiteY0" fmla="*/ 0 h 985643"/>
                <a:gd name="connsiteX1" fmla="*/ 0 w 856883"/>
                <a:gd name="connsiteY1" fmla="*/ 985644 h 985643"/>
                <a:gd name="connsiteX2" fmla="*/ 383749 w 856883"/>
                <a:gd name="connsiteY2" fmla="*/ 985644 h 985643"/>
                <a:gd name="connsiteX3" fmla="*/ 856884 w 856883"/>
                <a:gd name="connsiteY3" fmla="*/ 0 h 985643"/>
                <a:gd name="connsiteX4" fmla="*/ 590270 w 856883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3" extrusionOk="0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9" name="Полилиния 8"/>
            <p:cNvSpPr/>
            <p:nvPr/>
          </p:nvSpPr>
          <p:spPr bwMode="auto">
            <a:xfrm>
              <a:off x="15374486" y="-2797570"/>
              <a:ext cx="856883" cy="985641"/>
            </a:xfrm>
            <a:custGeom>
              <a:avLst/>
              <a:gdLst>
                <a:gd name="connsiteX0" fmla="*/ 590270 w 856883"/>
                <a:gd name="connsiteY0" fmla="*/ 0 h 985642"/>
                <a:gd name="connsiteX1" fmla="*/ 0 w 856883"/>
                <a:gd name="connsiteY1" fmla="*/ 985643 h 985642"/>
                <a:gd name="connsiteX2" fmla="*/ 383749 w 856883"/>
                <a:gd name="connsiteY2" fmla="*/ 985643 h 985642"/>
                <a:gd name="connsiteX3" fmla="*/ 856884 w 856883"/>
                <a:gd name="connsiteY3" fmla="*/ 0 h 985642"/>
                <a:gd name="connsiteX4" fmla="*/ 590270 w 856883"/>
                <a:gd name="connsiteY4" fmla="*/ 0 h 98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2" extrusionOk="0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0" name="Полилиния 9"/>
            <p:cNvSpPr/>
            <p:nvPr/>
          </p:nvSpPr>
          <p:spPr bwMode="auto">
            <a:xfrm>
              <a:off x="14335846" y="-1811708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1" name="Полилиния 10"/>
            <p:cNvSpPr/>
            <p:nvPr/>
          </p:nvSpPr>
          <p:spPr bwMode="auto">
            <a:xfrm>
              <a:off x="14335846" y="-826063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" name="Полилиния 11"/>
            <p:cNvSpPr/>
            <p:nvPr/>
          </p:nvSpPr>
          <p:spPr bwMode="auto">
            <a:xfrm>
              <a:off x="15374486" y="-1811746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" name="Полилиния 12"/>
            <p:cNvSpPr/>
            <p:nvPr/>
          </p:nvSpPr>
          <p:spPr bwMode="auto">
            <a:xfrm>
              <a:off x="15374486" y="-826101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" name="Полилиния 13"/>
            <p:cNvSpPr/>
            <p:nvPr/>
          </p:nvSpPr>
          <p:spPr bwMode="auto">
            <a:xfrm>
              <a:off x="14335846" y="159905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 14"/>
            <p:cNvSpPr/>
            <p:nvPr/>
          </p:nvSpPr>
          <p:spPr bwMode="auto">
            <a:xfrm>
              <a:off x="15374486" y="159867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4834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" name="Группа 67"/>
          <p:cNvGrpSpPr/>
          <p:nvPr/>
        </p:nvGrpSpPr>
        <p:grpSpPr bwMode="auto"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69" name="Полилиния 68"/>
            <p:cNvSpPr/>
            <p:nvPr/>
          </p:nvSpPr>
          <p:spPr bwMode="auto"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0" name="Полилиния 69"/>
            <p:cNvSpPr/>
            <p:nvPr/>
          </p:nvSpPr>
          <p:spPr bwMode="auto"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 extrusionOk="0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1" name="Полилиния 70"/>
            <p:cNvSpPr/>
            <p:nvPr/>
          </p:nvSpPr>
          <p:spPr bwMode="auto"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2" name="Полилиния 71"/>
            <p:cNvSpPr/>
            <p:nvPr/>
          </p:nvSpPr>
          <p:spPr bwMode="auto"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3" name="Полилиния 72"/>
            <p:cNvSpPr/>
            <p:nvPr/>
          </p:nvSpPr>
          <p:spPr bwMode="auto"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4" name="Полилиния 73"/>
            <p:cNvSpPr/>
            <p:nvPr/>
          </p:nvSpPr>
          <p:spPr bwMode="auto"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 extrusionOk="0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5" name="Полилиния 74"/>
            <p:cNvSpPr/>
            <p:nvPr/>
          </p:nvSpPr>
          <p:spPr bwMode="auto"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6" name="Полилиния 75"/>
            <p:cNvSpPr/>
            <p:nvPr/>
          </p:nvSpPr>
          <p:spPr bwMode="auto"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7" name="Полилиния 76"/>
            <p:cNvSpPr/>
            <p:nvPr/>
          </p:nvSpPr>
          <p:spPr bwMode="auto"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8" name="Полилиния 77"/>
            <p:cNvSpPr/>
            <p:nvPr/>
          </p:nvSpPr>
          <p:spPr bwMode="auto"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 extrusionOk="0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9" name="Полилиния 78"/>
            <p:cNvSpPr/>
            <p:nvPr/>
          </p:nvSpPr>
          <p:spPr bwMode="auto"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0" name="Полилиния 79"/>
            <p:cNvSpPr/>
            <p:nvPr/>
          </p:nvSpPr>
          <p:spPr bwMode="auto"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1" name="Полилиния 80"/>
            <p:cNvSpPr/>
            <p:nvPr/>
          </p:nvSpPr>
          <p:spPr bwMode="auto"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2" name="Полилиния 81"/>
            <p:cNvSpPr/>
            <p:nvPr/>
          </p:nvSpPr>
          <p:spPr bwMode="auto"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3" name="Полилиния 82"/>
            <p:cNvSpPr/>
            <p:nvPr/>
          </p:nvSpPr>
          <p:spPr bwMode="auto"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4" name="Полилиния 83"/>
            <p:cNvSpPr/>
            <p:nvPr/>
          </p:nvSpPr>
          <p:spPr bwMode="auto"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5" name="Полилиния 84"/>
            <p:cNvSpPr/>
            <p:nvPr/>
          </p:nvSpPr>
          <p:spPr bwMode="auto"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6" name="Полилиния 85"/>
            <p:cNvSpPr/>
            <p:nvPr/>
          </p:nvSpPr>
          <p:spPr bwMode="auto"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7" name="Полилиния 86"/>
            <p:cNvSpPr/>
            <p:nvPr/>
          </p:nvSpPr>
          <p:spPr bwMode="auto"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8" name="Полилиния 87"/>
            <p:cNvSpPr/>
            <p:nvPr/>
          </p:nvSpPr>
          <p:spPr bwMode="auto"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2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58814" y="1773238"/>
            <a:ext cx="4621372" cy="1218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492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итульный слайд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58814" y="1773238"/>
            <a:ext cx="4621372" cy="1218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grpSp>
        <p:nvGrpSpPr>
          <p:cNvPr id="58" name="Группа 57"/>
          <p:cNvGrpSpPr/>
          <p:nvPr/>
        </p:nvGrpSpPr>
        <p:grpSpPr bwMode="auto">
          <a:xfrm>
            <a:off x="5875274" y="4114986"/>
            <a:ext cx="6297633" cy="2743014"/>
            <a:chOff x="5875274" y="4114986"/>
            <a:chExt cx="6297633" cy="2743014"/>
          </a:xfrm>
          <a:solidFill>
            <a:srgbClr val="212121"/>
          </a:solidFill>
        </p:grpSpPr>
        <p:sp>
          <p:nvSpPr>
            <p:cNvPr id="48" name="Полилиния 47"/>
            <p:cNvSpPr/>
            <p:nvPr userDrawn="1"/>
          </p:nvSpPr>
          <p:spPr bwMode="auto">
            <a:xfrm>
              <a:off x="7156015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9" name="Полилиния 48"/>
            <p:cNvSpPr/>
            <p:nvPr userDrawn="1"/>
          </p:nvSpPr>
          <p:spPr bwMode="auto">
            <a:xfrm>
              <a:off x="7156015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" name="Полилиния 49"/>
            <p:cNvSpPr/>
            <p:nvPr userDrawn="1"/>
          </p:nvSpPr>
          <p:spPr bwMode="auto">
            <a:xfrm>
              <a:off x="8436551" y="4114986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1" name="Полилиния 50"/>
            <p:cNvSpPr/>
            <p:nvPr userDrawn="1"/>
          </p:nvSpPr>
          <p:spPr bwMode="auto">
            <a:xfrm>
              <a:off x="8436551" y="5486592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2" name="Полилиния 51"/>
            <p:cNvSpPr/>
            <p:nvPr userDrawn="1"/>
          </p:nvSpPr>
          <p:spPr bwMode="auto">
            <a:xfrm>
              <a:off x="9717189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3" name="Полилиния 52"/>
            <p:cNvSpPr/>
            <p:nvPr userDrawn="1"/>
          </p:nvSpPr>
          <p:spPr bwMode="auto">
            <a:xfrm>
              <a:off x="9717189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4" name="Полилиния 53"/>
            <p:cNvSpPr/>
            <p:nvPr userDrawn="1"/>
          </p:nvSpPr>
          <p:spPr bwMode="auto">
            <a:xfrm>
              <a:off x="10997823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5" name="Полилиния 54"/>
            <p:cNvSpPr/>
            <p:nvPr userDrawn="1"/>
          </p:nvSpPr>
          <p:spPr bwMode="auto">
            <a:xfrm>
              <a:off x="10997823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6" name="Полилиния 55"/>
            <p:cNvSpPr/>
            <p:nvPr userDrawn="1"/>
          </p:nvSpPr>
          <p:spPr bwMode="auto">
            <a:xfrm>
              <a:off x="5875274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7" name="Полилиния 56"/>
            <p:cNvSpPr/>
            <p:nvPr userDrawn="1"/>
          </p:nvSpPr>
          <p:spPr bwMode="auto">
            <a:xfrm>
              <a:off x="5875274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552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Титульный слайд раздела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 bwMode="auto"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/>
            <p:cNvSpPr/>
            <p:nvPr/>
          </p:nvSpPr>
          <p:spPr bwMode="auto"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" name="Полилиния 3"/>
            <p:cNvSpPr/>
            <p:nvPr/>
          </p:nvSpPr>
          <p:spPr bwMode="auto"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 extrusionOk="0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" name="Полилиния 5"/>
            <p:cNvSpPr/>
            <p:nvPr/>
          </p:nvSpPr>
          <p:spPr bwMode="auto"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" name="Полилиния 6"/>
            <p:cNvSpPr/>
            <p:nvPr/>
          </p:nvSpPr>
          <p:spPr bwMode="auto"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" name="Полилиния 7"/>
            <p:cNvSpPr/>
            <p:nvPr/>
          </p:nvSpPr>
          <p:spPr bwMode="auto"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9" name="Полилиния 8"/>
            <p:cNvSpPr/>
            <p:nvPr/>
          </p:nvSpPr>
          <p:spPr bwMode="auto"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 extrusionOk="0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0" name="Полилиния 9"/>
            <p:cNvSpPr/>
            <p:nvPr/>
          </p:nvSpPr>
          <p:spPr bwMode="auto"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1" name="Полилиния 10"/>
            <p:cNvSpPr/>
            <p:nvPr/>
          </p:nvSpPr>
          <p:spPr bwMode="auto"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" name="Полилиния 11"/>
            <p:cNvSpPr/>
            <p:nvPr/>
          </p:nvSpPr>
          <p:spPr bwMode="auto"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" name="Полилиния 12"/>
            <p:cNvSpPr/>
            <p:nvPr/>
          </p:nvSpPr>
          <p:spPr bwMode="auto"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 extrusionOk="0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" name="Полилиния 13"/>
            <p:cNvSpPr/>
            <p:nvPr/>
          </p:nvSpPr>
          <p:spPr bwMode="auto"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 14"/>
            <p:cNvSpPr/>
            <p:nvPr/>
          </p:nvSpPr>
          <p:spPr bwMode="auto"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 15"/>
            <p:cNvSpPr/>
            <p:nvPr/>
          </p:nvSpPr>
          <p:spPr bwMode="auto"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 16"/>
            <p:cNvSpPr/>
            <p:nvPr/>
          </p:nvSpPr>
          <p:spPr bwMode="auto"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 17"/>
            <p:cNvSpPr/>
            <p:nvPr/>
          </p:nvSpPr>
          <p:spPr bwMode="auto"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 18"/>
            <p:cNvSpPr/>
            <p:nvPr/>
          </p:nvSpPr>
          <p:spPr bwMode="auto"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 19"/>
            <p:cNvSpPr/>
            <p:nvPr/>
          </p:nvSpPr>
          <p:spPr bwMode="auto"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 20"/>
            <p:cNvSpPr/>
            <p:nvPr/>
          </p:nvSpPr>
          <p:spPr bwMode="auto"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 21"/>
            <p:cNvSpPr/>
            <p:nvPr/>
          </p:nvSpPr>
          <p:spPr bwMode="auto"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 22"/>
            <p:cNvSpPr/>
            <p:nvPr/>
          </p:nvSpPr>
          <p:spPr bwMode="auto"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24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58813" y="1773238"/>
            <a:ext cx="4621372" cy="1218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1973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Титульный слайд раздела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58813" y="1773238"/>
            <a:ext cx="4621372" cy="1218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grpSp>
        <p:nvGrpSpPr>
          <p:cNvPr id="5" name="Группа 4"/>
          <p:cNvGrpSpPr/>
          <p:nvPr/>
        </p:nvGrpSpPr>
        <p:grpSpPr bwMode="auto">
          <a:xfrm>
            <a:off x="5875274" y="4114986"/>
            <a:ext cx="6297633" cy="2743014"/>
            <a:chOff x="5875274" y="4114986"/>
            <a:chExt cx="6297633" cy="2743014"/>
          </a:xfrm>
          <a:solidFill>
            <a:schemeClr val="bg1"/>
          </a:solidFill>
        </p:grpSpPr>
        <p:sp>
          <p:nvSpPr>
            <p:cNvPr id="26" name="Полилиния 25"/>
            <p:cNvSpPr/>
            <p:nvPr userDrawn="1"/>
          </p:nvSpPr>
          <p:spPr bwMode="auto">
            <a:xfrm>
              <a:off x="7156015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 26"/>
            <p:cNvSpPr/>
            <p:nvPr userDrawn="1"/>
          </p:nvSpPr>
          <p:spPr bwMode="auto">
            <a:xfrm>
              <a:off x="7156015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 27"/>
            <p:cNvSpPr/>
            <p:nvPr userDrawn="1"/>
          </p:nvSpPr>
          <p:spPr bwMode="auto">
            <a:xfrm>
              <a:off x="8436551" y="4114986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 28"/>
            <p:cNvSpPr/>
            <p:nvPr userDrawn="1"/>
          </p:nvSpPr>
          <p:spPr bwMode="auto">
            <a:xfrm>
              <a:off x="8436551" y="5486592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 29"/>
            <p:cNvSpPr/>
            <p:nvPr userDrawn="1"/>
          </p:nvSpPr>
          <p:spPr bwMode="auto">
            <a:xfrm>
              <a:off x="9717189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 30"/>
            <p:cNvSpPr/>
            <p:nvPr userDrawn="1"/>
          </p:nvSpPr>
          <p:spPr bwMode="auto">
            <a:xfrm>
              <a:off x="9717189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 31"/>
            <p:cNvSpPr/>
            <p:nvPr userDrawn="1"/>
          </p:nvSpPr>
          <p:spPr bwMode="auto">
            <a:xfrm>
              <a:off x="10997823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3" name="Полилиния 32"/>
            <p:cNvSpPr/>
            <p:nvPr userDrawn="1"/>
          </p:nvSpPr>
          <p:spPr bwMode="auto">
            <a:xfrm>
              <a:off x="10997823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4" name="Полилиния 33"/>
            <p:cNvSpPr/>
            <p:nvPr userDrawn="1"/>
          </p:nvSpPr>
          <p:spPr bwMode="auto">
            <a:xfrm>
              <a:off x="5875274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 34"/>
            <p:cNvSpPr/>
            <p:nvPr userDrawn="1"/>
          </p:nvSpPr>
          <p:spPr bwMode="auto">
            <a:xfrm>
              <a:off x="5875274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8717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489AF38-66BB-4C86-A736-99A752D72487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26567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99661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0E3CB31-51C5-44EC-B832-4F5C770A4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8564466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F7ABA-9207-F14B-ABD3-93944D691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171652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E5408C-4056-F34C-9874-98FB37FC1B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3363" y="692150"/>
            <a:ext cx="7489825" cy="5508625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tabLst/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 pitchFamily="2" charset="0"/>
              </a:defRPr>
            </a:lvl4pPr>
          </a:lstStyle>
          <a:p>
            <a:pPr lvl="0"/>
            <a:r>
              <a:rPr lang="ru-RU" dirty="0"/>
              <a:t>Раскройте содержание презентации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Нижний колонтитул 2">
            <a:extLst>
              <a:ext uri="{FF2B5EF4-FFF2-40B4-BE49-F238E27FC236}">
                <a16:creationId xmlns:a16="http://schemas.microsoft.com/office/drawing/2014/main" id="{3F11BB92-6739-9747-9A25-62A737177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0501EF-BF0D-7679-F1DB-31D80D9A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EE48913-3D68-4824-BCD7-34CA7D6C0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696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02D26E4A-0B0F-A33D-01D9-CE78474194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12125" y="0"/>
            <a:ext cx="40798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F7ABA-9207-F14B-ABD3-93944D691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418666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ru-RU" dirty="0"/>
          </a:p>
        </p:txBody>
      </p:sp>
      <p:sp>
        <p:nvSpPr>
          <p:cNvPr id="5" name="Нижний колонтитул 2">
            <a:extLst>
              <a:ext uri="{FF2B5EF4-FFF2-40B4-BE49-F238E27FC236}">
                <a16:creationId xmlns:a16="http://schemas.microsoft.com/office/drawing/2014/main" id="{3F11BB92-6739-9747-9A25-62A737177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9495E1B3-84D7-FF87-D750-3CB105B890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800371"/>
            <a:ext cx="5418667" cy="3792355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tabLst/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 pitchFamily="2" charset="0"/>
              </a:defRPr>
            </a:lvl4pPr>
          </a:lstStyle>
          <a:p>
            <a:pPr lvl="0"/>
            <a:r>
              <a:rPr lang="ru-RU" dirty="0"/>
              <a:t>Раскройте содержание презентации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591EF6-C3D4-BEFF-159C-D3E49AC2F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27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2E05B426-79EC-CB71-7628-9221F7FF4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84A6275A-BE05-B121-E026-D4F1DF09D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844799"/>
            <a:ext cx="2687637" cy="2535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Рисунок 12">
            <a:extLst>
              <a:ext uri="{FF2B5EF4-FFF2-40B4-BE49-F238E27FC236}">
                <a16:creationId xmlns:a16="http://schemas.microsoft.com/office/drawing/2014/main" id="{B94135D2-4EB1-321E-2ECE-281C283BDB1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43363" y="0"/>
            <a:ext cx="8148637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0C45195-9C79-EC72-0FD9-88D9ABB07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6B26186-1AC8-419B-9E47-64890CD82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2766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12">
            <a:extLst>
              <a:ext uri="{FF2B5EF4-FFF2-40B4-BE49-F238E27FC236}">
                <a16:creationId xmlns:a16="http://schemas.microsoft.com/office/drawing/2014/main" id="{B94135D2-4EB1-321E-2ECE-281C283BDB1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" y="0"/>
            <a:ext cx="4043362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2E05B426-79EC-CB71-7628-9221F7FF4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84A6275A-BE05-B121-E026-D4F1DF09D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844799"/>
            <a:ext cx="2687637" cy="26222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960E73-6F69-91A0-EC36-996959D9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95FE9CF-CEA4-4ACD-8CB7-94342F931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9215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C7141D29-68FB-141E-6203-601F7A7B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D25A303-E0C4-E19F-83A0-3C3CA897B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0A8CAB-8039-845D-9FAC-8A87A5894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6B49A5F-0928-4C83-AB80-0BAF62DB7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569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sz="3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B3BADE-C232-0666-BB14-FED8C7EC4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96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1773F39-CE81-B4F8-B28D-CDF71A84C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203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C7141D29-68FB-141E-6203-601F7A7B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D25A303-E0C4-E19F-83A0-3C3CA897B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2196E9-84E9-464B-88C5-1A13678F9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272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44C34BA-F094-3041-A38F-24178A9450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513" y="1773238"/>
            <a:ext cx="10861675" cy="39896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F4419-792A-8B49-AAC6-9EEE75A6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55738041-44B9-C64F-82DF-90E7BDAF6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C52395-A915-EF6E-D231-A429A7B9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065740A-C55C-4EEF-8200-335501718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93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468BC43-A0EA-2640-92C8-A83C3C0DB36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58813" y="1773238"/>
            <a:ext cx="10874375" cy="38407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37E7F-40AD-5149-98E4-38551143ED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C18D3D36-B394-FA4D-A40B-0FEB3D5AF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5445BF-8629-51AC-6510-814BD8389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98F24007-C44F-46C2-A701-F9268ABC2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7464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в 2 строки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3BEACB4-8163-3E40-BF64-24FF99F488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11901" y="692150"/>
            <a:ext cx="5208586" cy="5092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61399616-6E49-8E44-8C89-A3666C96B1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040889"/>
            <a:ext cx="5424487" cy="38205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3AF0A0D2-84CC-344E-B015-430C5FC9D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A971A-57C4-6343-8BDB-405151F309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418666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DE4BE1-01C8-FC71-3EAB-7900CBB2B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264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>
            <a:extLst>
              <a:ext uri="{FF2B5EF4-FFF2-40B4-BE49-F238E27FC236}">
                <a16:creationId xmlns:a16="http://schemas.microsoft.com/office/drawing/2014/main" id="{A9426BBD-A776-444D-B36C-4238DF4DCB3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77334" y="1773238"/>
            <a:ext cx="5317065" cy="41076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CB2A238B-52D5-314D-828E-2A8FE49A990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197604" y="1773238"/>
            <a:ext cx="5317062" cy="41076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14F15-239B-C248-A014-C6BD3EB2E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0" name="Нижний колонтитул 2">
            <a:extLst>
              <a:ext uri="{FF2B5EF4-FFF2-40B4-BE49-F238E27FC236}">
                <a16:creationId xmlns:a16="http://schemas.microsoft.com/office/drawing/2014/main" id="{9B37AD88-5570-DA46-8C1C-B8ED3572A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A04AF3-4CEB-25AE-7FED-05CA3184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40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">
            <a:extLst>
              <a:ext uri="{FF2B5EF4-FFF2-40B4-BE49-F238E27FC236}">
                <a16:creationId xmlns:a16="http://schemas.microsoft.com/office/drawing/2014/main" id="{2122BA3E-4A40-5E4B-BD71-5F8C8E5AA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692151"/>
            <a:ext cx="5437188" cy="55086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3DAE1-F094-1A41-AC85-CC27A7847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165527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FF5B35A-DAF3-3E4F-A984-4FE261073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561EC5-2F2D-8A13-EE54-565A2A650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F1C7447-B729-49D6-8FC0-6B8357A66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85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+ текст в 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>
            <a:extLst>
              <a:ext uri="{FF2B5EF4-FFF2-40B4-BE49-F238E27FC236}">
                <a16:creationId xmlns:a16="http://schemas.microsoft.com/office/drawing/2014/main" id="{CE65941D-C389-5B4D-A763-47A56D7D5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7334" y="1773238"/>
            <a:ext cx="5304365" cy="40179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2122BA3E-4A40-5E4B-BD71-5F8C8E5AA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8824" y="1773239"/>
            <a:ext cx="5304364" cy="40179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3DAE1-F094-1A41-AC85-CC27A7847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FF5B35A-DAF3-3E4F-A984-4FE261073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9C34B7-CB64-D586-63BC-6828E562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3E03E56-D248-4FAE-96C8-1E1FA6E7A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2802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фактои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D528D5E-3BE6-8334-3246-988128C558BE}"/>
              </a:ext>
            </a:extLst>
          </p:cNvPr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rgbClr val="EDF3FC"/>
          </a:solidFill>
        </p:grpSpPr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FE0ED83-FF49-42BF-ED94-843F6531B12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025B1CF-02BE-3F32-2389-A89AA12FA076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38409062-21BC-2632-4C07-D10806544C39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0807175-A027-A3BE-0DD7-DFD604AE9EC6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070CEFA-320B-6CC0-D0BD-1052AE615E7E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DE9AE618-0CF0-8CA8-2AF0-B274DC7466C7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ABFB45E-FF7A-42F6-94A2-6D8FE53C4268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CE8A6B2-B4AE-6D2F-8FF7-9AA9FE2E72DD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351D055-6FB2-85E0-A61D-3636EDA96D29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0D5F65EA-35A2-B99E-1980-2A71DE8EBC77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79537CE2-04DE-EA8F-C38D-5629A63BFC89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649715DF-B6FC-E811-F8B1-86471E68D8EC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6115344-8B09-B6A9-6FA0-E54242E23C37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285BDF54-418D-599A-114D-4CA8B8AA3960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B8E150A3-E9BE-CB1D-90A5-458408F27FCD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9FE6B2D3-BCC3-BE9C-07FD-4F17651861C5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577F7EB3-4BA2-C78B-7C8A-BA546B51BB69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3BB4A21A-19FD-D53C-C952-C1E96F096EC2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11B67161-9F7B-C40B-5283-948906C62C26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5B95E61C-8146-F54C-8830-8A6E0089DE72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" name="Текст 8">
            <a:extLst>
              <a:ext uri="{FF2B5EF4-FFF2-40B4-BE49-F238E27FC236}">
                <a16:creationId xmlns:a16="http://schemas.microsoft.com/office/drawing/2014/main" id="{138EA146-EFC4-BC46-B652-2B6E60138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ACBEC698-5D83-A94F-A145-EFF18FED9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106DC70-DE67-F141-BF3F-4BA1D1F1C1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2"/>
                </a:solidFill>
                <a:latin typeface="VK Sans Display Medium" pitchFamily="2" charset="0"/>
              </a:defRPr>
            </a:lvl1pPr>
            <a:lvl2pPr>
              <a:defRPr sz="18000">
                <a:latin typeface="TT Commons" pitchFamily="2" charset="-52"/>
              </a:defRPr>
            </a:lvl2pPr>
            <a:lvl3pPr>
              <a:defRPr sz="18000">
                <a:latin typeface="TT Commons" pitchFamily="2" charset="-52"/>
              </a:defRPr>
            </a:lvl3pPr>
            <a:lvl4pPr>
              <a:defRPr sz="18000">
                <a:latin typeface="TT Commons" pitchFamily="2" charset="-52"/>
              </a:defRPr>
            </a:lvl4pPr>
            <a:lvl5pPr>
              <a:defRPr sz="18000">
                <a:latin typeface="TT Commons" pitchFamily="2" charset="-52"/>
              </a:defRPr>
            </a:lvl5pPr>
          </a:lstStyle>
          <a:p>
            <a:pPr lvl="0"/>
            <a:r>
              <a:rPr lang="ru-RU" dirty="0"/>
              <a:t>70 МЛН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DB4E2F-7E48-A9F8-708B-31318EDBB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622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фактои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D528D5E-3BE6-8334-3246-988128C558BE}"/>
              </a:ext>
            </a:extLst>
          </p:cNvPr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chemeClr val="bg1"/>
          </a:solidFill>
        </p:grpSpPr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FE0ED83-FF49-42BF-ED94-843F6531B12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025B1CF-02BE-3F32-2389-A89AA12FA076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38409062-21BC-2632-4C07-D10806544C39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0807175-A027-A3BE-0DD7-DFD604AE9EC6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070CEFA-320B-6CC0-D0BD-1052AE615E7E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DE9AE618-0CF0-8CA8-2AF0-B274DC7466C7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ABFB45E-FF7A-42F6-94A2-6D8FE53C4268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CE8A6B2-B4AE-6D2F-8FF7-9AA9FE2E72DD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351D055-6FB2-85E0-A61D-3636EDA96D29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0D5F65EA-35A2-B99E-1980-2A71DE8EBC77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79537CE2-04DE-EA8F-C38D-5629A63BFC89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649715DF-B6FC-E811-F8B1-86471E68D8EC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6115344-8B09-B6A9-6FA0-E54242E23C37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285BDF54-418D-599A-114D-4CA8B8AA3960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B8E150A3-E9BE-CB1D-90A5-458408F27FCD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9FE6B2D3-BCC3-BE9C-07FD-4F17651861C5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577F7EB3-4BA2-C78B-7C8A-BA546B51BB69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3BB4A21A-19FD-D53C-C952-C1E96F096EC2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11B67161-9F7B-C40B-5283-948906C62C26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5B95E61C-8146-F54C-8830-8A6E0089DE72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" name="Текст 8">
            <a:extLst>
              <a:ext uri="{FF2B5EF4-FFF2-40B4-BE49-F238E27FC236}">
                <a16:creationId xmlns:a16="http://schemas.microsoft.com/office/drawing/2014/main" id="{138EA146-EFC4-BC46-B652-2B6E60138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ACBEC698-5D83-A94F-A145-EFF18FED9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106DC70-DE67-F141-BF3F-4BA1D1F1C1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1"/>
                </a:solidFill>
                <a:latin typeface="VK Sans Display Medium" pitchFamily="2" charset="0"/>
              </a:defRPr>
            </a:lvl1pPr>
            <a:lvl2pPr>
              <a:defRPr sz="18000">
                <a:latin typeface="TT Commons" pitchFamily="2" charset="-52"/>
              </a:defRPr>
            </a:lvl2pPr>
            <a:lvl3pPr>
              <a:defRPr sz="18000">
                <a:latin typeface="TT Commons" pitchFamily="2" charset="-52"/>
              </a:defRPr>
            </a:lvl3pPr>
            <a:lvl4pPr>
              <a:defRPr sz="18000">
                <a:latin typeface="TT Commons" pitchFamily="2" charset="-52"/>
              </a:defRPr>
            </a:lvl4pPr>
            <a:lvl5pPr>
              <a:defRPr sz="18000">
                <a:latin typeface="TT Commons" pitchFamily="2" charset="-52"/>
              </a:defRPr>
            </a:lvl5pPr>
          </a:lstStyle>
          <a:p>
            <a:pPr lvl="0"/>
            <a:r>
              <a:rPr lang="ru-RU" dirty="0"/>
              <a:t>70 МЛН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FCB01D-0BF1-4A6C-ED38-583F36A3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17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B944C61-111D-4A5C-A99C-DC3F4AB6485C}"/>
              </a:ext>
            </a:extLst>
          </p:cNvPr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rgbClr val="EDF3FC">
              <a:alpha val="99000"/>
            </a:srgbClr>
          </a:solidFill>
        </p:grpSpPr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0B067637-9874-1FA1-4501-61A76F355EC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E1D243BD-2069-7ED3-B8A5-F7A84EEB1700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506A11F-C5CC-8DDC-6226-744E6E60BA92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033D9057-2F57-64B7-15DD-9666E597DB67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6D3921C3-7297-8DCF-0C3E-0DCB67D959BD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8490FBE-966F-46B9-1599-CF793AD91701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4831897-0D13-E217-7659-2B7CE808BEB2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F0759491-F98B-C448-3521-5C355735A0AA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5A9B28C5-8B09-D2AB-06A5-66B7C9A47A96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F7219B22-52FB-CF1F-F679-7BFF82654205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03821265-B762-6815-826E-FD9EFAB99391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0E249282-5C8A-0C4E-EC84-0A22659E0301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D1E80D39-CB68-74B9-D47A-5F005A9751DA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5EE579C-CC55-DBCF-616C-185CB6D5F1D2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3FCA1AE8-F127-5A43-4CF1-D0DE90F78B83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8D94D3D2-F2D7-B183-223C-F40344AEF72F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24750039-8975-D385-3756-3958A017A17D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C0C0C657-D45F-159C-97D9-94BC1DC1667C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365A4A85-31AC-876C-1F08-17CE8FA3A3AB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948B54E4-B652-B875-B41E-C687159F521E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7" name="Текст 3">
            <a:extLst>
              <a:ext uri="{FF2B5EF4-FFF2-40B4-BE49-F238E27FC236}">
                <a16:creationId xmlns:a16="http://schemas.microsoft.com/office/drawing/2014/main" id="{F7EAD2F7-5211-8640-B7E3-216463581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2853" y="3878709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8" name="Текст 34">
            <a:extLst>
              <a:ext uri="{FF2B5EF4-FFF2-40B4-BE49-F238E27FC236}">
                <a16:creationId xmlns:a16="http://schemas.microsoft.com/office/drawing/2014/main" id="{275431F4-A8EB-C14C-8D63-F3CF1DEBF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852" y="5715426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7E3A65D9-9480-5442-AA8E-A0C6FD9124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1514" y="1045518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2" name="Текст 34">
            <a:extLst>
              <a:ext uri="{FF2B5EF4-FFF2-40B4-BE49-F238E27FC236}">
                <a16:creationId xmlns:a16="http://schemas.microsoft.com/office/drawing/2014/main" id="{50A7AAC4-BD42-4F48-B29C-562325155C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1513" y="2882235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0" name="Нижний колонтитул 2">
            <a:extLst>
              <a:ext uri="{FF2B5EF4-FFF2-40B4-BE49-F238E27FC236}">
                <a16:creationId xmlns:a16="http://schemas.microsoft.com/office/drawing/2014/main" id="{9FD49CA2-9CEC-FD4D-A162-B7A2D2E27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7352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">
            <a:extLst>
              <a:ext uri="{FF2B5EF4-FFF2-40B4-BE49-F238E27FC236}">
                <a16:creationId xmlns:a16="http://schemas.microsoft.com/office/drawing/2014/main" id="{598F9B43-B4FF-604A-856B-6F166A2798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1773239"/>
            <a:ext cx="5135728" cy="36414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99FF0FDE-D0C3-104B-96FD-AC1E14EC8D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— ключевая мысль слайда</a:t>
            </a:r>
          </a:p>
        </p:txBody>
      </p:sp>
      <p:sp>
        <p:nvSpPr>
          <p:cNvPr id="15" name="Нижний колонтитул 2">
            <a:extLst>
              <a:ext uri="{FF2B5EF4-FFF2-40B4-BE49-F238E27FC236}">
                <a16:creationId xmlns:a16="http://schemas.microsoft.com/office/drawing/2014/main" id="{01A28A39-3502-FF4D-9D08-FCEB0174D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75179072-2D34-6C4A-8FD4-F04D3A0FA4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9" name="Текст 34">
            <a:extLst>
              <a:ext uri="{FF2B5EF4-FFF2-40B4-BE49-F238E27FC236}">
                <a16:creationId xmlns:a16="http://schemas.microsoft.com/office/drawing/2014/main" id="{0BEFE399-95CA-7444-879C-F39DA5B8DF3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69E1489-AF9B-9B41-852A-0C747395A0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1" name="Текст 34">
            <a:extLst>
              <a:ext uri="{FF2B5EF4-FFF2-40B4-BE49-F238E27FC236}">
                <a16:creationId xmlns:a16="http://schemas.microsoft.com/office/drawing/2014/main" id="{55FDFEC3-4201-6A48-A41E-50C16F5CBF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F8B63AF-CE7D-5D2B-56E2-060DFE6E0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44150E5-0153-49E2-8BF9-F0B7B97B4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458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ижний колонтитул 2">
            <a:extLst>
              <a:ext uri="{FF2B5EF4-FFF2-40B4-BE49-F238E27FC236}">
                <a16:creationId xmlns:a16="http://schemas.microsoft.com/office/drawing/2014/main" id="{CC560E50-F65F-D34C-9DA2-1AF7DACA0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9DE78278-6FD7-A541-8836-A712566C45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8" name="Текст 34">
            <a:extLst>
              <a:ext uri="{FF2B5EF4-FFF2-40B4-BE49-F238E27FC236}">
                <a16:creationId xmlns:a16="http://schemas.microsoft.com/office/drawing/2014/main" id="{A8CA0E34-8A10-A842-B668-29DECF37D3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E51FE869-5CD3-2643-B61B-81412402B7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0" name="Текст 34">
            <a:extLst>
              <a:ext uri="{FF2B5EF4-FFF2-40B4-BE49-F238E27FC236}">
                <a16:creationId xmlns:a16="http://schemas.microsoft.com/office/drawing/2014/main" id="{41B6C28E-C27C-E540-9FC3-68797F0F37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99C1330-4D5D-1C47-ACEE-9517C4FCB7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012" y="3864033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2" name="Текст 34">
            <a:extLst>
              <a:ext uri="{FF2B5EF4-FFF2-40B4-BE49-F238E27FC236}">
                <a16:creationId xmlns:a16="http://schemas.microsoft.com/office/drawing/2014/main" id="{308124FC-6D74-4744-83CB-B1D802B334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011" y="5058095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FF81206D-5CD2-F94C-910E-935B5F260B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8673" y="1773238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4" name="Текст 34">
            <a:extLst>
              <a:ext uri="{FF2B5EF4-FFF2-40B4-BE49-F238E27FC236}">
                <a16:creationId xmlns:a16="http://schemas.microsoft.com/office/drawing/2014/main" id="{D269ED19-FCBA-C046-93F1-0E630222B8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8673" y="2967300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0216441-1E85-4067-3772-0261B1F6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63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4">
            <a:extLst>
              <a:ext uri="{FF2B5EF4-FFF2-40B4-BE49-F238E27FC236}">
                <a16:creationId xmlns:a16="http://schemas.microsoft.com/office/drawing/2014/main" id="{66C8302A-BF65-0F4D-9B62-9520B49215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5018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18" name="Текст 34">
            <a:extLst>
              <a:ext uri="{FF2B5EF4-FFF2-40B4-BE49-F238E27FC236}">
                <a16:creationId xmlns:a16="http://schemas.microsoft.com/office/drawing/2014/main" id="{87F1DCF1-F07D-CA41-9067-50A97E91C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5017" y="1620441"/>
            <a:ext cx="2779200" cy="4985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4457AEB8-8272-6341-9E94-51663A50DD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8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1417%</a:t>
            </a:r>
          </a:p>
        </p:txBody>
      </p:sp>
      <p:sp>
        <p:nvSpPr>
          <p:cNvPr id="20" name="Текст 34">
            <a:extLst>
              <a:ext uri="{FF2B5EF4-FFF2-40B4-BE49-F238E27FC236}">
                <a16:creationId xmlns:a16="http://schemas.microsoft.com/office/drawing/2014/main" id="{E1BAAD02-4AA3-904C-8576-4CD382C405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017" y="3684008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CF677041-6CDF-624E-A657-517EB8DEADF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24464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22" name="Текст 34">
            <a:extLst>
              <a:ext uri="{FF2B5EF4-FFF2-40B4-BE49-F238E27FC236}">
                <a16:creationId xmlns:a16="http://schemas.microsoft.com/office/drawing/2014/main" id="{14B49514-DF4C-E24E-92C6-03A177997E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4463" y="1620442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257586B4-BDF0-2347-9674-C4578BF712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4465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698%</a:t>
            </a:r>
          </a:p>
        </p:txBody>
      </p:sp>
      <p:sp>
        <p:nvSpPr>
          <p:cNvPr id="24" name="Текст 34">
            <a:extLst>
              <a:ext uri="{FF2B5EF4-FFF2-40B4-BE49-F238E27FC236}">
                <a16:creationId xmlns:a16="http://schemas.microsoft.com/office/drawing/2014/main" id="{E25C2558-241E-2C49-9CEF-5C16B7CEF7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4463" y="3684008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2" name="Текст 34">
            <a:extLst>
              <a:ext uri="{FF2B5EF4-FFF2-40B4-BE49-F238E27FC236}">
                <a16:creationId xmlns:a16="http://schemas.microsoft.com/office/drawing/2014/main" id="{A49FD218-5350-2B4E-86CE-B6A63EEF2D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348" y="2495796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14" name="Нижний колонтитул 2">
            <a:extLst>
              <a:ext uri="{FF2B5EF4-FFF2-40B4-BE49-F238E27FC236}">
                <a16:creationId xmlns:a16="http://schemas.microsoft.com/office/drawing/2014/main" id="{A22F06EC-4FA5-3A40-AFD1-16BC39319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2F6104A-53A0-B043-9BB6-35D53B38E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87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9CC254A-EB37-9CDD-218B-F097DDFB9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3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4">
            <a:extLst>
              <a:ext uri="{FF2B5EF4-FFF2-40B4-BE49-F238E27FC236}">
                <a16:creationId xmlns:a16="http://schemas.microsoft.com/office/drawing/2014/main" id="{00831EC7-EA82-FD41-A9E0-A22A0E0153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5020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26" name="Текст 34">
            <a:extLst>
              <a:ext uri="{FF2B5EF4-FFF2-40B4-BE49-F238E27FC236}">
                <a16:creationId xmlns:a16="http://schemas.microsoft.com/office/drawing/2014/main" id="{E705B6C0-4359-034E-80DE-E3A2B83720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5020" y="145276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CCBD9900-17CC-E646-B050-F04823142E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75766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196%</a:t>
            </a:r>
          </a:p>
        </p:txBody>
      </p:sp>
      <p:sp>
        <p:nvSpPr>
          <p:cNvPr id="28" name="Текст 34">
            <a:extLst>
              <a:ext uri="{FF2B5EF4-FFF2-40B4-BE49-F238E27FC236}">
                <a16:creationId xmlns:a16="http://schemas.microsoft.com/office/drawing/2014/main" id="{B4E7C76A-A9B0-7143-96AA-177476A1F3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75766" y="145276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B4C54B2F-AB0D-B04C-8C8A-757F8656AB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45020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1811%</a:t>
            </a:r>
          </a:p>
        </p:txBody>
      </p:sp>
      <p:sp>
        <p:nvSpPr>
          <p:cNvPr id="30" name="Текст 34">
            <a:extLst>
              <a:ext uri="{FF2B5EF4-FFF2-40B4-BE49-F238E27FC236}">
                <a16:creationId xmlns:a16="http://schemas.microsoft.com/office/drawing/2014/main" id="{2BC3E87B-2691-A24F-A916-280AD4B103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45020" y="3128871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B3CA084A-762B-9B46-8B94-1927D613E6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5766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119%</a:t>
            </a:r>
          </a:p>
        </p:txBody>
      </p:sp>
      <p:sp>
        <p:nvSpPr>
          <p:cNvPr id="32" name="Текст 34">
            <a:extLst>
              <a:ext uri="{FF2B5EF4-FFF2-40B4-BE49-F238E27FC236}">
                <a16:creationId xmlns:a16="http://schemas.microsoft.com/office/drawing/2014/main" id="{B18B253A-C2DB-2349-909E-9DB4EE5513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766" y="3128872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DAADEFB6-10C9-1847-9389-F07457C019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5020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1412%</a:t>
            </a:r>
          </a:p>
        </p:txBody>
      </p:sp>
      <p:sp>
        <p:nvSpPr>
          <p:cNvPr id="34" name="Текст 34">
            <a:extLst>
              <a:ext uri="{FF2B5EF4-FFF2-40B4-BE49-F238E27FC236}">
                <a16:creationId xmlns:a16="http://schemas.microsoft.com/office/drawing/2014/main" id="{0CDAD404-030A-934A-8851-B3C6383A0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45020" y="480703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A223E09C-B85C-654E-95F0-69EDC2B290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75766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135%</a:t>
            </a:r>
          </a:p>
        </p:txBody>
      </p:sp>
      <p:sp>
        <p:nvSpPr>
          <p:cNvPr id="36" name="Текст 34">
            <a:extLst>
              <a:ext uri="{FF2B5EF4-FFF2-40B4-BE49-F238E27FC236}">
                <a16:creationId xmlns:a16="http://schemas.microsoft.com/office/drawing/2014/main" id="{95021F1D-C872-E641-951C-AEABDAD5D3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75766" y="480703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6" name="Текст 34">
            <a:extLst>
              <a:ext uri="{FF2B5EF4-FFF2-40B4-BE49-F238E27FC236}">
                <a16:creationId xmlns:a16="http://schemas.microsoft.com/office/drawing/2014/main" id="{04E00712-D90A-3A4F-82CA-46794E17AF9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513" y="2496201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D9DB7F6-938F-9749-B6D5-9F240B61A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172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21" name="Нижний колонтитул 2">
            <a:extLst>
              <a:ext uri="{FF2B5EF4-FFF2-40B4-BE49-F238E27FC236}">
                <a16:creationId xmlns:a16="http://schemas.microsoft.com/office/drawing/2014/main" id="{3B5EDCCD-9349-5E42-89F0-F5A1AE5D1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10ADB4-44FA-41E5-570C-87F05CA57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69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4">
            <a:extLst>
              <a:ext uri="{FF2B5EF4-FFF2-40B4-BE49-F238E27FC236}">
                <a16:creationId xmlns:a16="http://schemas.microsoft.com/office/drawing/2014/main" id="{F7C4007B-40AC-1540-83F9-30A6118277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297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1" name="Текст 34">
            <a:extLst>
              <a:ext uri="{FF2B5EF4-FFF2-40B4-BE49-F238E27FC236}">
                <a16:creationId xmlns:a16="http://schemas.microsoft.com/office/drawing/2014/main" id="{C27B8AE7-54C9-234E-BAE9-0EFF0EC46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297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1D622398-9BDF-CE47-A04B-4DB3D5B350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599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3" name="Текст 34">
            <a:extLst>
              <a:ext uri="{FF2B5EF4-FFF2-40B4-BE49-F238E27FC236}">
                <a16:creationId xmlns:a16="http://schemas.microsoft.com/office/drawing/2014/main" id="{13D9284D-37D3-C648-9A7F-042D63906E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9599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3EC23FA8-1F2B-BE43-A0CD-F5F53EDB40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338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5" name="Текст 34">
            <a:extLst>
              <a:ext uri="{FF2B5EF4-FFF2-40B4-BE49-F238E27FC236}">
                <a16:creationId xmlns:a16="http://schemas.microsoft.com/office/drawing/2014/main" id="{0F95475C-D35E-2E43-8C4D-C152B9F39B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45338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526E1EC0-5595-DE45-B19D-FD4A0774E9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973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24FA1F76-56BB-524E-8B52-CB0542379B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973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47B63853-5B25-9745-9967-BF249BF6A8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9966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E07865DA-C45F-424D-9846-0143E1BDAA7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9966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FC8E81BF-5327-5E4A-A8E7-E0A8B6C1FEB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5268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3" name="Текст 34">
            <a:extLst>
              <a:ext uri="{FF2B5EF4-FFF2-40B4-BE49-F238E27FC236}">
                <a16:creationId xmlns:a16="http://schemas.microsoft.com/office/drawing/2014/main" id="{BF75EB22-B195-874B-87C8-6277CE8CC1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5268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5D302B44-7A78-414C-931E-D858FFF88C2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4297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5" name="Текст 34">
            <a:extLst>
              <a:ext uri="{FF2B5EF4-FFF2-40B4-BE49-F238E27FC236}">
                <a16:creationId xmlns:a16="http://schemas.microsoft.com/office/drawing/2014/main" id="{D70533C3-E41E-4646-B1C6-CCAEC1E5DA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4297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FF9CB53E-DCF1-3043-B0BF-067932E126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9599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7" name="Текст 34">
            <a:extLst>
              <a:ext uri="{FF2B5EF4-FFF2-40B4-BE49-F238E27FC236}">
                <a16:creationId xmlns:a16="http://schemas.microsoft.com/office/drawing/2014/main" id="{F3B3C7F7-CD50-0345-B335-68D8AC6A3A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9599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3E773229-A9A5-984A-AF65-8228095701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5338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9" name="Текст 34">
            <a:extLst>
              <a:ext uri="{FF2B5EF4-FFF2-40B4-BE49-F238E27FC236}">
                <a16:creationId xmlns:a16="http://schemas.microsoft.com/office/drawing/2014/main" id="{5761D7E3-E47A-D84E-8EC2-47EB98A99FF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45338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9" name="Текст 34">
            <a:extLst>
              <a:ext uri="{FF2B5EF4-FFF2-40B4-BE49-F238E27FC236}">
                <a16:creationId xmlns:a16="http://schemas.microsoft.com/office/drawing/2014/main" id="{FADED89C-B30C-474F-9963-33B2361726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1513" y="2487267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719B10F6-AC59-6D43-AFFA-CBDD12D094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172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30" name="Нижний колонтитул 2">
            <a:extLst>
              <a:ext uri="{FF2B5EF4-FFF2-40B4-BE49-F238E27FC236}">
                <a16:creationId xmlns:a16="http://schemas.microsoft.com/office/drawing/2014/main" id="{6004F66E-69A1-984B-B186-DF7D3DB8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C55E77-194D-F280-7EB2-14C8F7829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41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4">
            <a:extLst>
              <a:ext uri="{FF2B5EF4-FFF2-40B4-BE49-F238E27FC236}">
                <a16:creationId xmlns:a16="http://schemas.microsoft.com/office/drawing/2014/main" id="{8CDA6E9D-D9FE-6440-B66F-B9CA59326A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513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29" name="Текст 34">
            <a:extLst>
              <a:ext uri="{FF2B5EF4-FFF2-40B4-BE49-F238E27FC236}">
                <a16:creationId xmlns:a16="http://schemas.microsoft.com/office/drawing/2014/main" id="{FE29BD04-EB1C-FA40-94AA-1B4AFCEB28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6E75009D-A8F7-1C44-A515-609AE4B2D6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3450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31" name="Текст 34">
            <a:extLst>
              <a:ext uri="{FF2B5EF4-FFF2-40B4-BE49-F238E27FC236}">
                <a16:creationId xmlns:a16="http://schemas.microsoft.com/office/drawing/2014/main" id="{21D10D7E-E911-4C44-9BCF-3E4A0D5A61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3450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DF029F45-879C-FF4A-8017-AE7377D480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5388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1431%</a:t>
            </a:r>
          </a:p>
        </p:txBody>
      </p:sp>
      <p:sp>
        <p:nvSpPr>
          <p:cNvPr id="33" name="Текст 34">
            <a:extLst>
              <a:ext uri="{FF2B5EF4-FFF2-40B4-BE49-F238E27FC236}">
                <a16:creationId xmlns:a16="http://schemas.microsoft.com/office/drawing/2014/main" id="{DB228E60-38E7-654A-84CC-EBFEF83E1D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5388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36F11711-DBC8-2247-9A38-4F5A190AB3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57326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479%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16FD6355-F454-2F4D-8268-578D2E7F8C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57326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8970462A-D5A2-9C42-B351-A822FC8BA1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1513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37" name="Текст 34">
            <a:extLst>
              <a:ext uri="{FF2B5EF4-FFF2-40B4-BE49-F238E27FC236}">
                <a16:creationId xmlns:a16="http://schemas.microsoft.com/office/drawing/2014/main" id="{6955A764-C93D-B340-8522-00D99B01C3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1513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3B6F0302-CC80-2440-8C53-216CE749CF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3450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52" name="Текст 34">
            <a:extLst>
              <a:ext uri="{FF2B5EF4-FFF2-40B4-BE49-F238E27FC236}">
                <a16:creationId xmlns:a16="http://schemas.microsoft.com/office/drawing/2014/main" id="{BEF6B95A-23EF-3B4F-B6D7-F144CE3857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3450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0D6EDB34-E0E2-FD49-A17E-141D03EDE5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5388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413%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41A889F-3944-AF4B-8D31-72E5B5402A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5388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B82E010C-AB8A-E54A-81F5-F69442D512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57326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379%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71EC8D80-9DDF-EC4E-B15A-A5681C7E03B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57326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0" name="Нижний колонтитул 2">
            <a:extLst>
              <a:ext uri="{FF2B5EF4-FFF2-40B4-BE49-F238E27FC236}">
                <a16:creationId xmlns:a16="http://schemas.microsoft.com/office/drawing/2014/main" id="{16461753-2BB8-6C4B-A147-F16A769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A45DE1E-3882-C345-89BF-8E02B93DC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68554" cy="628404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84AC4A-9A9E-F2C8-8A43-3EFFCCD3D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19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скриншот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6B939B2E-B6BB-D04B-8511-1F5FCBD358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692150"/>
            <a:ext cx="5437187" cy="50094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5D818D37-95CD-A54D-A873-58443763E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FE5B93B5-05A2-2544-8F22-44097F5E2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C9B590D-4781-8D49-93CD-C4866F0890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38031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7AEB9C-1B47-CA3A-B248-C62440F1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512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C33ADE9E-ECB7-1F4A-B46F-CAD9E158F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4" y="167981"/>
            <a:ext cx="4663017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C41E022A-C37A-A847-906F-26B820785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2008DFEA-A24A-E34D-83B0-932D8C25F8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36650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A14920-A056-2E08-C274-7FDE55757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4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C41E022A-C37A-A847-906F-26B820785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0171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2008DFEA-A24A-E34D-83B0-932D8C25F8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4351" y="2018599"/>
            <a:ext cx="4649786" cy="4182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03CEBCA-4989-2FB4-2A47-602F66DE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26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фото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7CF3EB50-A7E7-6C46-A2E6-243B308973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800" dirty="0">
                <a:latin typeface="VK Sans Display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Заголовок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4567ABE6-665B-9A42-BA9A-9F11583EB57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 dirty="0">
                <a:latin typeface="VK Sans Display" pitchFamily="2" charset="0"/>
              </a:defRPr>
            </a:lvl1pPr>
          </a:lstStyle>
          <a:p>
            <a:pPr lvl="0"/>
            <a:r>
              <a:rPr lang="ru-RU" dirty="0"/>
              <a:t>Кратко сформулируйте главную мысль</a:t>
            </a:r>
          </a:p>
        </p:txBody>
      </p:sp>
      <p:sp>
        <p:nvSpPr>
          <p:cNvPr id="8" name="Нижний колонтитул 2">
            <a:extLst>
              <a:ext uri="{FF2B5EF4-FFF2-40B4-BE49-F238E27FC236}">
                <a16:creationId xmlns:a16="http://schemas.microsoft.com/office/drawing/2014/main" id="{B1EB5948-9BFD-2F46-B73E-B5E2C7775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7AFCF1EF-72D2-5E40-B289-9BC8691CA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B1C268A2-11C7-314A-802D-ADB67A88E2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35344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39BD4C-0C9D-67F1-0E1C-1FF00889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6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в круж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608083" y="1773237"/>
            <a:ext cx="3156225" cy="3156225"/>
          </a:xfrm>
          <a:prstGeom prst="ellipse">
            <a:avLst/>
          </a:prstGeom>
          <a:solidFill>
            <a:srgbClr val="EDF3FC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7FE8B859-2299-5046-96BF-81805B7C8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0350" y="2201188"/>
            <a:ext cx="4891856" cy="10634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Напишите основную мысль</a:t>
            </a:r>
          </a:p>
        </p:txBody>
      </p:sp>
      <p:sp>
        <p:nvSpPr>
          <p:cNvPr id="9" name="Текст 34">
            <a:extLst>
              <a:ext uri="{FF2B5EF4-FFF2-40B4-BE49-F238E27FC236}">
                <a16:creationId xmlns:a16="http://schemas.microsoft.com/office/drawing/2014/main" id="{808739EF-D4B6-B847-B487-DF6967A6E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37598" y="3441164"/>
            <a:ext cx="4894515" cy="1172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 dirty="0">
                <a:latin typeface="VK Sans Display" pitchFamily="2" charset="0"/>
              </a:defRPr>
            </a:lvl1pPr>
            <a:lvl2pPr>
              <a:defRPr lang="ru-RU" dirty="0">
                <a:latin typeface="VK Sans Display" pitchFamily="2" charset="0"/>
              </a:defRPr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marL="228600" lvl="1" indent="-228600">
              <a:buClr>
                <a:schemeClr val="tx2"/>
              </a:buClr>
            </a:pPr>
            <a:r>
              <a:rPr lang="ru-RU" dirty="0"/>
              <a:t>Уровень 2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4850B24A-5604-CA43-BD24-FD32EA3B8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7C8781-8E98-6954-F30A-4DF13CDB8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94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сообщест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33">
            <a:extLst>
              <a:ext uri="{FF2B5EF4-FFF2-40B4-BE49-F238E27FC236}">
                <a16:creationId xmlns:a16="http://schemas.microsoft.com/office/drawing/2014/main" id="{BBAF255A-528F-DA45-AF05-D9145BE2537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49730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3" name="Рисунок 34">
            <a:extLst>
              <a:ext uri="{FF2B5EF4-FFF2-40B4-BE49-F238E27FC236}">
                <a16:creationId xmlns:a16="http://schemas.microsoft.com/office/drawing/2014/main" id="{1EDE53BF-9384-3F44-82B0-7B4197259CA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95062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4" name="Рисунок 36">
            <a:extLst>
              <a:ext uri="{FF2B5EF4-FFF2-40B4-BE49-F238E27FC236}">
                <a16:creationId xmlns:a16="http://schemas.microsoft.com/office/drawing/2014/main" id="{F503805D-CC61-4B4D-B49F-78197D7A20C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51119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5" name="Рисунок 37">
            <a:extLst>
              <a:ext uri="{FF2B5EF4-FFF2-40B4-BE49-F238E27FC236}">
                <a16:creationId xmlns:a16="http://schemas.microsoft.com/office/drawing/2014/main" id="{E93B7ABF-4CFB-FA42-9B9B-75CABB82988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112094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1" name="Рисунок 33">
            <a:extLst>
              <a:ext uri="{FF2B5EF4-FFF2-40B4-BE49-F238E27FC236}">
                <a16:creationId xmlns:a16="http://schemas.microsoft.com/office/drawing/2014/main" id="{7A427DD4-5B81-304C-919B-55BDBFB3D87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49730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2" name="Рисунок 34">
            <a:extLst>
              <a:ext uri="{FF2B5EF4-FFF2-40B4-BE49-F238E27FC236}">
                <a16:creationId xmlns:a16="http://schemas.microsoft.com/office/drawing/2014/main" id="{03E6AF83-D8AB-454C-B7B3-C87A5186172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95062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3" name="Рисунок 36">
            <a:extLst>
              <a:ext uri="{FF2B5EF4-FFF2-40B4-BE49-F238E27FC236}">
                <a16:creationId xmlns:a16="http://schemas.microsoft.com/office/drawing/2014/main" id="{13680196-7687-714E-8022-5F67BEF30A1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51119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4" name="Рисунок 37">
            <a:extLst>
              <a:ext uri="{FF2B5EF4-FFF2-40B4-BE49-F238E27FC236}">
                <a16:creationId xmlns:a16="http://schemas.microsoft.com/office/drawing/2014/main" id="{53AC095F-4507-4F45-9C37-54381333B0A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112094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5" name="Рисунок 33">
            <a:extLst>
              <a:ext uri="{FF2B5EF4-FFF2-40B4-BE49-F238E27FC236}">
                <a16:creationId xmlns:a16="http://schemas.microsoft.com/office/drawing/2014/main" id="{59D5525B-D102-F14E-8C3E-AD24F02476E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49730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6" name="Рисунок 34">
            <a:extLst>
              <a:ext uri="{FF2B5EF4-FFF2-40B4-BE49-F238E27FC236}">
                <a16:creationId xmlns:a16="http://schemas.microsoft.com/office/drawing/2014/main" id="{E67FE9E2-B71C-754D-A9E1-AFAF246534D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95062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7" name="Рисунок 36">
            <a:extLst>
              <a:ext uri="{FF2B5EF4-FFF2-40B4-BE49-F238E27FC236}">
                <a16:creationId xmlns:a16="http://schemas.microsoft.com/office/drawing/2014/main" id="{18086737-6CCB-9B45-A255-FAC9F39E7F3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51119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8" name="Рисунок 37">
            <a:extLst>
              <a:ext uri="{FF2B5EF4-FFF2-40B4-BE49-F238E27FC236}">
                <a16:creationId xmlns:a16="http://schemas.microsoft.com/office/drawing/2014/main" id="{678A69C8-A077-EF40-8F97-585A2980BEA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112094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9" name="Рисунок 33">
            <a:extLst>
              <a:ext uri="{FF2B5EF4-FFF2-40B4-BE49-F238E27FC236}">
                <a16:creationId xmlns:a16="http://schemas.microsoft.com/office/drawing/2014/main" id="{E51881C8-D566-D84E-B796-2173EC5D1AE4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349730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0" name="Рисунок 34">
            <a:extLst>
              <a:ext uri="{FF2B5EF4-FFF2-40B4-BE49-F238E27FC236}">
                <a16:creationId xmlns:a16="http://schemas.microsoft.com/office/drawing/2014/main" id="{0E1B4231-F022-9844-925D-6A061371AEE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95062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1" name="Рисунок 36">
            <a:extLst>
              <a:ext uri="{FF2B5EF4-FFF2-40B4-BE49-F238E27FC236}">
                <a16:creationId xmlns:a16="http://schemas.microsoft.com/office/drawing/2014/main" id="{BD94CEF0-B973-3D41-BB44-21762663155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51119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2" name="Рисунок 37">
            <a:extLst>
              <a:ext uri="{FF2B5EF4-FFF2-40B4-BE49-F238E27FC236}">
                <a16:creationId xmlns:a16="http://schemas.microsoft.com/office/drawing/2014/main" id="{1928F8B3-07EC-A04D-8249-008477FB2A1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0112094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DF3FC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1" name="Нижний колонтитул 2">
            <a:extLst>
              <a:ext uri="{FF2B5EF4-FFF2-40B4-BE49-F238E27FC236}">
                <a16:creationId xmlns:a16="http://schemas.microsoft.com/office/drawing/2014/main" id="{B5BF75A2-2D65-E947-9AA6-564933496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9" name="Заголовок 2">
            <a:extLst>
              <a:ext uri="{FF2B5EF4-FFF2-40B4-BE49-F238E27FC236}">
                <a16:creationId xmlns:a16="http://schemas.microsoft.com/office/drawing/2014/main" id="{6A07793F-F8F3-7A47-BBDB-26ADE0E1B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49"/>
            <a:ext cx="3366029" cy="170815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8EE0EA62-D1DB-197B-17C5-E0DE17E5C8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1513" y="2588866"/>
            <a:ext cx="3384000" cy="31664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6048E6-8A1D-B674-0E61-920A7AB4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275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6617A05-57B0-D444-8882-A7FCC5FC028A}"/>
              </a:ext>
            </a:extLst>
          </p:cNvPr>
          <p:cNvSpPr txBox="1"/>
          <p:nvPr/>
        </p:nvSpPr>
        <p:spPr>
          <a:xfrm>
            <a:off x="3013869" y="-1049149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r>
              <a:rPr lang="ru-RU" sz="28800" b="1" i="0" dirty="0">
                <a:solidFill>
                  <a:schemeClr val="bg1"/>
                </a:solidFill>
                <a:latin typeface="VK Sans Display DemiBold" pitchFamily="2" charset="0"/>
              </a:rPr>
              <a:t>«</a:t>
            </a:r>
          </a:p>
        </p:txBody>
      </p:sp>
      <p:sp>
        <p:nvSpPr>
          <p:cNvPr id="9" name="Текст 43">
            <a:extLst>
              <a:ext uri="{FF2B5EF4-FFF2-40B4-BE49-F238E27FC236}">
                <a16:creationId xmlns:a16="http://schemas.microsoft.com/office/drawing/2014/main" id="{9BE4D7FE-BCEB-8846-AABB-259936AF80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46702" y="711409"/>
            <a:ext cx="6199186" cy="10618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36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ru-RU" dirty="0"/>
              <a:t>Цитата: </a:t>
            </a:r>
            <a:br>
              <a:rPr lang="ru-RU" dirty="0"/>
            </a:br>
            <a:r>
              <a:rPr lang="ru-RU" dirty="0"/>
              <a:t>ключевая мысль</a:t>
            </a:r>
          </a:p>
        </p:txBody>
      </p:sp>
      <p:sp>
        <p:nvSpPr>
          <p:cNvPr id="11" name="Рисунок 33">
            <a:extLst>
              <a:ext uri="{FF2B5EF4-FFF2-40B4-BE49-F238E27FC236}">
                <a16:creationId xmlns:a16="http://schemas.microsoft.com/office/drawing/2014/main" id="{FBD9F727-FC09-AA44-B9B5-4ECE7511EC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71513" y="800101"/>
            <a:ext cx="3370771" cy="3371552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4" name="Name + Surname">
            <a:extLst>
              <a:ext uri="{FF2B5EF4-FFF2-40B4-BE49-F238E27FC236}">
                <a16:creationId xmlns:a16="http://schemas.microsoft.com/office/drawing/2014/main" id="{7F5F4B3E-5E28-5B42-8D95-CC4B33106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592" y="4580422"/>
            <a:ext cx="3372026" cy="8882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2400" dirty="0">
                <a:solidFill>
                  <a:schemeClr val="accent1"/>
                </a:solidFill>
                <a:latin typeface="VK Sans Display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Имя </a:t>
            </a:r>
            <a:br>
              <a:rPr lang="en-US" dirty="0"/>
            </a:br>
            <a:r>
              <a:rPr lang="ru-RU" dirty="0"/>
              <a:t>и фамилия</a:t>
            </a:r>
            <a:endParaRPr lang="en-US" dirty="0"/>
          </a:p>
        </p:txBody>
      </p:sp>
      <p:sp>
        <p:nvSpPr>
          <p:cNvPr id="16" name="Position">
            <a:extLst>
              <a:ext uri="{FF2B5EF4-FFF2-40B4-BE49-F238E27FC236}">
                <a16:creationId xmlns:a16="http://schemas.microsoft.com/office/drawing/2014/main" id="{448EE364-91E2-BC4B-A39F-EDB604B1AD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2592" y="5490169"/>
            <a:ext cx="3370771" cy="3872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defRPr lang="en-US" b="0" i="0" dirty="0">
                <a:latin typeface="VK Sans Display" pitchFamily="2" charset="0"/>
              </a:defRPr>
            </a:lvl1pPr>
          </a:lstStyle>
          <a:p>
            <a:pPr lvl="0"/>
            <a:r>
              <a:rPr lang="ru-RU" dirty="0"/>
              <a:t>Название должности</a:t>
            </a:r>
            <a:endParaRPr lang="en-US" dirty="0"/>
          </a:p>
        </p:txBody>
      </p:sp>
      <p:sp>
        <p:nvSpPr>
          <p:cNvPr id="17" name="Нижний колонтитул 2">
            <a:extLst>
              <a:ext uri="{FF2B5EF4-FFF2-40B4-BE49-F238E27FC236}">
                <a16:creationId xmlns:a16="http://schemas.microsoft.com/office/drawing/2014/main" id="{D07C4804-0BF7-6940-B206-CA538C7CA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B13ADDF8-13E5-2393-CF62-649B7B0A835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46702" y="2075229"/>
            <a:ext cx="6172706" cy="41255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BE992B-D47A-5BAF-61DF-869F28D92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03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без фото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3">
            <a:extLst>
              <a:ext uri="{FF2B5EF4-FFF2-40B4-BE49-F238E27FC236}">
                <a16:creationId xmlns:a16="http://schemas.microsoft.com/office/drawing/2014/main" id="{9BE4D7FE-BCEB-8846-AABB-259936AF80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ru-RU" sz="44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ru-RU" dirty="0"/>
              <a:t>Цитата: </a:t>
            </a:r>
            <a:br>
              <a:rPr lang="ru-RU" dirty="0"/>
            </a:br>
            <a:r>
              <a:rPr lang="ru-RU" dirty="0"/>
              <a:t>ключевая мысль</a:t>
            </a:r>
          </a:p>
        </p:txBody>
      </p:sp>
      <p:sp>
        <p:nvSpPr>
          <p:cNvPr id="14" name="Name + Surname">
            <a:extLst>
              <a:ext uri="{FF2B5EF4-FFF2-40B4-BE49-F238E27FC236}">
                <a16:creationId xmlns:a16="http://schemas.microsoft.com/office/drawing/2014/main" id="{7F5F4B3E-5E28-5B42-8D95-CC4B33106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2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Имя и фамилия</a:t>
            </a:r>
            <a:endParaRPr lang="en-US" dirty="0"/>
          </a:p>
        </p:txBody>
      </p:sp>
      <p:sp>
        <p:nvSpPr>
          <p:cNvPr id="15" name="Body Text">
            <a:extLst>
              <a:ext uri="{FF2B5EF4-FFF2-40B4-BE49-F238E27FC236}">
                <a16:creationId xmlns:a16="http://schemas.microsoft.com/office/drawing/2014/main" id="{652868F7-DC0A-7E43-AB22-D7A2C4D81E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lnSpc>
                <a:spcPct val="110000"/>
              </a:lnSpc>
              <a:buNone/>
              <a:defRPr sz="2400" b="0" i="0">
                <a:solidFill>
                  <a:schemeClr val="tx1"/>
                </a:solidFill>
                <a:latin typeface="+mj-lt"/>
              </a:defRPr>
            </a:lvl1pPr>
            <a:lvl2pPr marL="228600" indent="-228600">
              <a:lnSpc>
                <a:spcPct val="110000"/>
              </a:lnSpc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10000"/>
              </a:lnSpc>
              <a:defRPr sz="1800">
                <a:latin typeface="+mj-lt"/>
              </a:defRPr>
            </a:lvl3pPr>
          </a:lstStyle>
          <a:p>
            <a:pPr lvl="0"/>
            <a:r>
              <a:rPr lang="ru-RU" dirty="0"/>
              <a:t>Опишите кратко идеи, </a:t>
            </a:r>
            <a:br>
              <a:rPr lang="ru-RU" dirty="0"/>
            </a:br>
            <a:r>
              <a:rPr lang="ru-RU" dirty="0"/>
              <a:t>подтверждающие основную мысль слайда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49603D-3461-EE46-98B7-7067B67CBB22}"/>
              </a:ext>
            </a:extLst>
          </p:cNvPr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r>
              <a:rPr lang="ru-RU" sz="28800" b="1" i="0" dirty="0">
                <a:solidFill>
                  <a:schemeClr val="bg1"/>
                </a:solidFill>
                <a:latin typeface="VK Sans Display DemiBold" pitchFamily="2" charset="0"/>
              </a:rPr>
              <a:t>«</a:t>
            </a:r>
          </a:p>
        </p:txBody>
      </p:sp>
      <p:sp>
        <p:nvSpPr>
          <p:cNvPr id="17" name="Нижний колонтитул 2">
            <a:extLst>
              <a:ext uri="{FF2B5EF4-FFF2-40B4-BE49-F238E27FC236}">
                <a16:creationId xmlns:a16="http://schemas.microsoft.com/office/drawing/2014/main" id="{D07C4804-0BF7-6940-B206-CA538C7CA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D6C510E-AE66-EE5A-C94B-2A58C345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22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58813" y="1773239"/>
            <a:ext cx="10855852" cy="3784879"/>
          </a:xfrm>
          <a:prstGeom prst="rect">
            <a:avLst/>
          </a:prstGeom>
        </p:spPr>
        <p:txBody>
          <a:bodyPr/>
          <a:lstStyle>
            <a:lvl1pPr>
              <a:defRPr>
                <a:latin typeface="VK Sans Display" pitchFamily="2" charset="0"/>
              </a:defRPr>
            </a:lvl1pPr>
            <a:lvl2pPr>
              <a:defRPr>
                <a:latin typeface="VK Sans Display" pitchFamily="2" charset="0"/>
              </a:defRPr>
            </a:lvl2pPr>
            <a:lvl3pPr>
              <a:defRPr>
                <a:latin typeface="VK Sans Display" pitchFamily="2" charset="0"/>
              </a:defRPr>
            </a:lvl3pPr>
            <a:lvl4pPr>
              <a:defRPr>
                <a:latin typeface="VK Sans Display" pitchFamily="2" charset="0"/>
              </a:defRPr>
            </a:lvl4pPr>
            <a:lvl5pPr marL="941388" indent="-173038">
              <a:tabLst/>
              <a:defRPr sz="1050">
                <a:solidFill>
                  <a:schemeClr val="accent4">
                    <a:lumMod val="75000"/>
                  </a:schemeClr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3FFF04-BDA4-32C3-B08E-DE1EAC5F0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89409"/>
      </p:ext>
    </p:extLst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03A0D21-4597-1C7A-528B-0A9FAE3ED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98EE02-8716-E862-48E1-95FEA17A6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37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B87E4-90D6-9BAC-BFAC-B2EB81265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" y="0"/>
            <a:ext cx="12192014" cy="685800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66F0FD-8F7A-EF59-DBA5-A5C23603A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5" name="Текст 14">
            <a:extLst>
              <a:ext uri="{FF2B5EF4-FFF2-40B4-BE49-F238E27FC236}">
                <a16:creationId xmlns:a16="http://schemas.microsoft.com/office/drawing/2014/main" id="{22EDDE09-3BCA-5BC6-2C3F-93F67DABF5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B2AFF821-CCED-792A-966E-E40B40900A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2" name="Заголовок 7">
            <a:extLst>
              <a:ext uri="{FF2B5EF4-FFF2-40B4-BE49-F238E27FC236}">
                <a16:creationId xmlns:a16="http://schemas.microsoft.com/office/drawing/2014/main" id="{ABCBB113-0E4C-189D-537E-756E534A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200777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66F0FD-8F7A-EF59-DBA5-A5C23603A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7E4EEC1A-7BEC-ACA3-6792-58E9596DB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три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22EDDE09-3BCA-5BC6-2C3F-93F67DABF5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B2AFF821-CCED-792A-966E-E40B40900A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17252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EE1A035-5595-0B4B-D708-3A0DAA44FF8C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5BCE5DC4-B704-8633-88F9-1E2B58A53CF6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A8B6701-9B6D-E0B7-6CD9-EEF9B37283AE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E926FF1E-F9AF-0DF1-7E7C-3A7AD14ADFCB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BD06CA-6E17-AC66-33CC-0FC3EB3E8A67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41CB05B-C993-B53E-EC88-B6B03F5E2CAA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F8DD155C-D7E6-BAEE-EFD1-D60E801B7F58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B3C41D1-D082-E341-2C17-EFC0F406384E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8401FF3-DB95-EA08-8B73-06291BE2826C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1E09453-A0CD-E3C1-6FC8-EAE8DEA7BE17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464170D0-22D4-2DC4-30BD-559BD657C257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452814B-CC19-B17A-9E31-EA3C5BAADBA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87ED01C-8EBD-CE7C-C35B-B624EB8AA992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D98FB32-DFDA-2E2E-9FBA-81579DDAD389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94829BC2-0454-323F-170A-8C4F07EB3BE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705A3FE-46B4-5AC7-8ECA-326F05D85BFD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D88A46A0-DABF-F1E3-7C47-5C34201D166C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063F523-EB83-A451-7BD2-8C6F47515280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FCF304DB-1904-9C59-C217-A8ACBD4C96F0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0BAA61D-8A49-8782-BB8F-0C1C288AE966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32B624E4-9C87-602D-D412-83070AE17276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929C8F71-DF52-F8DE-08B0-85ACDBECF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A7CECB0-510A-FD68-3071-6BBE4975D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26" name="Текст 14">
            <a:extLst>
              <a:ext uri="{FF2B5EF4-FFF2-40B4-BE49-F238E27FC236}">
                <a16:creationId xmlns:a16="http://schemas.microsoft.com/office/drawing/2014/main" id="{563E8BBD-DA00-696C-3B4C-D5AEE58B50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2898" y="2791115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483074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1E23E213-F6A6-4BB2-09FD-05B4B70FC8F1}"/>
              </a:ext>
            </a:extLst>
          </p:cNvPr>
          <p:cNvGrpSpPr/>
          <p:nvPr/>
        </p:nvGrpSpPr>
        <p:grpSpPr>
          <a:xfrm>
            <a:off x="6449857" y="4114787"/>
            <a:ext cx="5680147" cy="2743207"/>
            <a:chOff x="6449857" y="4114787"/>
            <a:chExt cx="5680147" cy="2743207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020BF528-3D4E-617D-3340-D66E68A0E360}"/>
                </a:ext>
              </a:extLst>
            </p:cNvPr>
            <p:cNvSpPr/>
            <p:nvPr userDrawn="1"/>
          </p:nvSpPr>
          <p:spPr>
            <a:xfrm>
              <a:off x="6449857" y="4114787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71C2CA29-4C5A-19DE-2507-62D38427FF22}"/>
                </a:ext>
              </a:extLst>
            </p:cNvPr>
            <p:cNvSpPr/>
            <p:nvPr userDrawn="1"/>
          </p:nvSpPr>
          <p:spPr>
            <a:xfrm>
              <a:off x="7989075" y="4114787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C0AFFFFB-A965-7370-7FB2-6E68DC903D7F}"/>
                </a:ext>
              </a:extLst>
            </p:cNvPr>
            <p:cNvSpPr/>
            <p:nvPr userDrawn="1"/>
          </p:nvSpPr>
          <p:spPr>
            <a:xfrm>
              <a:off x="9528262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B68C26F2-3755-8709-6985-4ED139DA6D24}"/>
                </a:ext>
              </a:extLst>
            </p:cNvPr>
            <p:cNvSpPr/>
            <p:nvPr userDrawn="1"/>
          </p:nvSpPr>
          <p:spPr>
            <a:xfrm>
              <a:off x="11067506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02390F0A-F0E3-8381-A8CF-E70FCA784B37}"/>
                </a:ext>
              </a:extLst>
            </p:cNvPr>
            <p:cNvSpPr/>
            <p:nvPr userDrawn="1"/>
          </p:nvSpPr>
          <p:spPr>
            <a:xfrm>
              <a:off x="6449857" y="5486399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18230702-2BFC-5086-6811-6333EBC58F85}"/>
                </a:ext>
              </a:extLst>
            </p:cNvPr>
            <p:cNvSpPr/>
            <p:nvPr userDrawn="1"/>
          </p:nvSpPr>
          <p:spPr>
            <a:xfrm>
              <a:off x="7989075" y="5486399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350F1972-73C5-F58F-4031-E27270B73997}"/>
                </a:ext>
              </a:extLst>
            </p:cNvPr>
            <p:cNvSpPr/>
            <p:nvPr userDrawn="1"/>
          </p:nvSpPr>
          <p:spPr>
            <a:xfrm>
              <a:off x="9528262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198F0F72-4364-134B-36E5-E7F8BA7500F1}"/>
                </a:ext>
              </a:extLst>
            </p:cNvPr>
            <p:cNvSpPr/>
            <p:nvPr userDrawn="1"/>
          </p:nvSpPr>
          <p:spPr>
            <a:xfrm>
              <a:off x="11067506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929C8F71-DF52-F8DE-08B0-85ACDBECF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308916E-0B42-A871-D32A-BB16CCA45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894" y="724806"/>
            <a:ext cx="2704194" cy="270419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A7CECB0-510A-FD68-3071-6BBE4975D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42" name="Текст 14">
            <a:extLst>
              <a:ext uri="{FF2B5EF4-FFF2-40B4-BE49-F238E27FC236}">
                <a16:creationId xmlns:a16="http://schemas.microsoft.com/office/drawing/2014/main" id="{0D6A4334-DBEA-1D48-75F0-3E6B3A7E9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898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43" name="Текст 14">
            <a:extLst>
              <a:ext uri="{FF2B5EF4-FFF2-40B4-BE49-F238E27FC236}">
                <a16:creationId xmlns:a16="http://schemas.microsoft.com/office/drawing/2014/main" id="{FB6D74DD-5804-7E0D-BC8B-A51AB7CF66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6846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730857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F2549146-ADDF-181C-90E9-F3AC76E6DB7D}"/>
              </a:ext>
            </a:extLst>
          </p:cNvPr>
          <p:cNvGrpSpPr/>
          <p:nvPr/>
        </p:nvGrpSpPr>
        <p:grpSpPr>
          <a:xfrm>
            <a:off x="6449857" y="4114787"/>
            <a:ext cx="5680147" cy="2743207"/>
            <a:chOff x="6449857" y="4114787"/>
            <a:chExt cx="5680147" cy="2743207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634C8469-E8F8-DDED-FDAD-3FD27A8929EA}"/>
                </a:ext>
              </a:extLst>
            </p:cNvPr>
            <p:cNvSpPr/>
            <p:nvPr userDrawn="1"/>
          </p:nvSpPr>
          <p:spPr>
            <a:xfrm>
              <a:off x="6449857" y="4114787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99BB8C34-777D-D3AC-EF69-308A543E6B89}"/>
                </a:ext>
              </a:extLst>
            </p:cNvPr>
            <p:cNvSpPr/>
            <p:nvPr userDrawn="1"/>
          </p:nvSpPr>
          <p:spPr>
            <a:xfrm>
              <a:off x="7989075" y="4114787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AC57EEF3-4F2B-63F7-5FE3-E8CF36DA241D}"/>
                </a:ext>
              </a:extLst>
            </p:cNvPr>
            <p:cNvSpPr/>
            <p:nvPr userDrawn="1"/>
          </p:nvSpPr>
          <p:spPr>
            <a:xfrm>
              <a:off x="9528262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0561A387-EE6D-18FF-7DE1-B2CC8F470052}"/>
                </a:ext>
              </a:extLst>
            </p:cNvPr>
            <p:cNvSpPr/>
            <p:nvPr userDrawn="1"/>
          </p:nvSpPr>
          <p:spPr>
            <a:xfrm>
              <a:off x="11067506" y="4114787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24A4F313-E546-1B56-4885-0F7DA760CA91}"/>
                </a:ext>
              </a:extLst>
            </p:cNvPr>
            <p:cNvSpPr/>
            <p:nvPr userDrawn="1"/>
          </p:nvSpPr>
          <p:spPr>
            <a:xfrm>
              <a:off x="6449857" y="5486399"/>
              <a:ext cx="1062498" cy="1371595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8FFA7D15-30BF-F789-1209-49C35B38FC52}"/>
                </a:ext>
              </a:extLst>
            </p:cNvPr>
            <p:cNvSpPr/>
            <p:nvPr userDrawn="1"/>
          </p:nvSpPr>
          <p:spPr>
            <a:xfrm>
              <a:off x="7989075" y="5486399"/>
              <a:ext cx="1062491" cy="1371595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8422063C-7DAA-3198-5639-471255E30A3B}"/>
                </a:ext>
              </a:extLst>
            </p:cNvPr>
            <p:cNvSpPr/>
            <p:nvPr userDrawn="1"/>
          </p:nvSpPr>
          <p:spPr>
            <a:xfrm>
              <a:off x="9528262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02098DD5-F170-1BD1-A2B3-021EE8EC353F}"/>
                </a:ext>
              </a:extLst>
            </p:cNvPr>
            <p:cNvSpPr/>
            <p:nvPr userDrawn="1"/>
          </p:nvSpPr>
          <p:spPr>
            <a:xfrm>
              <a:off x="11067506" y="5486399"/>
              <a:ext cx="1062498" cy="1371595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12121"/>
            </a:solidFill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929C8F71-DF52-F8DE-08B0-85ACDBECF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A7CECB0-510A-FD68-3071-6BBE4975D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692150"/>
            <a:ext cx="1717200" cy="540000"/>
          </a:xfrm>
          <a:prstGeom prst="rect">
            <a:avLst/>
          </a:prstGeom>
        </p:spPr>
      </p:pic>
      <p:sp>
        <p:nvSpPr>
          <p:cNvPr id="38" name="Текст 14">
            <a:extLst>
              <a:ext uri="{FF2B5EF4-FFF2-40B4-BE49-F238E27FC236}">
                <a16:creationId xmlns:a16="http://schemas.microsoft.com/office/drawing/2014/main" id="{AF8EFD07-0E4E-AB7E-246D-F9DF818BBD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898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39" name="Текст 14">
            <a:extLst>
              <a:ext uri="{FF2B5EF4-FFF2-40B4-BE49-F238E27FC236}">
                <a16:creationId xmlns:a16="http://schemas.microsoft.com/office/drawing/2014/main" id="{7A41CEDF-2439-FD5B-F045-B2B82099C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6846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151BCF1-1408-3FD9-2A28-360B0A2F52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0794" y="2812380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1592966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5BA2BE-D08C-B882-058E-590688C450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910"/>
          <a:stretch/>
        </p:blipFill>
        <p:spPr>
          <a:xfrm>
            <a:off x="2350640" y="-9819"/>
            <a:ext cx="9837444" cy="6858008"/>
          </a:xfrm>
          <a:prstGeom prst="rect">
            <a:avLst/>
          </a:prstGeom>
        </p:spPr>
      </p:pic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BBF107-1AB3-7870-01A9-8BB5C1CF1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7" y="692150"/>
            <a:ext cx="1717199" cy="540000"/>
          </a:xfrm>
          <a:prstGeom prst="rect">
            <a:avLst/>
          </a:prstGeom>
        </p:spPr>
      </p:pic>
      <p:sp>
        <p:nvSpPr>
          <p:cNvPr id="3" name="Текст 14">
            <a:extLst>
              <a:ext uri="{FF2B5EF4-FFF2-40B4-BE49-F238E27FC236}">
                <a16:creationId xmlns:a16="http://schemas.microsoft.com/office/drawing/2014/main" id="{CCD21C96-C10B-A3FC-FC50-C37B295513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9081CF51-E2AC-BDA5-7320-2207CC82EA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tx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57A6BA1C-30AF-D912-D34B-A043DA110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642688"/>
            <a:ext cx="6099623" cy="18281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2106041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EE1A035-5595-0B4B-D708-3A0DAA44FF8C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5BCE5DC4-B704-8633-88F9-1E2B58A53CF6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A8B6701-9B6D-E0B7-6CD9-EEF9B37283AE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E926FF1E-F9AF-0DF1-7E7C-3A7AD14ADFCB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BD06CA-6E17-AC66-33CC-0FC3EB3E8A67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41CB05B-C993-B53E-EC88-B6B03F5E2CAA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F8DD155C-D7E6-BAEE-EFD1-D60E801B7F58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B3C41D1-D082-E341-2C17-EFC0F406384E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8401FF3-DB95-EA08-8B73-06291BE2826C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1E09453-A0CD-E3C1-6FC8-EAE8DEA7BE17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464170D0-22D4-2DC4-30BD-559BD657C257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452814B-CC19-B17A-9E31-EA3C5BAADBA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87ED01C-8EBD-CE7C-C35B-B624EB8AA992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D98FB32-DFDA-2E2E-9FBA-81579DDAD389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94829BC2-0454-323F-170A-8C4F07EB3BE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705A3FE-46B4-5AC7-8ECA-326F05D85BFD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D88A46A0-DABF-F1E3-7C47-5C34201D166C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063F523-EB83-A451-7BD2-8C6F47515280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FCF304DB-1904-9C59-C217-A8ACBD4C96F0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0BAA61D-8A49-8782-BB8F-0C1C288AE966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32B624E4-9C87-602D-D412-83070AE17276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3" name="Заголовок 7">
            <a:extLst>
              <a:ext uri="{FF2B5EF4-FFF2-40B4-BE49-F238E27FC236}">
                <a16:creationId xmlns:a16="http://schemas.microsoft.com/office/drawing/2014/main" id="{9267FCC3-0D4A-43E2-94F9-68387EC121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2CED214-ECA6-CBA7-F46C-4378CA491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894" y="724806"/>
            <a:ext cx="2704193" cy="270419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D677CB5-B7CC-75C4-E0F0-89B52EAE9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7" y="692150"/>
            <a:ext cx="171719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75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2621BAE2-07D9-514A-9985-E8FEC1442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FC759CC-1CE0-0ECB-636A-38777513651B}"/>
              </a:ext>
            </a:extLst>
          </p:cNvPr>
          <p:cNvGrpSpPr/>
          <p:nvPr/>
        </p:nvGrpSpPr>
        <p:grpSpPr>
          <a:xfrm>
            <a:off x="7066328" y="0"/>
            <a:ext cx="5103281" cy="6858000"/>
            <a:chOff x="13297154" y="-2797570"/>
            <a:chExt cx="2934215" cy="3943120"/>
          </a:xfrm>
          <a:solidFill>
            <a:srgbClr val="21212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D17D0AE3-958C-123B-A53F-7A6B906FB52D}"/>
                </a:ext>
              </a:extLst>
            </p:cNvPr>
            <p:cNvSpPr/>
            <p:nvPr/>
          </p:nvSpPr>
          <p:spPr>
            <a:xfrm>
              <a:off x="13297154" y="-2797533"/>
              <a:ext cx="856878" cy="985643"/>
            </a:xfrm>
            <a:custGeom>
              <a:avLst/>
              <a:gdLst>
                <a:gd name="connsiteX0" fmla="*/ 590265 w 856878"/>
                <a:gd name="connsiteY0" fmla="*/ 0 h 985643"/>
                <a:gd name="connsiteX1" fmla="*/ 0 w 856878"/>
                <a:gd name="connsiteY1" fmla="*/ 985644 h 985643"/>
                <a:gd name="connsiteX2" fmla="*/ 383751 w 856878"/>
                <a:gd name="connsiteY2" fmla="*/ 985644 h 985643"/>
                <a:gd name="connsiteX3" fmla="*/ 856879 w 856878"/>
                <a:gd name="connsiteY3" fmla="*/ 0 h 985643"/>
                <a:gd name="connsiteX4" fmla="*/ 590265 w 856878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3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F0734BE0-81FD-8C4B-0101-377442737582}"/>
                </a:ext>
              </a:extLst>
            </p:cNvPr>
            <p:cNvSpPr/>
            <p:nvPr/>
          </p:nvSpPr>
          <p:spPr>
            <a:xfrm>
              <a:off x="13297154" y="-1811708"/>
              <a:ext cx="856878" cy="985645"/>
            </a:xfrm>
            <a:custGeom>
              <a:avLst/>
              <a:gdLst>
                <a:gd name="connsiteX0" fmla="*/ 590265 w 856878"/>
                <a:gd name="connsiteY0" fmla="*/ 0 h 985645"/>
                <a:gd name="connsiteX1" fmla="*/ 0 w 856878"/>
                <a:gd name="connsiteY1" fmla="*/ 985645 h 985645"/>
                <a:gd name="connsiteX2" fmla="*/ 383751 w 856878"/>
                <a:gd name="connsiteY2" fmla="*/ 985645 h 985645"/>
                <a:gd name="connsiteX3" fmla="*/ 856879 w 856878"/>
                <a:gd name="connsiteY3" fmla="*/ 0 h 985645"/>
                <a:gd name="connsiteX4" fmla="*/ 590265 w 856878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5C015D-07E9-6E0E-424E-8A6EC657052B}"/>
                </a:ext>
              </a:extLst>
            </p:cNvPr>
            <p:cNvSpPr/>
            <p:nvPr/>
          </p:nvSpPr>
          <p:spPr>
            <a:xfrm>
              <a:off x="13297154" y="-826063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0BB360F9-EB72-8467-9F42-AA0DDC5E06B9}"/>
                </a:ext>
              </a:extLst>
            </p:cNvPr>
            <p:cNvSpPr/>
            <p:nvPr/>
          </p:nvSpPr>
          <p:spPr>
            <a:xfrm>
              <a:off x="13297154" y="159905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779A6DCE-7A59-8A3F-08BB-977B01AE7AD4}"/>
                </a:ext>
              </a:extLst>
            </p:cNvPr>
            <p:cNvSpPr/>
            <p:nvPr/>
          </p:nvSpPr>
          <p:spPr>
            <a:xfrm>
              <a:off x="14335846" y="-2797533"/>
              <a:ext cx="856883" cy="985643"/>
            </a:xfrm>
            <a:custGeom>
              <a:avLst/>
              <a:gdLst>
                <a:gd name="connsiteX0" fmla="*/ 590270 w 856883"/>
                <a:gd name="connsiteY0" fmla="*/ 0 h 985643"/>
                <a:gd name="connsiteX1" fmla="*/ 0 w 856883"/>
                <a:gd name="connsiteY1" fmla="*/ 985644 h 985643"/>
                <a:gd name="connsiteX2" fmla="*/ 383749 w 856883"/>
                <a:gd name="connsiteY2" fmla="*/ 985644 h 985643"/>
                <a:gd name="connsiteX3" fmla="*/ 856884 w 856883"/>
                <a:gd name="connsiteY3" fmla="*/ 0 h 985643"/>
                <a:gd name="connsiteX4" fmla="*/ 590270 w 856883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3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647A1106-8386-ED87-884F-0E9354468C66}"/>
                </a:ext>
              </a:extLst>
            </p:cNvPr>
            <p:cNvSpPr/>
            <p:nvPr/>
          </p:nvSpPr>
          <p:spPr>
            <a:xfrm>
              <a:off x="15374486" y="-2797570"/>
              <a:ext cx="856883" cy="985642"/>
            </a:xfrm>
            <a:custGeom>
              <a:avLst/>
              <a:gdLst>
                <a:gd name="connsiteX0" fmla="*/ 590270 w 856883"/>
                <a:gd name="connsiteY0" fmla="*/ 0 h 985642"/>
                <a:gd name="connsiteX1" fmla="*/ 0 w 856883"/>
                <a:gd name="connsiteY1" fmla="*/ 985643 h 985642"/>
                <a:gd name="connsiteX2" fmla="*/ 383749 w 856883"/>
                <a:gd name="connsiteY2" fmla="*/ 985643 h 985642"/>
                <a:gd name="connsiteX3" fmla="*/ 856884 w 856883"/>
                <a:gd name="connsiteY3" fmla="*/ 0 h 985642"/>
                <a:gd name="connsiteX4" fmla="*/ 590270 w 856883"/>
                <a:gd name="connsiteY4" fmla="*/ 0 h 98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2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BDF03F3E-E2F6-4655-E0EF-610A0072FAAD}"/>
                </a:ext>
              </a:extLst>
            </p:cNvPr>
            <p:cNvSpPr/>
            <p:nvPr/>
          </p:nvSpPr>
          <p:spPr>
            <a:xfrm>
              <a:off x="14335846" y="-1811708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BC053A9-C450-AD66-4705-2AF55E068E0F}"/>
                </a:ext>
              </a:extLst>
            </p:cNvPr>
            <p:cNvSpPr/>
            <p:nvPr/>
          </p:nvSpPr>
          <p:spPr>
            <a:xfrm>
              <a:off x="14335846" y="-826063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6E0A2298-A2C1-9939-4A29-752A155C0261}"/>
                </a:ext>
              </a:extLst>
            </p:cNvPr>
            <p:cNvSpPr/>
            <p:nvPr/>
          </p:nvSpPr>
          <p:spPr>
            <a:xfrm>
              <a:off x="15374486" y="-1811746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2D186331-0182-91B0-5F6F-4AA869F17769}"/>
                </a:ext>
              </a:extLst>
            </p:cNvPr>
            <p:cNvSpPr/>
            <p:nvPr/>
          </p:nvSpPr>
          <p:spPr>
            <a:xfrm>
              <a:off x="15374486" y="-826101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00098B1-BC5A-4B0D-0403-3623AC36751A}"/>
                </a:ext>
              </a:extLst>
            </p:cNvPr>
            <p:cNvSpPr/>
            <p:nvPr/>
          </p:nvSpPr>
          <p:spPr>
            <a:xfrm>
              <a:off x="14335846" y="159905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709825CD-E651-0DE1-D1D4-73D0BA47A38B}"/>
                </a:ext>
              </a:extLst>
            </p:cNvPr>
            <p:cNvSpPr/>
            <p:nvPr/>
          </p:nvSpPr>
          <p:spPr>
            <a:xfrm>
              <a:off x="15374486" y="159867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963448-1EF6-86C1-844D-61D2414B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811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ина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EAAA1846-DB51-9F71-5DBA-65CE4E39B084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5BD43D21-AF8B-49D9-DBFD-7824F052CB74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FBABE542-FC27-6851-D07B-003F396EA847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6472F141-742B-4001-AD41-1F8CFF199C14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8E6F12B1-C315-569D-C0B3-0708779FD822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FB738A3C-761C-B097-98E1-A7E9DDD8B4D6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71D936DD-3D0F-D3A7-71C4-6044ADB18AE6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DCF1DB48-93FD-4C30-E0BA-1C610FCAF9E7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D6A3D5F-585D-54EA-C4C4-931388F3DA76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1A5CA469-2BF5-5F2D-2C1E-2F659D1859B3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80320DF7-16FB-BB6B-CB55-F79A13C8E78D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B977905C-2899-D1B8-8A08-4DC87667FC6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02D7F3F0-A920-ED71-742B-A762F049F0BD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6D91930-D869-6589-97C5-1D361FF933CD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2F496F64-B4B6-BE2F-E5FA-CCE64964049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B8B32F09-F58E-4B4D-9A85-D44DD862FE8C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A0885AB2-E965-831E-C8DD-141FEF6F527A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A1048246-1B39-BF44-D556-D1036A66A5A3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F44D76DB-FDF8-5CC8-AECE-0BC0C42AF6F3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7F530F14-20C4-D9C3-1640-4BEBEBE2EF54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88C7D929-CD5C-EA43-D628-2B89F0761C8B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" name="Заголовок 7">
            <a:extLst>
              <a:ext uri="{FF2B5EF4-FFF2-40B4-BE49-F238E27FC236}">
                <a16:creationId xmlns:a16="http://schemas.microsoft.com/office/drawing/2014/main" id="{29A2DECD-4D52-416E-95AD-DB7622D5D9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8428D1-8A8F-88D1-9561-8B10BAA7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6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36E12717-13CD-BE40-11A3-DCDDC90D0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B6800BA-1440-0253-F2A3-D8E509E76F36}"/>
              </a:ext>
            </a:extLst>
          </p:cNvPr>
          <p:cNvGrpSpPr/>
          <p:nvPr/>
        </p:nvGrpSpPr>
        <p:grpSpPr>
          <a:xfrm>
            <a:off x="5875274" y="4114986"/>
            <a:ext cx="6297633" cy="2743014"/>
            <a:chOff x="5875274" y="4114986"/>
            <a:chExt cx="6297633" cy="2743014"/>
          </a:xfrm>
          <a:solidFill>
            <a:srgbClr val="212121"/>
          </a:solidFill>
        </p:grpSpPr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73742DE5-88E0-B507-B6B5-70CBC1E2518E}"/>
                </a:ext>
              </a:extLst>
            </p:cNvPr>
            <p:cNvSpPr/>
            <p:nvPr userDrawn="1"/>
          </p:nvSpPr>
          <p:spPr>
            <a:xfrm>
              <a:off x="7156015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B33A0F51-63FC-A560-BABE-7EA940883E56}"/>
                </a:ext>
              </a:extLst>
            </p:cNvPr>
            <p:cNvSpPr/>
            <p:nvPr userDrawn="1"/>
          </p:nvSpPr>
          <p:spPr>
            <a:xfrm>
              <a:off x="7156015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E1A2D8C-066E-D466-C7F5-43C9200774F9}"/>
                </a:ext>
              </a:extLst>
            </p:cNvPr>
            <p:cNvSpPr/>
            <p:nvPr userDrawn="1"/>
          </p:nvSpPr>
          <p:spPr>
            <a:xfrm>
              <a:off x="8436551" y="4114986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DF8E5D7D-6F7A-DC58-4D40-536E70BE74B4}"/>
                </a:ext>
              </a:extLst>
            </p:cNvPr>
            <p:cNvSpPr/>
            <p:nvPr userDrawn="1"/>
          </p:nvSpPr>
          <p:spPr>
            <a:xfrm>
              <a:off x="8436551" y="5486592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8E4A870F-8693-2206-7627-9ED7BE3007F2}"/>
                </a:ext>
              </a:extLst>
            </p:cNvPr>
            <p:cNvSpPr/>
            <p:nvPr userDrawn="1"/>
          </p:nvSpPr>
          <p:spPr>
            <a:xfrm>
              <a:off x="9717189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66B7F661-EE1E-5D77-79C3-BF2EB673DFAB}"/>
                </a:ext>
              </a:extLst>
            </p:cNvPr>
            <p:cNvSpPr/>
            <p:nvPr userDrawn="1"/>
          </p:nvSpPr>
          <p:spPr>
            <a:xfrm>
              <a:off x="9717189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B5BCA080-D249-AD5B-E073-98195022BB9D}"/>
                </a:ext>
              </a:extLst>
            </p:cNvPr>
            <p:cNvSpPr/>
            <p:nvPr userDrawn="1"/>
          </p:nvSpPr>
          <p:spPr>
            <a:xfrm>
              <a:off x="10997823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457DF675-65A3-5D8D-7908-00341DEDDAA2}"/>
                </a:ext>
              </a:extLst>
            </p:cNvPr>
            <p:cNvSpPr/>
            <p:nvPr userDrawn="1"/>
          </p:nvSpPr>
          <p:spPr>
            <a:xfrm>
              <a:off x="10997823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EAC12D53-1C0C-64DE-EE56-1EBAB6AD8EFF}"/>
                </a:ext>
              </a:extLst>
            </p:cNvPr>
            <p:cNvSpPr/>
            <p:nvPr userDrawn="1"/>
          </p:nvSpPr>
          <p:spPr>
            <a:xfrm>
              <a:off x="5875274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B142596C-57F6-542E-C480-7A4DC8438E7C}"/>
                </a:ext>
              </a:extLst>
            </p:cNvPr>
            <p:cNvSpPr/>
            <p:nvPr userDrawn="1"/>
          </p:nvSpPr>
          <p:spPr>
            <a:xfrm>
              <a:off x="5875274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02C914-8324-E5E6-D671-244AC1300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7"/>
            <a:ext cx="718565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238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 раздела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1421F1C-5BAD-C83E-2D94-204EF3BDDDEC}"/>
              </a:ext>
            </a:extLst>
          </p:cNvPr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2EE75A3D-51EC-7E3A-853C-3B9CA0654824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E1D0FE73-8E3A-B307-3768-A5670C2258B3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999961D2-9F55-1491-DAE8-6E55C1FE1DDF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873EB99-726F-1C3E-9E0C-7B0F864A5BD1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A935D6E-AD7B-7E75-A0EB-5658D2A47FCF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6D3FD5D-6364-B807-C234-7581756F9420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DBB01BE-B2C5-EB41-2CE5-983A45F0DEC7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AB3E993-CB89-8FBE-7687-FFF384C19E48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666A523-5C4A-E2C2-F2A4-0DC370E4DF9F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E51E6E2-B97E-7D96-0101-EC0ED1C2B425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C7155C1-9A51-5CC8-FB78-D818F115BF54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AF466A-EA1B-D0E0-2FC1-08748AAFABD3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B89F57A-392A-871C-5D5F-E09B1D55DA34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C2199806-8FAE-7603-624C-0432519BDBDD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8D4ABEBB-CA3D-286A-96AF-7FB3A206E8CC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74E7AD2C-FC64-6BE2-56A4-7B75C1DCAC54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5CDB3AB-0A06-F9A1-00C5-F29681D8A0C4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73AB114-97EC-11D8-ED3E-0EFB00411ECF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51D751DA-C3C1-2514-C80D-E25DF9A98DCE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FC3C1F6F-94A4-A6FD-7C39-70BFD552756E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48E78963-7F92-CB8A-4FED-7D8FA3B26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8C6FBC-A535-6B14-3747-077676E3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08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Титульный слайд раздела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48E78963-7F92-CB8A-4FED-7D8FA3B26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773238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E6DEA01-3092-D7F5-B005-E49D30EF4FEB}"/>
              </a:ext>
            </a:extLst>
          </p:cNvPr>
          <p:cNvGrpSpPr/>
          <p:nvPr/>
        </p:nvGrpSpPr>
        <p:grpSpPr>
          <a:xfrm>
            <a:off x="5875274" y="4114986"/>
            <a:ext cx="6297633" cy="2743014"/>
            <a:chOff x="5875274" y="4114986"/>
            <a:chExt cx="6297633" cy="2743014"/>
          </a:xfrm>
          <a:solidFill>
            <a:schemeClr val="bg1"/>
          </a:solidFill>
        </p:grpSpPr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6FE0DD49-47E2-E769-71F6-A2500E79086C}"/>
                </a:ext>
              </a:extLst>
            </p:cNvPr>
            <p:cNvSpPr/>
            <p:nvPr userDrawn="1"/>
          </p:nvSpPr>
          <p:spPr>
            <a:xfrm>
              <a:off x="7156015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78595DC7-7318-695D-9AE1-6E1FFA21DBDC}"/>
                </a:ext>
              </a:extLst>
            </p:cNvPr>
            <p:cNvSpPr/>
            <p:nvPr userDrawn="1"/>
          </p:nvSpPr>
          <p:spPr>
            <a:xfrm>
              <a:off x="7156015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51D0C5D-6BF7-F396-EBD9-6A10F5D9F27B}"/>
                </a:ext>
              </a:extLst>
            </p:cNvPr>
            <p:cNvSpPr/>
            <p:nvPr userDrawn="1"/>
          </p:nvSpPr>
          <p:spPr>
            <a:xfrm>
              <a:off x="8436551" y="4114986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235907CB-1FEE-4DAB-C79D-410CAB65E201}"/>
                </a:ext>
              </a:extLst>
            </p:cNvPr>
            <p:cNvSpPr/>
            <p:nvPr userDrawn="1"/>
          </p:nvSpPr>
          <p:spPr>
            <a:xfrm>
              <a:off x="8436551" y="5486592"/>
              <a:ext cx="1175089" cy="1371408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255159E0-D0FA-C060-FE5E-CCE455B66D5C}"/>
                </a:ext>
              </a:extLst>
            </p:cNvPr>
            <p:cNvSpPr/>
            <p:nvPr userDrawn="1"/>
          </p:nvSpPr>
          <p:spPr>
            <a:xfrm>
              <a:off x="9717189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D6657DF4-33A8-8A98-A7DD-5A3630F538FA}"/>
                </a:ext>
              </a:extLst>
            </p:cNvPr>
            <p:cNvSpPr/>
            <p:nvPr userDrawn="1"/>
          </p:nvSpPr>
          <p:spPr>
            <a:xfrm>
              <a:off x="9717189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D2D97F96-B1BC-0B8E-52E7-FE8EE5A2E962}"/>
                </a:ext>
              </a:extLst>
            </p:cNvPr>
            <p:cNvSpPr/>
            <p:nvPr userDrawn="1"/>
          </p:nvSpPr>
          <p:spPr>
            <a:xfrm>
              <a:off x="10997823" y="4114986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EB3589D8-F12B-F80A-3FE0-0E8E7E714B74}"/>
                </a:ext>
              </a:extLst>
            </p:cNvPr>
            <p:cNvSpPr/>
            <p:nvPr userDrawn="1"/>
          </p:nvSpPr>
          <p:spPr>
            <a:xfrm>
              <a:off x="10997823" y="5486592"/>
              <a:ext cx="1175084" cy="1371408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9F4791E4-9900-C2A4-78FA-004E26795232}"/>
                </a:ext>
              </a:extLst>
            </p:cNvPr>
            <p:cNvSpPr/>
            <p:nvPr userDrawn="1"/>
          </p:nvSpPr>
          <p:spPr>
            <a:xfrm>
              <a:off x="5875274" y="4114986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EE0152CB-17DB-E3FB-EA78-56B6A851E620}"/>
                </a:ext>
              </a:extLst>
            </p:cNvPr>
            <p:cNvSpPr/>
            <p:nvPr userDrawn="1"/>
          </p:nvSpPr>
          <p:spPr>
            <a:xfrm>
              <a:off x="5875274" y="5486592"/>
              <a:ext cx="1175094" cy="1371408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D5DF49-3EAD-7668-DD57-127C6DFB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051236"/>
            <a:ext cx="720297" cy="22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6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31D4-65E7-43FF-9DDD-56B4677A2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2F8C7-8FF6-4545-8845-A3B7BC98E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226E4-E32F-4293-82AF-91CCAD73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24994-52A9-469B-ADEB-CFC2FB5C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5B677-FA4F-42F0-8F41-1024437D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9AF38-66BB-4C86-A736-99A752D72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68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42" Type="http://schemas.openxmlformats.org/officeDocument/2006/relationships/slideLayout" Target="../slideLayouts/slideLayout90.xml"/><Relationship Id="rId47" Type="http://schemas.openxmlformats.org/officeDocument/2006/relationships/slideLayout" Target="../slideLayouts/slideLayout95.xml"/><Relationship Id="rId50" Type="http://schemas.openxmlformats.org/officeDocument/2006/relationships/oleObject" Target="../embeddings/oleObject2.bin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8.xml"/><Relationship Id="rId45" Type="http://schemas.openxmlformats.org/officeDocument/2006/relationships/slideLayout" Target="../slideLayouts/slideLayout93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49" Type="http://schemas.openxmlformats.org/officeDocument/2006/relationships/vmlDrawing" Target="../drawings/vmlDrawing2.v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4" Type="http://schemas.openxmlformats.org/officeDocument/2006/relationships/slideLayout" Target="../slideLayouts/slideLayout92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91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56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6.xml"/><Relationship Id="rId4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68.xml"/><Relationship Id="rId41" Type="http://schemas.openxmlformats.org/officeDocument/2006/relationships/slideLayout" Target="../slideLayouts/slideLayout89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8.xml"/><Relationship Id="rId18" Type="http://schemas.openxmlformats.org/officeDocument/2006/relationships/slideLayout" Target="../slideLayouts/slideLayout113.xml"/><Relationship Id="rId26" Type="http://schemas.openxmlformats.org/officeDocument/2006/relationships/slideLayout" Target="../slideLayouts/slideLayout121.xml"/><Relationship Id="rId39" Type="http://schemas.openxmlformats.org/officeDocument/2006/relationships/slideLayout" Target="../slideLayouts/slideLayout134.xml"/><Relationship Id="rId21" Type="http://schemas.openxmlformats.org/officeDocument/2006/relationships/slideLayout" Target="../slideLayouts/slideLayout116.xml"/><Relationship Id="rId34" Type="http://schemas.openxmlformats.org/officeDocument/2006/relationships/slideLayout" Target="../slideLayouts/slideLayout129.xml"/><Relationship Id="rId42" Type="http://schemas.openxmlformats.org/officeDocument/2006/relationships/slideLayout" Target="../slideLayouts/slideLayout137.xml"/><Relationship Id="rId47" Type="http://schemas.openxmlformats.org/officeDocument/2006/relationships/slideLayout" Target="../slideLayouts/slideLayout142.xml"/><Relationship Id="rId50" Type="http://schemas.openxmlformats.org/officeDocument/2006/relationships/tags" Target="../tags/tag3.xml"/><Relationship Id="rId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7.xml"/><Relationship Id="rId16" Type="http://schemas.openxmlformats.org/officeDocument/2006/relationships/slideLayout" Target="../slideLayouts/slideLayout111.xml"/><Relationship Id="rId29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06.xml"/><Relationship Id="rId24" Type="http://schemas.openxmlformats.org/officeDocument/2006/relationships/slideLayout" Target="../slideLayouts/slideLayout119.xml"/><Relationship Id="rId32" Type="http://schemas.openxmlformats.org/officeDocument/2006/relationships/slideLayout" Target="../slideLayouts/slideLayout127.xml"/><Relationship Id="rId37" Type="http://schemas.openxmlformats.org/officeDocument/2006/relationships/slideLayout" Target="../slideLayouts/slideLayout132.xml"/><Relationship Id="rId40" Type="http://schemas.openxmlformats.org/officeDocument/2006/relationships/slideLayout" Target="../slideLayouts/slideLayout135.xml"/><Relationship Id="rId45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110.xml"/><Relationship Id="rId23" Type="http://schemas.openxmlformats.org/officeDocument/2006/relationships/slideLayout" Target="../slideLayouts/slideLayout118.xml"/><Relationship Id="rId28" Type="http://schemas.openxmlformats.org/officeDocument/2006/relationships/slideLayout" Target="../slideLayouts/slideLayout123.xml"/><Relationship Id="rId36" Type="http://schemas.openxmlformats.org/officeDocument/2006/relationships/slideLayout" Target="../slideLayouts/slideLayout131.xml"/><Relationship Id="rId49" Type="http://schemas.openxmlformats.org/officeDocument/2006/relationships/vmlDrawing" Target="../drawings/vmlDrawing3.vml"/><Relationship Id="rId10" Type="http://schemas.openxmlformats.org/officeDocument/2006/relationships/slideLayout" Target="../slideLayouts/slideLayout105.xml"/><Relationship Id="rId19" Type="http://schemas.openxmlformats.org/officeDocument/2006/relationships/slideLayout" Target="../slideLayouts/slideLayout114.xml"/><Relationship Id="rId31" Type="http://schemas.openxmlformats.org/officeDocument/2006/relationships/slideLayout" Target="../slideLayouts/slideLayout126.xml"/><Relationship Id="rId44" Type="http://schemas.openxmlformats.org/officeDocument/2006/relationships/slideLayout" Target="../slideLayouts/slideLayout139.xml"/><Relationship Id="rId52" Type="http://schemas.openxmlformats.org/officeDocument/2006/relationships/image" Target="../media/image1.emf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109.xml"/><Relationship Id="rId22" Type="http://schemas.openxmlformats.org/officeDocument/2006/relationships/slideLayout" Target="../slideLayouts/slideLayout117.xml"/><Relationship Id="rId27" Type="http://schemas.openxmlformats.org/officeDocument/2006/relationships/slideLayout" Target="../slideLayouts/slideLayout122.xml"/><Relationship Id="rId30" Type="http://schemas.openxmlformats.org/officeDocument/2006/relationships/slideLayout" Target="../slideLayouts/slideLayout125.xml"/><Relationship Id="rId35" Type="http://schemas.openxmlformats.org/officeDocument/2006/relationships/slideLayout" Target="../slideLayouts/slideLayout130.xml"/><Relationship Id="rId43" Type="http://schemas.openxmlformats.org/officeDocument/2006/relationships/slideLayout" Target="../slideLayouts/slideLayout138.xml"/><Relationship Id="rId48" Type="http://schemas.openxmlformats.org/officeDocument/2006/relationships/theme" Target="../theme/theme4.xml"/><Relationship Id="rId8" Type="http://schemas.openxmlformats.org/officeDocument/2006/relationships/slideLayout" Target="../slideLayouts/slideLayout103.xml"/><Relationship Id="rId51" Type="http://schemas.openxmlformats.org/officeDocument/2006/relationships/oleObject" Target="../embeddings/oleObject3.bin"/><Relationship Id="rId3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7.xml"/><Relationship Id="rId17" Type="http://schemas.openxmlformats.org/officeDocument/2006/relationships/slideLayout" Target="../slideLayouts/slideLayout112.xml"/><Relationship Id="rId25" Type="http://schemas.openxmlformats.org/officeDocument/2006/relationships/slideLayout" Target="../slideLayouts/slideLayout120.xml"/><Relationship Id="rId33" Type="http://schemas.openxmlformats.org/officeDocument/2006/relationships/slideLayout" Target="../slideLayouts/slideLayout128.xml"/><Relationship Id="rId38" Type="http://schemas.openxmlformats.org/officeDocument/2006/relationships/slideLayout" Target="../slideLayouts/slideLayout133.xml"/><Relationship Id="rId46" Type="http://schemas.openxmlformats.org/officeDocument/2006/relationships/slideLayout" Target="../slideLayouts/slideLayout141.xml"/><Relationship Id="rId20" Type="http://schemas.openxmlformats.org/officeDocument/2006/relationships/slideLayout" Target="../slideLayouts/slideLayout115.xml"/><Relationship Id="rId41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8F2026ED-91E8-476D-9799-20B59EE48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0"/>
            </p:custDataLst>
            <p:extLst>
              <p:ext uri="{D42A27DB-BD31-4B8C-83A1-F6EECF244321}">
                <p14:modId xmlns:p14="http://schemas.microsoft.com/office/powerpoint/2010/main" val="26813825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think-cell Slide" r:id="rId51" imgW="405" imgH="405" progId="TCLayout.ActiveDocument.1">
                  <p:embed/>
                </p:oleObj>
              </mc:Choice>
              <mc:Fallback>
                <p:oleObj name="think-cell Slide" r:id="rId51" imgW="405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1461C-53A4-C943-B21F-B82D3E5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8" name="Нижний колонтитул 2">
            <a:extLst>
              <a:ext uri="{FF2B5EF4-FFF2-40B4-BE49-F238E27FC236}">
                <a16:creationId xmlns:a16="http://schemas.microsoft.com/office/drawing/2014/main" id="{23CA651D-6B29-DE48-B225-DF53D6B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  <a:latin typeface="VK Sans Display" pitchFamily="2" charset="0"/>
              </a:defRPr>
            </a:lvl1pPr>
          </a:lstStyle>
          <a:p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BC83C78-346F-1043-91D6-AAE2CBD50914}"/>
              </a:ext>
            </a:extLst>
          </p:cNvPr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6323B1F2-748E-D24A-B04D-147E09F7A056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1B27122E-E66E-3842-BEE7-8F21E71CCFFA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489CB35-5D1A-3449-A3AA-6331ECDE56D7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E46F3591-5DE8-684F-945B-4B104571763B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E72CDAF1-40E5-1146-8168-F54EFBC30D1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D7A57A1D-1763-3545-AF07-19470F3E50CB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56465A1-0921-EF43-AA4A-163FB7F2E5D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928A59CB-089A-4049-8D48-745F1CD70D00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E3986F7-E050-214A-8AAE-9F64D46E6D25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5A77F4BA-FB36-E94D-A5E0-1E2C3DDEF2DD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CF75EAD3-670B-6741-BD93-7AC35A4C614F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99F4A77B-3030-4345-9E65-8E7A17D3C9AB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4D584FB-B2D1-004D-8FAA-86088F98D1C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8491DE6-A85F-F941-9774-470B7A292E66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F0A37FBE-ED03-9E46-B887-2095E356522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B60AB2F-ECD7-B14B-914B-D1497215BE2D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1F86DEA-3BC0-2949-8D21-BC75BF487961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3AA5CCF0-AFE9-C845-8FB6-42C61118EB3B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2F4CBF35-215D-3141-AE0E-10FCB8EAA38B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27827FEF-580D-8D4A-AA52-FBB780D3E8CA}"/>
              </a:ext>
            </a:extLst>
          </p:cNvPr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D5720CF8-777D-6D46-943B-8BFBBAC8AC37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A751E786-90FC-B84D-A121-52C549CABAD6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FB098482-3360-BC48-86E2-D82F0ECD18CB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1C8E324-B663-AE43-AD17-C30372AC1D62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982BEC6C-68DE-E945-89D7-E542C117AE5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3EF568AD-F1F9-804D-9F74-FF357FDDF8E2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23EA1C8B-0B4C-F54E-A19D-87D78B2BA79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176C27A-B0C3-E348-A8E9-CFF1EDD0691A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1E950337-5072-114C-BF31-761D28BD0077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9CC3246-9DE9-274E-A6C3-F1641B274260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D325B007-78F8-3C48-AFAE-566FB0FE44CB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1C960B3-AB41-7C49-BF29-7BE107E51B2E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2C78BCE0-6204-0442-93CA-02D94FDF3F7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D1C06090-B6A7-F940-B829-33701FB43C9D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B0FFD9E0-54D7-5344-9001-BBEC5DAB786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01CA738E-8928-9640-A950-3958A54AF720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24B7330-F8F4-7849-9AA8-726A43864042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61D65C45-3E19-9342-83DB-D61F067718E5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4C52D8E-9B70-CD44-869A-228C63BCF7A3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Slide Number Placeholder 2">
            <a:extLst>
              <a:ext uri="{FF2B5EF4-FFF2-40B4-BE49-F238E27FC236}">
                <a16:creationId xmlns:a16="http://schemas.microsoft.com/office/drawing/2014/main" id="{DE85F55D-1AAA-4128-BDA4-198C3757B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84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VK Sans Display" pitchFamily="2" charset="0"/>
          <a:ea typeface="+mn-ea"/>
          <a:cs typeface="+mn-cs"/>
        </a:defRPr>
      </a:lvl1pPr>
      <a:lvl2pPr marL="255588" indent="-255588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2pPr>
      <a:lvl3pPr marL="441325" indent="-17145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3pPr>
      <a:lvl4pPr marL="72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415">
          <p15:clr>
            <a:srgbClr val="FDE53C"/>
          </p15:clr>
        </p15:guide>
        <p15:guide id="14" pos="7265">
          <p15:clr>
            <a:srgbClr val="FDE53C"/>
          </p15:clr>
        </p15:guide>
        <p15:guide id="16" orient="horz" pos="3952">
          <p15:clr>
            <a:srgbClr val="FDE53C"/>
          </p15:clr>
        </p15:guide>
        <p15:guide id="17" pos="5133">
          <p15:clr>
            <a:srgbClr val="FDE53C"/>
          </p15:clr>
        </p15:guide>
        <p15:guide id="18" pos="2547">
          <p15:clr>
            <a:srgbClr val="FDE53C"/>
          </p15:clr>
        </p15:guide>
        <p15:guide id="19" pos="3840">
          <p15:clr>
            <a:srgbClr val="FDE53C"/>
          </p15:clr>
        </p15:guide>
        <p15:guide id="22" orient="horz" pos="436">
          <p15:clr>
            <a:srgbClr val="FDE53C"/>
          </p15:clr>
        </p15:guide>
        <p15:guide id="23" orient="horz" pos="1117">
          <p15:clr>
            <a:srgbClr val="FDE53C"/>
          </p15:clr>
        </p15:guide>
        <p15:guide id="24" pos="2116">
          <p15:clr>
            <a:srgbClr val="FDE53C"/>
          </p15:clr>
        </p15:guide>
        <p15:guide id="25" pos="5564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84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hf sldNum="0" hdr="0" ftr="0" dt="0"/>
  <p:txStyles>
    <p:titleStyle>
      <a:lvl1pPr algn="ctr" defTabSz="4571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think-cell Slide" r:id="rId50" imgW="0" imgH="0" progId="TCLayout.ActiveDocument.1">
                  <p:embed/>
                </p:oleObj>
              </mc:Choice>
              <mc:Fallback>
                <p:oleObj name="think-cell Slide" r:id="rId50" imgW="0" imgH="0" progId="TCLayout.ActiveDocument.1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51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 bwMode="auto">
          <a:xfrm>
            <a:off x="658813" y="1773239"/>
            <a:ext cx="10855852" cy="43926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28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>
                <a:solidFill>
                  <a:srgbClr val="A6A6A6"/>
                </a:solidFill>
                <a:latin typeface="VK Sans Display"/>
              </a:defRPr>
            </a:lvl1pPr>
          </a:lstStyle>
          <a:p>
            <a:pPr>
              <a:defRPr/>
            </a:pPr>
            <a:endParaRPr lang="ru-RU"/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/>
            <p:cNvCxnSpPr>
              <a:cxnSpLocks/>
            </p:cNvCxnSpPr>
            <p:nvPr userDrawn="1"/>
          </p:nvCxnSpPr>
          <p:spPr bwMode="auto"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>
              <a:cxnSpLocks/>
            </p:cNvCxnSpPr>
            <p:nvPr userDrawn="1"/>
          </p:nvCxnSpPr>
          <p:spPr bwMode="auto"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>
              <a:cxnSpLocks/>
            </p:cNvCxnSpPr>
            <p:nvPr userDrawn="1"/>
          </p:nvCxnSpPr>
          <p:spPr bwMode="auto"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>
              <a:cxnSpLocks/>
            </p:cNvCxnSpPr>
            <p:nvPr userDrawn="1"/>
          </p:nvCxnSpPr>
          <p:spPr bwMode="auto"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cxnSpLocks/>
            </p:cNvCxnSpPr>
            <p:nvPr userDrawn="1"/>
          </p:nvCxnSpPr>
          <p:spPr bwMode="auto"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>
              <a:cxnSpLocks/>
            </p:cNvCxnSpPr>
            <p:nvPr userDrawn="1"/>
          </p:nvCxnSpPr>
          <p:spPr bwMode="auto"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cxnSpLocks/>
            </p:cNvCxnSpPr>
            <p:nvPr userDrawn="1"/>
          </p:nvCxnSpPr>
          <p:spPr bwMode="auto"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/>
            <p:cNvCxnSpPr>
              <a:cxnSpLocks/>
            </p:cNvCxnSpPr>
            <p:nvPr userDrawn="1"/>
          </p:nvCxnSpPr>
          <p:spPr bwMode="auto"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/>
            <p:cNvCxnSpPr>
              <a:cxnSpLocks/>
            </p:cNvCxnSpPr>
            <p:nvPr userDrawn="1"/>
          </p:nvCxnSpPr>
          <p:spPr bwMode="auto"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/>
            <p:cNvCxnSpPr>
              <a:cxnSpLocks/>
            </p:cNvCxnSpPr>
            <p:nvPr userDrawn="1"/>
          </p:nvCxnSpPr>
          <p:spPr bwMode="auto"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>
              <a:cxnSpLocks/>
            </p:cNvCxnSpPr>
            <p:nvPr userDrawn="1"/>
          </p:nvCxnSpPr>
          <p:spPr bwMode="auto"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>
              <a:cxnSpLocks/>
            </p:cNvCxnSpPr>
            <p:nvPr userDrawn="1"/>
          </p:nvCxnSpPr>
          <p:spPr bwMode="auto"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>
              <a:cxnSpLocks/>
            </p:cNvCxnSpPr>
            <p:nvPr userDrawn="1"/>
          </p:nvCxnSpPr>
          <p:spPr bwMode="auto"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>
              <a:cxnSpLocks/>
            </p:cNvCxnSpPr>
            <p:nvPr userDrawn="1"/>
          </p:nvCxnSpPr>
          <p:spPr bwMode="auto"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>
              <a:cxnSpLocks/>
            </p:cNvCxnSpPr>
            <p:nvPr userDrawn="1"/>
          </p:nvCxnSpPr>
          <p:spPr bwMode="auto"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cxnSpLocks/>
            </p:cNvCxnSpPr>
            <p:nvPr userDrawn="1"/>
          </p:nvCxnSpPr>
          <p:spPr bwMode="auto"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>
              <a:cxnSpLocks/>
            </p:cNvCxnSpPr>
            <p:nvPr userDrawn="1"/>
          </p:nvCxnSpPr>
          <p:spPr bwMode="auto"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cxnSpLocks/>
            </p:cNvCxnSpPr>
            <p:nvPr userDrawn="1"/>
          </p:nvCxnSpPr>
          <p:spPr bwMode="auto"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/>
            <p:cNvCxnSpPr>
              <a:cxnSpLocks/>
            </p:cNvCxnSpPr>
            <p:nvPr userDrawn="1"/>
          </p:nvCxnSpPr>
          <p:spPr bwMode="auto"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/>
          <p:cNvGrpSpPr/>
          <p:nvPr/>
        </p:nvGrpSpPr>
        <p:grpSpPr bwMode="auto">
          <a:xfrm>
            <a:off x="-3" y="6987087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/>
            <p:cNvCxnSpPr>
              <a:cxnSpLocks/>
            </p:cNvCxnSpPr>
            <p:nvPr userDrawn="1"/>
          </p:nvCxnSpPr>
          <p:spPr bwMode="auto"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cxnSpLocks/>
            </p:cNvCxnSpPr>
            <p:nvPr userDrawn="1"/>
          </p:nvCxnSpPr>
          <p:spPr bwMode="auto"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/>
            <p:cNvCxnSpPr>
              <a:cxnSpLocks/>
            </p:cNvCxnSpPr>
            <p:nvPr userDrawn="1"/>
          </p:nvCxnSpPr>
          <p:spPr bwMode="auto"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/>
            <p:cNvCxnSpPr>
              <a:cxnSpLocks/>
            </p:cNvCxnSpPr>
            <p:nvPr userDrawn="1"/>
          </p:nvCxnSpPr>
          <p:spPr bwMode="auto"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cxnSpLocks/>
            </p:cNvCxnSpPr>
            <p:nvPr userDrawn="1"/>
          </p:nvCxnSpPr>
          <p:spPr bwMode="auto"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>
              <a:cxnSpLocks/>
            </p:cNvCxnSpPr>
            <p:nvPr userDrawn="1"/>
          </p:nvCxnSpPr>
          <p:spPr bwMode="auto"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cxnSpLocks/>
            </p:cNvCxnSpPr>
            <p:nvPr userDrawn="1"/>
          </p:nvCxnSpPr>
          <p:spPr bwMode="auto"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/>
            <p:cNvCxnSpPr>
              <a:cxnSpLocks/>
            </p:cNvCxnSpPr>
            <p:nvPr userDrawn="1"/>
          </p:nvCxnSpPr>
          <p:spPr bwMode="auto"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cxnSpLocks/>
            </p:cNvCxnSpPr>
            <p:nvPr userDrawn="1"/>
          </p:nvCxnSpPr>
          <p:spPr bwMode="auto"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>
              <a:cxnSpLocks/>
            </p:cNvCxnSpPr>
            <p:nvPr userDrawn="1"/>
          </p:nvCxnSpPr>
          <p:spPr bwMode="auto"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cxnSpLocks/>
            </p:cNvCxnSpPr>
            <p:nvPr userDrawn="1"/>
          </p:nvCxnSpPr>
          <p:spPr bwMode="auto"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/>
            <p:cNvCxnSpPr>
              <a:cxnSpLocks/>
            </p:cNvCxnSpPr>
            <p:nvPr userDrawn="1"/>
          </p:nvCxnSpPr>
          <p:spPr bwMode="auto"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cxnSpLocks/>
            </p:cNvCxnSpPr>
            <p:nvPr userDrawn="1"/>
          </p:nvCxnSpPr>
          <p:spPr bwMode="auto"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/>
            <p:cNvCxnSpPr>
              <a:cxnSpLocks/>
            </p:cNvCxnSpPr>
            <p:nvPr userDrawn="1"/>
          </p:nvCxnSpPr>
          <p:spPr bwMode="auto"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/>
            <p:cNvCxnSpPr>
              <a:cxnSpLocks/>
            </p:cNvCxnSpPr>
            <p:nvPr userDrawn="1"/>
          </p:nvCxnSpPr>
          <p:spPr bwMode="auto"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/>
            <p:cNvCxnSpPr>
              <a:cxnSpLocks/>
            </p:cNvCxnSpPr>
            <p:nvPr userDrawn="1"/>
          </p:nvCxnSpPr>
          <p:spPr bwMode="auto"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>
              <a:cxnSpLocks/>
            </p:cNvCxnSpPr>
            <p:nvPr userDrawn="1"/>
          </p:nvCxnSpPr>
          <p:spPr bwMode="auto"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/>
            <p:cNvCxnSpPr>
              <a:cxnSpLocks/>
            </p:cNvCxnSpPr>
            <p:nvPr userDrawn="1"/>
          </p:nvCxnSpPr>
          <p:spPr bwMode="auto"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/>
            <p:cNvCxnSpPr>
              <a:cxnSpLocks/>
            </p:cNvCxnSpPr>
            <p:nvPr userDrawn="1"/>
          </p:nvCxnSpPr>
          <p:spPr bwMode="auto"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8DE1744-803E-4708-8F85-3A4872A0B16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62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3747" r:id="rId37"/>
    <p:sldLayoutId id="2147483748" r:id="rId38"/>
    <p:sldLayoutId id="2147483749" r:id="rId39"/>
    <p:sldLayoutId id="2147483750" r:id="rId40"/>
    <p:sldLayoutId id="2147483751" r:id="rId41"/>
    <p:sldLayoutId id="2147483752" r:id="rId42"/>
    <p:sldLayoutId id="2147483753" r:id="rId43"/>
    <p:sldLayoutId id="2147483754" r:id="rId44"/>
    <p:sldLayoutId id="2147483755" r:id="rId45"/>
    <p:sldLayoutId id="2147483756" r:id="rId46"/>
    <p:sldLayoutId id="2147483757" r:id="rId47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3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110000"/>
        </a:lnSpc>
        <a:spcBef>
          <a:spcPts val="1000"/>
        </a:spcBef>
        <a:buFont typeface="Arial"/>
        <a:buNone/>
        <a:defRPr sz="1600">
          <a:solidFill>
            <a:schemeClr val="tx2"/>
          </a:solidFill>
          <a:latin typeface="VK Sans Display"/>
          <a:ea typeface="+mn-ea"/>
          <a:cs typeface="+mn-cs"/>
        </a:defRPr>
      </a:lvl1pPr>
      <a:lvl2pPr marL="255588" indent="-255588" algn="l" defTabSz="914400">
        <a:lnSpc>
          <a:spcPct val="110000"/>
        </a:lnSpc>
        <a:spcBef>
          <a:spcPts val="500"/>
        </a:spcBef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VK Sans Display"/>
          <a:ea typeface="+mn-ea"/>
          <a:cs typeface="+mn-cs"/>
        </a:defRPr>
      </a:lvl2pPr>
      <a:lvl3pPr marL="441325" indent="-171450" algn="l" defTabSz="914400">
        <a:lnSpc>
          <a:spcPct val="11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VK Sans Display"/>
          <a:ea typeface="+mn-ea"/>
          <a:cs typeface="+mn-cs"/>
        </a:defRPr>
      </a:lvl3pPr>
      <a:lvl4pPr marL="720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050">
          <a:solidFill>
            <a:schemeClr val="tx1"/>
          </a:solidFill>
          <a:latin typeface="VK Sans Display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8F2026ED-91E8-476D-9799-20B59EE48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0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think-cell Slide" r:id="rId51" imgW="405" imgH="405" progId="TCLayout.ActiveDocument.1">
                  <p:embed/>
                </p:oleObj>
              </mc:Choice>
              <mc:Fallback>
                <p:oleObj name="think-cell Slide" r:id="rId51" imgW="405" imgH="405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2026ED-91E8-476D-9799-20B59EE48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1461C-53A4-C943-B21F-B82D3E5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8" name="Нижний колонтитул 2">
            <a:extLst>
              <a:ext uri="{FF2B5EF4-FFF2-40B4-BE49-F238E27FC236}">
                <a16:creationId xmlns:a16="http://schemas.microsoft.com/office/drawing/2014/main" id="{23CA651D-6B29-DE48-B225-DF53D6B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  <a:latin typeface="VK Sans Display" pitchFamily="2" charset="0"/>
              </a:defRPr>
            </a:lvl1pPr>
          </a:lstStyle>
          <a:p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BC83C78-346F-1043-91D6-AAE2CBD50914}"/>
              </a:ext>
            </a:extLst>
          </p:cNvPr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6323B1F2-748E-D24A-B04D-147E09F7A056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1B27122E-E66E-3842-BEE7-8F21E71CCFFA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489CB35-5D1A-3449-A3AA-6331ECDE56D7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E46F3591-5DE8-684F-945B-4B104571763B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E72CDAF1-40E5-1146-8168-F54EFBC30D1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D7A57A1D-1763-3545-AF07-19470F3E50CB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56465A1-0921-EF43-AA4A-163FB7F2E5D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928A59CB-089A-4049-8D48-745F1CD70D00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E3986F7-E050-214A-8AAE-9F64D46E6D25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5A77F4BA-FB36-E94D-A5E0-1E2C3DDEF2DD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CF75EAD3-670B-6741-BD93-7AC35A4C614F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99F4A77B-3030-4345-9E65-8E7A17D3C9AB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4D584FB-B2D1-004D-8FAA-86088F98D1C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8491DE6-A85F-F941-9774-470B7A292E66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F0A37FBE-ED03-9E46-B887-2095E356522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B60AB2F-ECD7-B14B-914B-D1497215BE2D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1F86DEA-3BC0-2949-8D21-BC75BF487961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3AA5CCF0-AFE9-C845-8FB6-42C61118EB3B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2F4CBF35-215D-3141-AE0E-10FCB8EAA38B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27827FEF-580D-8D4A-AA52-FBB780D3E8CA}"/>
              </a:ext>
            </a:extLst>
          </p:cNvPr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D5720CF8-777D-6D46-943B-8BFBBAC8AC37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A751E786-90FC-B84D-A121-52C549CABAD6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FB098482-3360-BC48-86E2-D82F0ECD18CB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1C8E324-B663-AE43-AD17-C30372AC1D62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982BEC6C-68DE-E945-89D7-E542C117AE5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3EF568AD-F1F9-804D-9F74-FF357FDDF8E2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23EA1C8B-0B4C-F54E-A19D-87D78B2BA79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176C27A-B0C3-E348-A8E9-CFF1EDD0691A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1E950337-5072-114C-BF31-761D28BD0077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9CC3246-9DE9-274E-A6C3-F1641B274260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D325B007-78F8-3C48-AFAE-566FB0FE44CB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1C960B3-AB41-7C49-BF29-7BE107E51B2E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2C78BCE0-6204-0442-93CA-02D94FDF3F7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D1C06090-B6A7-F940-B829-33701FB43C9D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B0FFD9E0-54D7-5344-9001-BBEC5DAB786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01CA738E-8928-9640-A950-3958A54AF720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24B7330-F8F4-7849-9AA8-726A43864042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61D65C45-3E19-9342-83DB-D61F067718E5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4C52D8E-9B70-CD44-869A-228C63BCF7A3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Slide Number Placeholder 2">
            <a:extLst>
              <a:ext uri="{FF2B5EF4-FFF2-40B4-BE49-F238E27FC236}">
                <a16:creationId xmlns:a16="http://schemas.microsoft.com/office/drawing/2014/main" id="{DE85F55D-1AAA-4128-BDA4-198C3757B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1744-803E-4708-8F85-3A4872A0B16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016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  <p:sldLayoutId id="2147483781" r:id="rId23"/>
    <p:sldLayoutId id="2147483782" r:id="rId24"/>
    <p:sldLayoutId id="2147483783" r:id="rId25"/>
    <p:sldLayoutId id="2147483784" r:id="rId26"/>
    <p:sldLayoutId id="2147483785" r:id="rId27"/>
    <p:sldLayoutId id="2147483786" r:id="rId28"/>
    <p:sldLayoutId id="2147483787" r:id="rId29"/>
    <p:sldLayoutId id="2147483788" r:id="rId30"/>
    <p:sldLayoutId id="2147483789" r:id="rId31"/>
    <p:sldLayoutId id="2147483790" r:id="rId32"/>
    <p:sldLayoutId id="2147483791" r:id="rId33"/>
    <p:sldLayoutId id="2147483792" r:id="rId34"/>
    <p:sldLayoutId id="2147483793" r:id="rId35"/>
    <p:sldLayoutId id="2147483794" r:id="rId36"/>
    <p:sldLayoutId id="2147483795" r:id="rId37"/>
    <p:sldLayoutId id="2147483796" r:id="rId38"/>
    <p:sldLayoutId id="2147483797" r:id="rId39"/>
    <p:sldLayoutId id="2147483798" r:id="rId40"/>
    <p:sldLayoutId id="2147483799" r:id="rId41"/>
    <p:sldLayoutId id="2147483800" r:id="rId42"/>
    <p:sldLayoutId id="2147483801" r:id="rId43"/>
    <p:sldLayoutId id="2147483802" r:id="rId44"/>
    <p:sldLayoutId id="2147483803" r:id="rId45"/>
    <p:sldLayoutId id="2147483804" r:id="rId46"/>
    <p:sldLayoutId id="2147483805" r:id="rId4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VK Sans Display" pitchFamily="2" charset="0"/>
          <a:ea typeface="+mn-ea"/>
          <a:cs typeface="+mn-cs"/>
        </a:defRPr>
      </a:lvl1pPr>
      <a:lvl2pPr marL="255588" indent="-255588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2pPr>
      <a:lvl3pPr marL="441325" indent="-17145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3pPr>
      <a:lvl4pPr marL="72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415">
          <p15:clr>
            <a:srgbClr val="FDE53C"/>
          </p15:clr>
        </p15:guide>
        <p15:guide id="14" pos="7265">
          <p15:clr>
            <a:srgbClr val="FDE53C"/>
          </p15:clr>
        </p15:guide>
        <p15:guide id="16" orient="horz" pos="3952">
          <p15:clr>
            <a:srgbClr val="FDE53C"/>
          </p15:clr>
        </p15:guide>
        <p15:guide id="17" pos="5133">
          <p15:clr>
            <a:srgbClr val="FDE53C"/>
          </p15:clr>
        </p15:guide>
        <p15:guide id="18" pos="2547">
          <p15:clr>
            <a:srgbClr val="FDE53C"/>
          </p15:clr>
        </p15:guide>
        <p15:guide id="19" pos="3840">
          <p15:clr>
            <a:srgbClr val="FDE53C"/>
          </p15:clr>
        </p15:guide>
        <p15:guide id="22" orient="horz" pos="436">
          <p15:clr>
            <a:srgbClr val="FDE53C"/>
          </p15:clr>
        </p15:guide>
        <p15:guide id="23" orient="horz" pos="1117">
          <p15:clr>
            <a:srgbClr val="FDE53C"/>
          </p15:clr>
        </p15:guide>
        <p15:guide id="24" pos="2116">
          <p15:clr>
            <a:srgbClr val="FDE53C"/>
          </p15:clr>
        </p15:guide>
        <p15:guide id="25" pos="5564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9" Type="http://schemas.openxmlformats.org/officeDocument/2006/relationships/tags" Target="../tags/tag42.xml"/><Relationship Id="rId21" Type="http://schemas.openxmlformats.org/officeDocument/2006/relationships/tags" Target="../tags/tag24.xml"/><Relationship Id="rId34" Type="http://schemas.openxmlformats.org/officeDocument/2006/relationships/tags" Target="../tags/tag37.xml"/><Relationship Id="rId42" Type="http://schemas.openxmlformats.org/officeDocument/2006/relationships/tags" Target="../tags/tag45.xml"/><Relationship Id="rId47" Type="http://schemas.openxmlformats.org/officeDocument/2006/relationships/tags" Target="../tags/tag50.xml"/><Relationship Id="rId50" Type="http://schemas.openxmlformats.org/officeDocument/2006/relationships/tags" Target="../tags/tag53.xml"/><Relationship Id="rId55" Type="http://schemas.openxmlformats.org/officeDocument/2006/relationships/tags" Target="../tags/tag58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9" Type="http://schemas.openxmlformats.org/officeDocument/2006/relationships/tags" Target="../tags/tag32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37" Type="http://schemas.openxmlformats.org/officeDocument/2006/relationships/tags" Target="../tags/tag40.xml"/><Relationship Id="rId40" Type="http://schemas.openxmlformats.org/officeDocument/2006/relationships/tags" Target="../tags/tag43.xml"/><Relationship Id="rId45" Type="http://schemas.openxmlformats.org/officeDocument/2006/relationships/tags" Target="../tags/tag48.xml"/><Relationship Id="rId53" Type="http://schemas.openxmlformats.org/officeDocument/2006/relationships/tags" Target="../tags/tag56.xml"/><Relationship Id="rId58" Type="http://schemas.openxmlformats.org/officeDocument/2006/relationships/oleObject" Target="../embeddings/oleObject5.bin"/><Relationship Id="rId5" Type="http://schemas.openxmlformats.org/officeDocument/2006/relationships/tags" Target="../tags/tag8.xml"/><Relationship Id="rId61" Type="http://schemas.openxmlformats.org/officeDocument/2006/relationships/chart" Target="../charts/chart2.xml"/><Relationship Id="rId19" Type="http://schemas.openxmlformats.org/officeDocument/2006/relationships/tags" Target="../tags/tag2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43" Type="http://schemas.openxmlformats.org/officeDocument/2006/relationships/tags" Target="../tags/tag46.xml"/><Relationship Id="rId48" Type="http://schemas.openxmlformats.org/officeDocument/2006/relationships/tags" Target="../tags/tag51.xml"/><Relationship Id="rId56" Type="http://schemas.openxmlformats.org/officeDocument/2006/relationships/tags" Target="../tags/tag59.xml"/><Relationship Id="rId8" Type="http://schemas.openxmlformats.org/officeDocument/2006/relationships/tags" Target="../tags/tag11.xml"/><Relationship Id="rId51" Type="http://schemas.openxmlformats.org/officeDocument/2006/relationships/tags" Target="../tags/tag54.xml"/><Relationship Id="rId3" Type="http://schemas.openxmlformats.org/officeDocument/2006/relationships/tags" Target="../tags/tag6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38" Type="http://schemas.openxmlformats.org/officeDocument/2006/relationships/tags" Target="../tags/tag41.xml"/><Relationship Id="rId46" Type="http://schemas.openxmlformats.org/officeDocument/2006/relationships/tags" Target="../tags/tag49.xml"/><Relationship Id="rId59" Type="http://schemas.openxmlformats.org/officeDocument/2006/relationships/image" Target="../media/image1.emf"/><Relationship Id="rId20" Type="http://schemas.openxmlformats.org/officeDocument/2006/relationships/tags" Target="../tags/tag23.xml"/><Relationship Id="rId41" Type="http://schemas.openxmlformats.org/officeDocument/2006/relationships/tags" Target="../tags/tag44.xml"/><Relationship Id="rId54" Type="http://schemas.openxmlformats.org/officeDocument/2006/relationships/tags" Target="../tags/tag57.xml"/><Relationship Id="rId1" Type="http://schemas.openxmlformats.org/officeDocument/2006/relationships/vmlDrawing" Target="../drawings/vmlDrawing5.vml"/><Relationship Id="rId6" Type="http://schemas.openxmlformats.org/officeDocument/2006/relationships/tags" Target="../tags/tag9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tags" Target="../tags/tag39.xml"/><Relationship Id="rId49" Type="http://schemas.openxmlformats.org/officeDocument/2006/relationships/tags" Target="../tags/tag52.xml"/><Relationship Id="rId57" Type="http://schemas.openxmlformats.org/officeDocument/2006/relationships/slideLayout" Target="../slideLayouts/slideLayout9.xml"/><Relationship Id="rId10" Type="http://schemas.openxmlformats.org/officeDocument/2006/relationships/tags" Target="../tags/tag13.xml"/><Relationship Id="rId31" Type="http://schemas.openxmlformats.org/officeDocument/2006/relationships/tags" Target="../tags/tag34.xml"/><Relationship Id="rId44" Type="http://schemas.openxmlformats.org/officeDocument/2006/relationships/tags" Target="../tags/tag47.xml"/><Relationship Id="rId52" Type="http://schemas.openxmlformats.org/officeDocument/2006/relationships/tags" Target="../tags/tag55.xml"/><Relationship Id="rId60" Type="http://schemas.openxmlformats.org/officeDocument/2006/relationships/chart" Target="../charts/chart1.xml"/><Relationship Id="rId4" Type="http://schemas.openxmlformats.org/officeDocument/2006/relationships/tags" Target="../tags/tag7.xml"/><Relationship Id="rId9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26" Type="http://schemas.openxmlformats.org/officeDocument/2006/relationships/tags" Target="../tags/tag84.xml"/><Relationship Id="rId3" Type="http://schemas.openxmlformats.org/officeDocument/2006/relationships/tags" Target="../tags/tag61.xml"/><Relationship Id="rId21" Type="http://schemas.openxmlformats.org/officeDocument/2006/relationships/tags" Target="../tags/tag79.xml"/><Relationship Id="rId34" Type="http://schemas.openxmlformats.org/officeDocument/2006/relationships/chart" Target="../charts/chart3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tags" Target="../tags/tag83.xml"/><Relationship Id="rId33" Type="http://schemas.openxmlformats.org/officeDocument/2006/relationships/image" Target="../media/image1.emf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tags" Target="../tags/tag78.xml"/><Relationship Id="rId29" Type="http://schemas.openxmlformats.org/officeDocument/2006/relationships/tags" Target="../tags/tag87.xml"/><Relationship Id="rId1" Type="http://schemas.openxmlformats.org/officeDocument/2006/relationships/vmlDrawing" Target="../drawings/vmlDrawing6.v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tags" Target="../tags/tag82.xml"/><Relationship Id="rId32" Type="http://schemas.openxmlformats.org/officeDocument/2006/relationships/oleObject" Target="../embeddings/oleObject6.bin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28" Type="http://schemas.openxmlformats.org/officeDocument/2006/relationships/tags" Target="../tags/tag86.xml"/><Relationship Id="rId10" Type="http://schemas.openxmlformats.org/officeDocument/2006/relationships/tags" Target="../tags/tag68.xml"/><Relationship Id="rId19" Type="http://schemas.openxmlformats.org/officeDocument/2006/relationships/tags" Target="../tags/tag77.xml"/><Relationship Id="rId31" Type="http://schemas.openxmlformats.org/officeDocument/2006/relationships/slideLayout" Target="../slideLayouts/slideLayout9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tags" Target="../tags/tag80.xml"/><Relationship Id="rId27" Type="http://schemas.openxmlformats.org/officeDocument/2006/relationships/tags" Target="../tags/tag85.xml"/><Relationship Id="rId30" Type="http://schemas.openxmlformats.org/officeDocument/2006/relationships/tags" Target="../tags/tag88.xml"/><Relationship Id="rId8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26" Type="http://schemas.openxmlformats.org/officeDocument/2006/relationships/tags" Target="../tags/tag113.xml"/><Relationship Id="rId39" Type="http://schemas.openxmlformats.org/officeDocument/2006/relationships/tags" Target="../tags/tag126.xml"/><Relationship Id="rId21" Type="http://schemas.openxmlformats.org/officeDocument/2006/relationships/tags" Target="../tags/tag108.xml"/><Relationship Id="rId34" Type="http://schemas.openxmlformats.org/officeDocument/2006/relationships/tags" Target="../tags/tag121.xml"/><Relationship Id="rId42" Type="http://schemas.openxmlformats.org/officeDocument/2006/relationships/oleObject" Target="../embeddings/oleObject7.bin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9" Type="http://schemas.openxmlformats.org/officeDocument/2006/relationships/tags" Target="../tags/tag116.xml"/><Relationship Id="rId1" Type="http://schemas.openxmlformats.org/officeDocument/2006/relationships/vmlDrawing" Target="../drawings/vmlDrawing7.v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24" Type="http://schemas.openxmlformats.org/officeDocument/2006/relationships/tags" Target="../tags/tag111.xml"/><Relationship Id="rId32" Type="http://schemas.openxmlformats.org/officeDocument/2006/relationships/tags" Target="../tags/tag119.xml"/><Relationship Id="rId37" Type="http://schemas.openxmlformats.org/officeDocument/2006/relationships/tags" Target="../tags/tag124.xml"/><Relationship Id="rId40" Type="http://schemas.openxmlformats.org/officeDocument/2006/relationships/tags" Target="../tags/tag127.xml"/><Relationship Id="rId45" Type="http://schemas.openxmlformats.org/officeDocument/2006/relationships/chart" Target="../charts/chart5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23" Type="http://schemas.openxmlformats.org/officeDocument/2006/relationships/tags" Target="../tags/tag110.xml"/><Relationship Id="rId28" Type="http://schemas.openxmlformats.org/officeDocument/2006/relationships/tags" Target="../tags/tag115.xml"/><Relationship Id="rId36" Type="http://schemas.openxmlformats.org/officeDocument/2006/relationships/tags" Target="../tags/tag123.xml"/><Relationship Id="rId10" Type="http://schemas.openxmlformats.org/officeDocument/2006/relationships/tags" Target="../tags/tag97.xml"/><Relationship Id="rId19" Type="http://schemas.openxmlformats.org/officeDocument/2006/relationships/tags" Target="../tags/tag106.xml"/><Relationship Id="rId31" Type="http://schemas.openxmlformats.org/officeDocument/2006/relationships/tags" Target="../tags/tag118.xml"/><Relationship Id="rId44" Type="http://schemas.openxmlformats.org/officeDocument/2006/relationships/chart" Target="../charts/chart4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Relationship Id="rId22" Type="http://schemas.openxmlformats.org/officeDocument/2006/relationships/tags" Target="../tags/tag109.xml"/><Relationship Id="rId27" Type="http://schemas.openxmlformats.org/officeDocument/2006/relationships/tags" Target="../tags/tag114.xml"/><Relationship Id="rId30" Type="http://schemas.openxmlformats.org/officeDocument/2006/relationships/tags" Target="../tags/tag117.xml"/><Relationship Id="rId35" Type="http://schemas.openxmlformats.org/officeDocument/2006/relationships/tags" Target="../tags/tag122.xml"/><Relationship Id="rId43" Type="http://schemas.openxmlformats.org/officeDocument/2006/relationships/image" Target="../media/image1.emf"/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5" Type="http://schemas.openxmlformats.org/officeDocument/2006/relationships/tags" Target="../tags/tag112.xml"/><Relationship Id="rId33" Type="http://schemas.openxmlformats.org/officeDocument/2006/relationships/tags" Target="../tags/tag120.xml"/><Relationship Id="rId38" Type="http://schemas.openxmlformats.org/officeDocument/2006/relationships/tags" Target="../tags/tag125.xml"/><Relationship Id="rId20" Type="http://schemas.openxmlformats.org/officeDocument/2006/relationships/tags" Target="../tags/tag107.xml"/><Relationship Id="rId4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13" Type="http://schemas.openxmlformats.org/officeDocument/2006/relationships/tags" Target="../tags/tag139.xml"/><Relationship Id="rId18" Type="http://schemas.openxmlformats.org/officeDocument/2006/relationships/tags" Target="../tags/tag144.xml"/><Relationship Id="rId26" Type="http://schemas.openxmlformats.org/officeDocument/2006/relationships/tags" Target="../tags/tag152.xml"/><Relationship Id="rId3" Type="http://schemas.openxmlformats.org/officeDocument/2006/relationships/tags" Target="../tags/tag129.xml"/><Relationship Id="rId21" Type="http://schemas.openxmlformats.org/officeDocument/2006/relationships/tags" Target="../tags/tag147.xml"/><Relationship Id="rId7" Type="http://schemas.openxmlformats.org/officeDocument/2006/relationships/tags" Target="../tags/tag133.xml"/><Relationship Id="rId12" Type="http://schemas.openxmlformats.org/officeDocument/2006/relationships/tags" Target="../tags/tag138.xml"/><Relationship Id="rId17" Type="http://schemas.openxmlformats.org/officeDocument/2006/relationships/tags" Target="../tags/tag143.xml"/><Relationship Id="rId25" Type="http://schemas.openxmlformats.org/officeDocument/2006/relationships/tags" Target="../tags/tag151.xml"/><Relationship Id="rId2" Type="http://schemas.openxmlformats.org/officeDocument/2006/relationships/tags" Target="../tags/tag128.xml"/><Relationship Id="rId16" Type="http://schemas.openxmlformats.org/officeDocument/2006/relationships/tags" Target="../tags/tag142.xml"/><Relationship Id="rId20" Type="http://schemas.openxmlformats.org/officeDocument/2006/relationships/tags" Target="../tags/tag146.xml"/><Relationship Id="rId29" Type="http://schemas.openxmlformats.org/officeDocument/2006/relationships/image" Target="../media/image1.emf"/><Relationship Id="rId1" Type="http://schemas.openxmlformats.org/officeDocument/2006/relationships/vmlDrawing" Target="../drawings/vmlDrawing8.vml"/><Relationship Id="rId6" Type="http://schemas.openxmlformats.org/officeDocument/2006/relationships/tags" Target="../tags/tag132.xml"/><Relationship Id="rId11" Type="http://schemas.openxmlformats.org/officeDocument/2006/relationships/tags" Target="../tags/tag137.xml"/><Relationship Id="rId24" Type="http://schemas.openxmlformats.org/officeDocument/2006/relationships/tags" Target="../tags/tag150.xml"/><Relationship Id="rId5" Type="http://schemas.openxmlformats.org/officeDocument/2006/relationships/tags" Target="../tags/tag131.xml"/><Relationship Id="rId15" Type="http://schemas.openxmlformats.org/officeDocument/2006/relationships/tags" Target="../tags/tag141.xml"/><Relationship Id="rId23" Type="http://schemas.openxmlformats.org/officeDocument/2006/relationships/tags" Target="../tags/tag149.xml"/><Relationship Id="rId28" Type="http://schemas.openxmlformats.org/officeDocument/2006/relationships/oleObject" Target="../embeddings/oleObject8.bin"/><Relationship Id="rId10" Type="http://schemas.openxmlformats.org/officeDocument/2006/relationships/tags" Target="../tags/tag136.xml"/><Relationship Id="rId19" Type="http://schemas.openxmlformats.org/officeDocument/2006/relationships/tags" Target="../tags/tag145.xml"/><Relationship Id="rId4" Type="http://schemas.openxmlformats.org/officeDocument/2006/relationships/tags" Target="../tags/tag130.xml"/><Relationship Id="rId9" Type="http://schemas.openxmlformats.org/officeDocument/2006/relationships/tags" Target="../tags/tag135.xml"/><Relationship Id="rId14" Type="http://schemas.openxmlformats.org/officeDocument/2006/relationships/tags" Target="../tags/tag140.xml"/><Relationship Id="rId22" Type="http://schemas.openxmlformats.org/officeDocument/2006/relationships/tags" Target="../tags/tag148.xml"/><Relationship Id="rId27" Type="http://schemas.openxmlformats.org/officeDocument/2006/relationships/slideLayout" Target="../slideLayouts/slideLayout9.xml"/><Relationship Id="rId30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11.sv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5" Type="http://schemas.openxmlformats.org/officeDocument/2006/relationships/image" Target="../media/image21.png"/><Relationship Id="rId10" Type="http://schemas.openxmlformats.org/officeDocument/2006/relationships/image" Target="../media/image14.png"/><Relationship Id="rId4" Type="http://schemas.openxmlformats.org/officeDocument/2006/relationships/image" Target="../media/image17.svg"/><Relationship Id="rId9" Type="http://schemas.openxmlformats.org/officeDocument/2006/relationships/image" Target="../media/image13.sv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1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11.svg"/><Relationship Id="rId15" Type="http://schemas.openxmlformats.org/officeDocument/2006/relationships/image" Target="../media/image34.sv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10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5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tags" Target="../tags/tag153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5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55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56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57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58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tags" Target="../tags/tag159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tags" Target="../tags/tag160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tags" Target="../tags/tag185.xml"/><Relationship Id="rId21" Type="http://schemas.openxmlformats.org/officeDocument/2006/relationships/tags" Target="../tags/tag180.xml"/><Relationship Id="rId42" Type="http://schemas.openxmlformats.org/officeDocument/2006/relationships/tags" Target="../tags/tag201.xml"/><Relationship Id="rId47" Type="http://schemas.openxmlformats.org/officeDocument/2006/relationships/tags" Target="../tags/tag206.xml"/><Relationship Id="rId63" Type="http://schemas.openxmlformats.org/officeDocument/2006/relationships/tags" Target="../tags/tag222.xml"/><Relationship Id="rId68" Type="http://schemas.openxmlformats.org/officeDocument/2006/relationships/chart" Target="../charts/chart8.xml"/><Relationship Id="rId7" Type="http://schemas.openxmlformats.org/officeDocument/2006/relationships/tags" Target="../tags/tag166.xml"/><Relationship Id="rId2" Type="http://schemas.openxmlformats.org/officeDocument/2006/relationships/tags" Target="../tags/tag161.xml"/><Relationship Id="rId16" Type="http://schemas.openxmlformats.org/officeDocument/2006/relationships/tags" Target="../tags/tag175.xml"/><Relationship Id="rId29" Type="http://schemas.openxmlformats.org/officeDocument/2006/relationships/tags" Target="../tags/tag188.xml"/><Relationship Id="rId11" Type="http://schemas.openxmlformats.org/officeDocument/2006/relationships/tags" Target="../tags/tag170.xml"/><Relationship Id="rId24" Type="http://schemas.openxmlformats.org/officeDocument/2006/relationships/tags" Target="../tags/tag183.xml"/><Relationship Id="rId32" Type="http://schemas.openxmlformats.org/officeDocument/2006/relationships/tags" Target="../tags/tag191.xml"/><Relationship Id="rId37" Type="http://schemas.openxmlformats.org/officeDocument/2006/relationships/tags" Target="../tags/tag196.xml"/><Relationship Id="rId40" Type="http://schemas.openxmlformats.org/officeDocument/2006/relationships/tags" Target="../tags/tag199.xml"/><Relationship Id="rId45" Type="http://schemas.openxmlformats.org/officeDocument/2006/relationships/tags" Target="../tags/tag204.xml"/><Relationship Id="rId53" Type="http://schemas.openxmlformats.org/officeDocument/2006/relationships/tags" Target="../tags/tag212.xml"/><Relationship Id="rId58" Type="http://schemas.openxmlformats.org/officeDocument/2006/relationships/tags" Target="../tags/tag217.xml"/><Relationship Id="rId66" Type="http://schemas.openxmlformats.org/officeDocument/2006/relationships/image" Target="../media/image1.emf"/><Relationship Id="rId5" Type="http://schemas.openxmlformats.org/officeDocument/2006/relationships/tags" Target="../tags/tag164.xml"/><Relationship Id="rId61" Type="http://schemas.openxmlformats.org/officeDocument/2006/relationships/tags" Target="../tags/tag220.xml"/><Relationship Id="rId19" Type="http://schemas.openxmlformats.org/officeDocument/2006/relationships/tags" Target="../tags/tag178.xml"/><Relationship Id="rId14" Type="http://schemas.openxmlformats.org/officeDocument/2006/relationships/tags" Target="../tags/tag173.xml"/><Relationship Id="rId22" Type="http://schemas.openxmlformats.org/officeDocument/2006/relationships/tags" Target="../tags/tag181.xml"/><Relationship Id="rId27" Type="http://schemas.openxmlformats.org/officeDocument/2006/relationships/tags" Target="../tags/tag186.xml"/><Relationship Id="rId30" Type="http://schemas.openxmlformats.org/officeDocument/2006/relationships/tags" Target="../tags/tag189.xml"/><Relationship Id="rId35" Type="http://schemas.openxmlformats.org/officeDocument/2006/relationships/tags" Target="../tags/tag194.xml"/><Relationship Id="rId43" Type="http://schemas.openxmlformats.org/officeDocument/2006/relationships/tags" Target="../tags/tag202.xml"/><Relationship Id="rId48" Type="http://schemas.openxmlformats.org/officeDocument/2006/relationships/tags" Target="../tags/tag207.xml"/><Relationship Id="rId56" Type="http://schemas.openxmlformats.org/officeDocument/2006/relationships/tags" Target="../tags/tag215.xml"/><Relationship Id="rId64" Type="http://schemas.openxmlformats.org/officeDocument/2006/relationships/slideLayout" Target="../slideLayouts/slideLayout101.xml"/><Relationship Id="rId69" Type="http://schemas.openxmlformats.org/officeDocument/2006/relationships/chart" Target="../charts/chart9.xml"/><Relationship Id="rId8" Type="http://schemas.openxmlformats.org/officeDocument/2006/relationships/tags" Target="../tags/tag167.xml"/><Relationship Id="rId51" Type="http://schemas.openxmlformats.org/officeDocument/2006/relationships/tags" Target="../tags/tag210.xml"/><Relationship Id="rId3" Type="http://schemas.openxmlformats.org/officeDocument/2006/relationships/tags" Target="../tags/tag162.xml"/><Relationship Id="rId12" Type="http://schemas.openxmlformats.org/officeDocument/2006/relationships/tags" Target="../tags/tag171.xml"/><Relationship Id="rId17" Type="http://schemas.openxmlformats.org/officeDocument/2006/relationships/tags" Target="../tags/tag176.xml"/><Relationship Id="rId25" Type="http://schemas.openxmlformats.org/officeDocument/2006/relationships/tags" Target="../tags/tag184.xml"/><Relationship Id="rId33" Type="http://schemas.openxmlformats.org/officeDocument/2006/relationships/tags" Target="../tags/tag192.xml"/><Relationship Id="rId38" Type="http://schemas.openxmlformats.org/officeDocument/2006/relationships/tags" Target="../tags/tag197.xml"/><Relationship Id="rId46" Type="http://schemas.openxmlformats.org/officeDocument/2006/relationships/tags" Target="../tags/tag205.xml"/><Relationship Id="rId59" Type="http://schemas.openxmlformats.org/officeDocument/2006/relationships/tags" Target="../tags/tag218.xml"/><Relationship Id="rId67" Type="http://schemas.openxmlformats.org/officeDocument/2006/relationships/chart" Target="../charts/chart7.xml"/><Relationship Id="rId20" Type="http://schemas.openxmlformats.org/officeDocument/2006/relationships/tags" Target="../tags/tag179.xml"/><Relationship Id="rId41" Type="http://schemas.openxmlformats.org/officeDocument/2006/relationships/tags" Target="../tags/tag200.xml"/><Relationship Id="rId54" Type="http://schemas.openxmlformats.org/officeDocument/2006/relationships/tags" Target="../tags/tag213.xml"/><Relationship Id="rId62" Type="http://schemas.openxmlformats.org/officeDocument/2006/relationships/tags" Target="../tags/tag221.xml"/><Relationship Id="rId1" Type="http://schemas.openxmlformats.org/officeDocument/2006/relationships/vmlDrawing" Target="../drawings/vmlDrawing23.vml"/><Relationship Id="rId6" Type="http://schemas.openxmlformats.org/officeDocument/2006/relationships/tags" Target="../tags/tag165.xml"/><Relationship Id="rId15" Type="http://schemas.openxmlformats.org/officeDocument/2006/relationships/tags" Target="../tags/tag174.xml"/><Relationship Id="rId23" Type="http://schemas.openxmlformats.org/officeDocument/2006/relationships/tags" Target="../tags/tag182.xml"/><Relationship Id="rId28" Type="http://schemas.openxmlformats.org/officeDocument/2006/relationships/tags" Target="../tags/tag187.xml"/><Relationship Id="rId36" Type="http://schemas.openxmlformats.org/officeDocument/2006/relationships/tags" Target="../tags/tag195.xml"/><Relationship Id="rId49" Type="http://schemas.openxmlformats.org/officeDocument/2006/relationships/tags" Target="../tags/tag208.xml"/><Relationship Id="rId57" Type="http://schemas.openxmlformats.org/officeDocument/2006/relationships/tags" Target="../tags/tag216.xml"/><Relationship Id="rId10" Type="http://schemas.openxmlformats.org/officeDocument/2006/relationships/tags" Target="../tags/tag169.xml"/><Relationship Id="rId31" Type="http://schemas.openxmlformats.org/officeDocument/2006/relationships/tags" Target="../tags/tag190.xml"/><Relationship Id="rId44" Type="http://schemas.openxmlformats.org/officeDocument/2006/relationships/tags" Target="../tags/tag203.xml"/><Relationship Id="rId52" Type="http://schemas.openxmlformats.org/officeDocument/2006/relationships/tags" Target="../tags/tag211.xml"/><Relationship Id="rId60" Type="http://schemas.openxmlformats.org/officeDocument/2006/relationships/tags" Target="../tags/tag219.xml"/><Relationship Id="rId65" Type="http://schemas.openxmlformats.org/officeDocument/2006/relationships/oleObject" Target="../embeddings/oleObject23.bin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3" Type="http://schemas.openxmlformats.org/officeDocument/2006/relationships/tags" Target="../tags/tag172.xml"/><Relationship Id="rId18" Type="http://schemas.openxmlformats.org/officeDocument/2006/relationships/tags" Target="../tags/tag177.xml"/><Relationship Id="rId39" Type="http://schemas.openxmlformats.org/officeDocument/2006/relationships/tags" Target="../tags/tag198.xml"/><Relationship Id="rId34" Type="http://schemas.openxmlformats.org/officeDocument/2006/relationships/tags" Target="../tags/tag193.xml"/><Relationship Id="rId50" Type="http://schemas.openxmlformats.org/officeDocument/2006/relationships/tags" Target="../tags/tag209.xml"/><Relationship Id="rId55" Type="http://schemas.openxmlformats.org/officeDocument/2006/relationships/tags" Target="../tags/tag214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tags" Target="../tags/tag234.xml"/><Relationship Id="rId18" Type="http://schemas.openxmlformats.org/officeDocument/2006/relationships/tags" Target="../tags/tag239.xml"/><Relationship Id="rId26" Type="http://schemas.openxmlformats.org/officeDocument/2006/relationships/tags" Target="../tags/tag247.xml"/><Relationship Id="rId39" Type="http://schemas.openxmlformats.org/officeDocument/2006/relationships/tags" Target="../tags/tag260.xml"/><Relationship Id="rId21" Type="http://schemas.openxmlformats.org/officeDocument/2006/relationships/tags" Target="../tags/tag242.xml"/><Relationship Id="rId34" Type="http://schemas.openxmlformats.org/officeDocument/2006/relationships/tags" Target="../tags/tag255.xml"/><Relationship Id="rId42" Type="http://schemas.openxmlformats.org/officeDocument/2006/relationships/tags" Target="../tags/tag263.xml"/><Relationship Id="rId47" Type="http://schemas.openxmlformats.org/officeDocument/2006/relationships/tags" Target="../tags/tag268.xml"/><Relationship Id="rId50" Type="http://schemas.openxmlformats.org/officeDocument/2006/relationships/slideLayout" Target="../slideLayouts/slideLayout101.xml"/><Relationship Id="rId55" Type="http://schemas.openxmlformats.org/officeDocument/2006/relationships/chart" Target="../charts/chart12.xml"/><Relationship Id="rId7" Type="http://schemas.openxmlformats.org/officeDocument/2006/relationships/tags" Target="../tags/tag228.xml"/><Relationship Id="rId2" Type="http://schemas.openxmlformats.org/officeDocument/2006/relationships/tags" Target="../tags/tag223.xml"/><Relationship Id="rId16" Type="http://schemas.openxmlformats.org/officeDocument/2006/relationships/tags" Target="../tags/tag237.xml"/><Relationship Id="rId29" Type="http://schemas.openxmlformats.org/officeDocument/2006/relationships/tags" Target="../tags/tag250.xml"/><Relationship Id="rId11" Type="http://schemas.openxmlformats.org/officeDocument/2006/relationships/tags" Target="../tags/tag232.xml"/><Relationship Id="rId24" Type="http://schemas.openxmlformats.org/officeDocument/2006/relationships/tags" Target="../tags/tag245.xml"/><Relationship Id="rId32" Type="http://schemas.openxmlformats.org/officeDocument/2006/relationships/tags" Target="../tags/tag253.xml"/><Relationship Id="rId37" Type="http://schemas.openxmlformats.org/officeDocument/2006/relationships/tags" Target="../tags/tag258.xml"/><Relationship Id="rId40" Type="http://schemas.openxmlformats.org/officeDocument/2006/relationships/tags" Target="../tags/tag261.xml"/><Relationship Id="rId45" Type="http://schemas.openxmlformats.org/officeDocument/2006/relationships/tags" Target="../tags/tag266.xml"/><Relationship Id="rId53" Type="http://schemas.openxmlformats.org/officeDocument/2006/relationships/chart" Target="../charts/chart10.xml"/><Relationship Id="rId5" Type="http://schemas.openxmlformats.org/officeDocument/2006/relationships/tags" Target="../tags/tag226.xml"/><Relationship Id="rId10" Type="http://schemas.openxmlformats.org/officeDocument/2006/relationships/tags" Target="../tags/tag231.xml"/><Relationship Id="rId19" Type="http://schemas.openxmlformats.org/officeDocument/2006/relationships/tags" Target="../tags/tag240.xml"/><Relationship Id="rId31" Type="http://schemas.openxmlformats.org/officeDocument/2006/relationships/tags" Target="../tags/tag252.xml"/><Relationship Id="rId44" Type="http://schemas.openxmlformats.org/officeDocument/2006/relationships/tags" Target="../tags/tag265.xml"/><Relationship Id="rId52" Type="http://schemas.openxmlformats.org/officeDocument/2006/relationships/image" Target="../media/image1.emf"/><Relationship Id="rId4" Type="http://schemas.openxmlformats.org/officeDocument/2006/relationships/tags" Target="../tags/tag225.xml"/><Relationship Id="rId9" Type="http://schemas.openxmlformats.org/officeDocument/2006/relationships/tags" Target="../tags/tag230.xml"/><Relationship Id="rId14" Type="http://schemas.openxmlformats.org/officeDocument/2006/relationships/tags" Target="../tags/tag235.xml"/><Relationship Id="rId22" Type="http://schemas.openxmlformats.org/officeDocument/2006/relationships/tags" Target="../tags/tag243.xml"/><Relationship Id="rId27" Type="http://schemas.openxmlformats.org/officeDocument/2006/relationships/tags" Target="../tags/tag248.xml"/><Relationship Id="rId30" Type="http://schemas.openxmlformats.org/officeDocument/2006/relationships/tags" Target="../tags/tag251.xml"/><Relationship Id="rId35" Type="http://schemas.openxmlformats.org/officeDocument/2006/relationships/tags" Target="../tags/tag256.xml"/><Relationship Id="rId43" Type="http://schemas.openxmlformats.org/officeDocument/2006/relationships/tags" Target="../tags/tag264.xml"/><Relationship Id="rId48" Type="http://schemas.openxmlformats.org/officeDocument/2006/relationships/tags" Target="../tags/tag269.xml"/><Relationship Id="rId8" Type="http://schemas.openxmlformats.org/officeDocument/2006/relationships/tags" Target="../tags/tag229.xml"/><Relationship Id="rId51" Type="http://schemas.openxmlformats.org/officeDocument/2006/relationships/oleObject" Target="../embeddings/oleObject24.bin"/><Relationship Id="rId3" Type="http://schemas.openxmlformats.org/officeDocument/2006/relationships/tags" Target="../tags/tag224.xml"/><Relationship Id="rId12" Type="http://schemas.openxmlformats.org/officeDocument/2006/relationships/tags" Target="../tags/tag233.xml"/><Relationship Id="rId17" Type="http://schemas.openxmlformats.org/officeDocument/2006/relationships/tags" Target="../tags/tag238.xml"/><Relationship Id="rId25" Type="http://schemas.openxmlformats.org/officeDocument/2006/relationships/tags" Target="../tags/tag246.xml"/><Relationship Id="rId33" Type="http://schemas.openxmlformats.org/officeDocument/2006/relationships/tags" Target="../tags/tag254.xml"/><Relationship Id="rId38" Type="http://schemas.openxmlformats.org/officeDocument/2006/relationships/tags" Target="../tags/tag259.xml"/><Relationship Id="rId46" Type="http://schemas.openxmlformats.org/officeDocument/2006/relationships/tags" Target="../tags/tag267.xml"/><Relationship Id="rId20" Type="http://schemas.openxmlformats.org/officeDocument/2006/relationships/tags" Target="../tags/tag241.xml"/><Relationship Id="rId41" Type="http://schemas.openxmlformats.org/officeDocument/2006/relationships/tags" Target="../tags/tag262.xml"/><Relationship Id="rId54" Type="http://schemas.openxmlformats.org/officeDocument/2006/relationships/chart" Target="../charts/chart11.xml"/><Relationship Id="rId1" Type="http://schemas.openxmlformats.org/officeDocument/2006/relationships/vmlDrawing" Target="../drawings/vmlDrawing24.vml"/><Relationship Id="rId6" Type="http://schemas.openxmlformats.org/officeDocument/2006/relationships/tags" Target="../tags/tag227.xml"/><Relationship Id="rId15" Type="http://schemas.openxmlformats.org/officeDocument/2006/relationships/tags" Target="../tags/tag236.xml"/><Relationship Id="rId23" Type="http://schemas.openxmlformats.org/officeDocument/2006/relationships/tags" Target="../tags/tag244.xml"/><Relationship Id="rId28" Type="http://schemas.openxmlformats.org/officeDocument/2006/relationships/tags" Target="../tags/tag249.xml"/><Relationship Id="rId36" Type="http://schemas.openxmlformats.org/officeDocument/2006/relationships/tags" Target="../tags/tag257.xml"/><Relationship Id="rId49" Type="http://schemas.openxmlformats.org/officeDocument/2006/relationships/tags" Target="../tags/tag270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tags" Target="../tags/tag295.xml"/><Relationship Id="rId21" Type="http://schemas.openxmlformats.org/officeDocument/2006/relationships/tags" Target="../tags/tag290.xml"/><Relationship Id="rId42" Type="http://schemas.openxmlformats.org/officeDocument/2006/relationships/tags" Target="../tags/tag311.xml"/><Relationship Id="rId47" Type="http://schemas.openxmlformats.org/officeDocument/2006/relationships/tags" Target="../tags/tag316.xml"/><Relationship Id="rId63" Type="http://schemas.openxmlformats.org/officeDocument/2006/relationships/tags" Target="../tags/tag332.xml"/><Relationship Id="rId68" Type="http://schemas.openxmlformats.org/officeDocument/2006/relationships/tags" Target="../tags/tag337.xml"/><Relationship Id="rId2" Type="http://schemas.openxmlformats.org/officeDocument/2006/relationships/tags" Target="../tags/tag271.xml"/><Relationship Id="rId16" Type="http://schemas.openxmlformats.org/officeDocument/2006/relationships/tags" Target="../tags/tag285.xml"/><Relationship Id="rId29" Type="http://schemas.openxmlformats.org/officeDocument/2006/relationships/tags" Target="../tags/tag298.xml"/><Relationship Id="rId11" Type="http://schemas.openxmlformats.org/officeDocument/2006/relationships/tags" Target="../tags/tag280.xml"/><Relationship Id="rId24" Type="http://schemas.openxmlformats.org/officeDocument/2006/relationships/tags" Target="../tags/tag293.xml"/><Relationship Id="rId32" Type="http://schemas.openxmlformats.org/officeDocument/2006/relationships/tags" Target="../tags/tag301.xml"/><Relationship Id="rId37" Type="http://schemas.openxmlformats.org/officeDocument/2006/relationships/tags" Target="../tags/tag306.xml"/><Relationship Id="rId40" Type="http://schemas.openxmlformats.org/officeDocument/2006/relationships/tags" Target="../tags/tag309.xml"/><Relationship Id="rId45" Type="http://schemas.openxmlformats.org/officeDocument/2006/relationships/tags" Target="../tags/tag314.xml"/><Relationship Id="rId53" Type="http://schemas.openxmlformats.org/officeDocument/2006/relationships/tags" Target="../tags/tag322.xml"/><Relationship Id="rId58" Type="http://schemas.openxmlformats.org/officeDocument/2006/relationships/tags" Target="../tags/tag327.xml"/><Relationship Id="rId66" Type="http://schemas.openxmlformats.org/officeDocument/2006/relationships/tags" Target="../tags/tag335.xml"/><Relationship Id="rId74" Type="http://schemas.openxmlformats.org/officeDocument/2006/relationships/chart" Target="../charts/chart13.xml"/><Relationship Id="rId5" Type="http://schemas.openxmlformats.org/officeDocument/2006/relationships/tags" Target="../tags/tag274.xml"/><Relationship Id="rId61" Type="http://schemas.openxmlformats.org/officeDocument/2006/relationships/tags" Target="../tags/tag330.xml"/><Relationship Id="rId19" Type="http://schemas.openxmlformats.org/officeDocument/2006/relationships/tags" Target="../tags/tag288.xml"/><Relationship Id="rId14" Type="http://schemas.openxmlformats.org/officeDocument/2006/relationships/tags" Target="../tags/tag283.xml"/><Relationship Id="rId22" Type="http://schemas.openxmlformats.org/officeDocument/2006/relationships/tags" Target="../tags/tag291.xml"/><Relationship Id="rId27" Type="http://schemas.openxmlformats.org/officeDocument/2006/relationships/tags" Target="../tags/tag296.xml"/><Relationship Id="rId30" Type="http://schemas.openxmlformats.org/officeDocument/2006/relationships/tags" Target="../tags/tag299.xml"/><Relationship Id="rId35" Type="http://schemas.openxmlformats.org/officeDocument/2006/relationships/tags" Target="../tags/tag304.xml"/><Relationship Id="rId43" Type="http://schemas.openxmlformats.org/officeDocument/2006/relationships/tags" Target="../tags/tag312.xml"/><Relationship Id="rId48" Type="http://schemas.openxmlformats.org/officeDocument/2006/relationships/tags" Target="../tags/tag317.xml"/><Relationship Id="rId56" Type="http://schemas.openxmlformats.org/officeDocument/2006/relationships/tags" Target="../tags/tag325.xml"/><Relationship Id="rId64" Type="http://schemas.openxmlformats.org/officeDocument/2006/relationships/tags" Target="../tags/tag333.xml"/><Relationship Id="rId69" Type="http://schemas.openxmlformats.org/officeDocument/2006/relationships/tags" Target="../tags/tag338.xml"/><Relationship Id="rId8" Type="http://schemas.openxmlformats.org/officeDocument/2006/relationships/tags" Target="../tags/tag277.xml"/><Relationship Id="rId51" Type="http://schemas.openxmlformats.org/officeDocument/2006/relationships/tags" Target="../tags/tag320.xml"/><Relationship Id="rId72" Type="http://schemas.openxmlformats.org/officeDocument/2006/relationships/oleObject" Target="../embeddings/oleObject25.bin"/><Relationship Id="rId3" Type="http://schemas.openxmlformats.org/officeDocument/2006/relationships/tags" Target="../tags/tag272.xml"/><Relationship Id="rId12" Type="http://schemas.openxmlformats.org/officeDocument/2006/relationships/tags" Target="../tags/tag281.xml"/><Relationship Id="rId17" Type="http://schemas.openxmlformats.org/officeDocument/2006/relationships/tags" Target="../tags/tag286.xml"/><Relationship Id="rId25" Type="http://schemas.openxmlformats.org/officeDocument/2006/relationships/tags" Target="../tags/tag294.xml"/><Relationship Id="rId33" Type="http://schemas.openxmlformats.org/officeDocument/2006/relationships/tags" Target="../tags/tag302.xml"/><Relationship Id="rId38" Type="http://schemas.openxmlformats.org/officeDocument/2006/relationships/tags" Target="../tags/tag307.xml"/><Relationship Id="rId46" Type="http://schemas.openxmlformats.org/officeDocument/2006/relationships/tags" Target="../tags/tag315.xml"/><Relationship Id="rId59" Type="http://schemas.openxmlformats.org/officeDocument/2006/relationships/tags" Target="../tags/tag328.xml"/><Relationship Id="rId67" Type="http://schemas.openxmlformats.org/officeDocument/2006/relationships/tags" Target="../tags/tag336.xml"/><Relationship Id="rId20" Type="http://schemas.openxmlformats.org/officeDocument/2006/relationships/tags" Target="../tags/tag289.xml"/><Relationship Id="rId41" Type="http://schemas.openxmlformats.org/officeDocument/2006/relationships/tags" Target="../tags/tag310.xml"/><Relationship Id="rId54" Type="http://schemas.openxmlformats.org/officeDocument/2006/relationships/tags" Target="../tags/tag323.xml"/><Relationship Id="rId62" Type="http://schemas.openxmlformats.org/officeDocument/2006/relationships/tags" Target="../tags/tag331.xml"/><Relationship Id="rId70" Type="http://schemas.openxmlformats.org/officeDocument/2006/relationships/tags" Target="../tags/tag339.xml"/><Relationship Id="rId75" Type="http://schemas.openxmlformats.org/officeDocument/2006/relationships/chart" Target="../charts/chart14.xml"/><Relationship Id="rId1" Type="http://schemas.openxmlformats.org/officeDocument/2006/relationships/vmlDrawing" Target="../drawings/vmlDrawing25.vml"/><Relationship Id="rId6" Type="http://schemas.openxmlformats.org/officeDocument/2006/relationships/tags" Target="../tags/tag275.xml"/><Relationship Id="rId15" Type="http://schemas.openxmlformats.org/officeDocument/2006/relationships/tags" Target="../tags/tag284.xml"/><Relationship Id="rId23" Type="http://schemas.openxmlformats.org/officeDocument/2006/relationships/tags" Target="../tags/tag292.xml"/><Relationship Id="rId28" Type="http://schemas.openxmlformats.org/officeDocument/2006/relationships/tags" Target="../tags/tag297.xml"/><Relationship Id="rId36" Type="http://schemas.openxmlformats.org/officeDocument/2006/relationships/tags" Target="../tags/tag305.xml"/><Relationship Id="rId49" Type="http://schemas.openxmlformats.org/officeDocument/2006/relationships/tags" Target="../tags/tag318.xml"/><Relationship Id="rId57" Type="http://schemas.openxmlformats.org/officeDocument/2006/relationships/tags" Target="../tags/tag326.xml"/><Relationship Id="rId10" Type="http://schemas.openxmlformats.org/officeDocument/2006/relationships/tags" Target="../tags/tag279.xml"/><Relationship Id="rId31" Type="http://schemas.openxmlformats.org/officeDocument/2006/relationships/tags" Target="../tags/tag300.xml"/><Relationship Id="rId44" Type="http://schemas.openxmlformats.org/officeDocument/2006/relationships/tags" Target="../tags/tag313.xml"/><Relationship Id="rId52" Type="http://schemas.openxmlformats.org/officeDocument/2006/relationships/tags" Target="../tags/tag321.xml"/><Relationship Id="rId60" Type="http://schemas.openxmlformats.org/officeDocument/2006/relationships/tags" Target="../tags/tag329.xml"/><Relationship Id="rId65" Type="http://schemas.openxmlformats.org/officeDocument/2006/relationships/tags" Target="../tags/tag334.xml"/><Relationship Id="rId73" Type="http://schemas.openxmlformats.org/officeDocument/2006/relationships/image" Target="../media/image1.emf"/><Relationship Id="rId4" Type="http://schemas.openxmlformats.org/officeDocument/2006/relationships/tags" Target="../tags/tag273.xml"/><Relationship Id="rId9" Type="http://schemas.openxmlformats.org/officeDocument/2006/relationships/tags" Target="../tags/tag278.xml"/><Relationship Id="rId13" Type="http://schemas.openxmlformats.org/officeDocument/2006/relationships/tags" Target="../tags/tag282.xml"/><Relationship Id="rId18" Type="http://schemas.openxmlformats.org/officeDocument/2006/relationships/tags" Target="../tags/tag287.xml"/><Relationship Id="rId39" Type="http://schemas.openxmlformats.org/officeDocument/2006/relationships/tags" Target="../tags/tag308.xml"/><Relationship Id="rId34" Type="http://schemas.openxmlformats.org/officeDocument/2006/relationships/tags" Target="../tags/tag303.xml"/><Relationship Id="rId50" Type="http://schemas.openxmlformats.org/officeDocument/2006/relationships/tags" Target="../tags/tag319.xml"/><Relationship Id="rId55" Type="http://schemas.openxmlformats.org/officeDocument/2006/relationships/tags" Target="../tags/tag324.xml"/><Relationship Id="rId76" Type="http://schemas.openxmlformats.org/officeDocument/2006/relationships/chart" Target="../charts/chart15.xml"/><Relationship Id="rId7" Type="http://schemas.openxmlformats.org/officeDocument/2006/relationships/tags" Target="../tags/tag276.xml"/><Relationship Id="rId71" Type="http://schemas.openxmlformats.org/officeDocument/2006/relationships/slideLayout" Target="../slideLayouts/slideLayout101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tags" Target="../tags/tag364.xml"/><Relationship Id="rId21" Type="http://schemas.openxmlformats.org/officeDocument/2006/relationships/tags" Target="../tags/tag359.xml"/><Relationship Id="rId42" Type="http://schemas.openxmlformats.org/officeDocument/2006/relationships/tags" Target="../tags/tag380.xml"/><Relationship Id="rId47" Type="http://schemas.openxmlformats.org/officeDocument/2006/relationships/tags" Target="../tags/tag385.xml"/><Relationship Id="rId63" Type="http://schemas.openxmlformats.org/officeDocument/2006/relationships/tags" Target="../tags/tag401.xml"/><Relationship Id="rId68" Type="http://schemas.openxmlformats.org/officeDocument/2006/relationships/tags" Target="../tags/tag406.xml"/><Relationship Id="rId16" Type="http://schemas.openxmlformats.org/officeDocument/2006/relationships/tags" Target="../tags/tag354.xml"/><Relationship Id="rId11" Type="http://schemas.openxmlformats.org/officeDocument/2006/relationships/tags" Target="../tags/tag349.xml"/><Relationship Id="rId24" Type="http://schemas.openxmlformats.org/officeDocument/2006/relationships/tags" Target="../tags/tag362.xml"/><Relationship Id="rId32" Type="http://schemas.openxmlformats.org/officeDocument/2006/relationships/tags" Target="../tags/tag370.xml"/><Relationship Id="rId37" Type="http://schemas.openxmlformats.org/officeDocument/2006/relationships/tags" Target="../tags/tag375.xml"/><Relationship Id="rId40" Type="http://schemas.openxmlformats.org/officeDocument/2006/relationships/tags" Target="../tags/tag378.xml"/><Relationship Id="rId45" Type="http://schemas.openxmlformats.org/officeDocument/2006/relationships/tags" Target="../tags/tag383.xml"/><Relationship Id="rId53" Type="http://schemas.openxmlformats.org/officeDocument/2006/relationships/tags" Target="../tags/tag391.xml"/><Relationship Id="rId58" Type="http://schemas.openxmlformats.org/officeDocument/2006/relationships/tags" Target="../tags/tag396.xml"/><Relationship Id="rId66" Type="http://schemas.openxmlformats.org/officeDocument/2006/relationships/tags" Target="../tags/tag404.xml"/><Relationship Id="rId74" Type="http://schemas.openxmlformats.org/officeDocument/2006/relationships/slideLayout" Target="../slideLayouts/slideLayout101.xml"/><Relationship Id="rId79" Type="http://schemas.openxmlformats.org/officeDocument/2006/relationships/chart" Target="../charts/chart18.xml"/><Relationship Id="rId5" Type="http://schemas.openxmlformats.org/officeDocument/2006/relationships/tags" Target="../tags/tag343.xml"/><Relationship Id="rId61" Type="http://schemas.openxmlformats.org/officeDocument/2006/relationships/tags" Target="../tags/tag399.xml"/><Relationship Id="rId19" Type="http://schemas.openxmlformats.org/officeDocument/2006/relationships/tags" Target="../tags/tag357.xml"/><Relationship Id="rId14" Type="http://schemas.openxmlformats.org/officeDocument/2006/relationships/tags" Target="../tags/tag352.xml"/><Relationship Id="rId22" Type="http://schemas.openxmlformats.org/officeDocument/2006/relationships/tags" Target="../tags/tag360.xml"/><Relationship Id="rId27" Type="http://schemas.openxmlformats.org/officeDocument/2006/relationships/tags" Target="../tags/tag365.xml"/><Relationship Id="rId30" Type="http://schemas.openxmlformats.org/officeDocument/2006/relationships/tags" Target="../tags/tag368.xml"/><Relationship Id="rId35" Type="http://schemas.openxmlformats.org/officeDocument/2006/relationships/tags" Target="../tags/tag373.xml"/><Relationship Id="rId43" Type="http://schemas.openxmlformats.org/officeDocument/2006/relationships/tags" Target="../tags/tag381.xml"/><Relationship Id="rId48" Type="http://schemas.openxmlformats.org/officeDocument/2006/relationships/tags" Target="../tags/tag386.xml"/><Relationship Id="rId56" Type="http://schemas.openxmlformats.org/officeDocument/2006/relationships/tags" Target="../tags/tag394.xml"/><Relationship Id="rId64" Type="http://schemas.openxmlformats.org/officeDocument/2006/relationships/tags" Target="../tags/tag402.xml"/><Relationship Id="rId69" Type="http://schemas.openxmlformats.org/officeDocument/2006/relationships/tags" Target="../tags/tag407.xml"/><Relationship Id="rId77" Type="http://schemas.openxmlformats.org/officeDocument/2006/relationships/chart" Target="../charts/chart16.xml"/><Relationship Id="rId8" Type="http://schemas.openxmlformats.org/officeDocument/2006/relationships/tags" Target="../tags/tag346.xml"/><Relationship Id="rId51" Type="http://schemas.openxmlformats.org/officeDocument/2006/relationships/tags" Target="../tags/tag389.xml"/><Relationship Id="rId72" Type="http://schemas.openxmlformats.org/officeDocument/2006/relationships/tags" Target="../tags/tag410.xml"/><Relationship Id="rId3" Type="http://schemas.openxmlformats.org/officeDocument/2006/relationships/tags" Target="../tags/tag341.xml"/><Relationship Id="rId12" Type="http://schemas.openxmlformats.org/officeDocument/2006/relationships/tags" Target="../tags/tag350.xml"/><Relationship Id="rId17" Type="http://schemas.openxmlformats.org/officeDocument/2006/relationships/tags" Target="../tags/tag355.xml"/><Relationship Id="rId25" Type="http://schemas.openxmlformats.org/officeDocument/2006/relationships/tags" Target="../tags/tag363.xml"/><Relationship Id="rId33" Type="http://schemas.openxmlformats.org/officeDocument/2006/relationships/tags" Target="../tags/tag371.xml"/><Relationship Id="rId38" Type="http://schemas.openxmlformats.org/officeDocument/2006/relationships/tags" Target="../tags/tag376.xml"/><Relationship Id="rId46" Type="http://schemas.openxmlformats.org/officeDocument/2006/relationships/tags" Target="../tags/tag384.xml"/><Relationship Id="rId59" Type="http://schemas.openxmlformats.org/officeDocument/2006/relationships/tags" Target="../tags/tag397.xml"/><Relationship Id="rId67" Type="http://schemas.openxmlformats.org/officeDocument/2006/relationships/tags" Target="../tags/tag405.xml"/><Relationship Id="rId20" Type="http://schemas.openxmlformats.org/officeDocument/2006/relationships/tags" Target="../tags/tag358.xml"/><Relationship Id="rId41" Type="http://schemas.openxmlformats.org/officeDocument/2006/relationships/tags" Target="../tags/tag379.xml"/><Relationship Id="rId54" Type="http://schemas.openxmlformats.org/officeDocument/2006/relationships/tags" Target="../tags/tag392.xml"/><Relationship Id="rId62" Type="http://schemas.openxmlformats.org/officeDocument/2006/relationships/tags" Target="../tags/tag400.xml"/><Relationship Id="rId70" Type="http://schemas.openxmlformats.org/officeDocument/2006/relationships/tags" Target="../tags/tag408.xml"/><Relationship Id="rId75" Type="http://schemas.openxmlformats.org/officeDocument/2006/relationships/oleObject" Target="../embeddings/oleObject26.bin"/><Relationship Id="rId1" Type="http://schemas.openxmlformats.org/officeDocument/2006/relationships/vmlDrawing" Target="../drawings/vmlDrawing26.vml"/><Relationship Id="rId6" Type="http://schemas.openxmlformats.org/officeDocument/2006/relationships/tags" Target="../tags/tag344.xml"/><Relationship Id="rId15" Type="http://schemas.openxmlformats.org/officeDocument/2006/relationships/tags" Target="../tags/tag353.xml"/><Relationship Id="rId23" Type="http://schemas.openxmlformats.org/officeDocument/2006/relationships/tags" Target="../tags/tag361.xml"/><Relationship Id="rId28" Type="http://schemas.openxmlformats.org/officeDocument/2006/relationships/tags" Target="../tags/tag366.xml"/><Relationship Id="rId36" Type="http://schemas.openxmlformats.org/officeDocument/2006/relationships/tags" Target="../tags/tag374.xml"/><Relationship Id="rId49" Type="http://schemas.openxmlformats.org/officeDocument/2006/relationships/tags" Target="../tags/tag387.xml"/><Relationship Id="rId57" Type="http://schemas.openxmlformats.org/officeDocument/2006/relationships/tags" Target="../tags/tag395.xml"/><Relationship Id="rId10" Type="http://schemas.openxmlformats.org/officeDocument/2006/relationships/tags" Target="../tags/tag348.xml"/><Relationship Id="rId31" Type="http://schemas.openxmlformats.org/officeDocument/2006/relationships/tags" Target="../tags/tag369.xml"/><Relationship Id="rId44" Type="http://schemas.openxmlformats.org/officeDocument/2006/relationships/tags" Target="../tags/tag382.xml"/><Relationship Id="rId52" Type="http://schemas.openxmlformats.org/officeDocument/2006/relationships/tags" Target="../tags/tag390.xml"/><Relationship Id="rId60" Type="http://schemas.openxmlformats.org/officeDocument/2006/relationships/tags" Target="../tags/tag398.xml"/><Relationship Id="rId65" Type="http://schemas.openxmlformats.org/officeDocument/2006/relationships/tags" Target="../tags/tag403.xml"/><Relationship Id="rId73" Type="http://schemas.openxmlformats.org/officeDocument/2006/relationships/tags" Target="../tags/tag411.xml"/><Relationship Id="rId78" Type="http://schemas.openxmlformats.org/officeDocument/2006/relationships/chart" Target="../charts/chart17.xml"/><Relationship Id="rId4" Type="http://schemas.openxmlformats.org/officeDocument/2006/relationships/tags" Target="../tags/tag342.xml"/><Relationship Id="rId9" Type="http://schemas.openxmlformats.org/officeDocument/2006/relationships/tags" Target="../tags/tag347.xml"/><Relationship Id="rId13" Type="http://schemas.openxmlformats.org/officeDocument/2006/relationships/tags" Target="../tags/tag351.xml"/><Relationship Id="rId18" Type="http://schemas.openxmlformats.org/officeDocument/2006/relationships/tags" Target="../tags/tag356.xml"/><Relationship Id="rId39" Type="http://schemas.openxmlformats.org/officeDocument/2006/relationships/tags" Target="../tags/tag377.xml"/><Relationship Id="rId34" Type="http://schemas.openxmlformats.org/officeDocument/2006/relationships/tags" Target="../tags/tag372.xml"/><Relationship Id="rId50" Type="http://schemas.openxmlformats.org/officeDocument/2006/relationships/tags" Target="../tags/tag388.xml"/><Relationship Id="rId55" Type="http://schemas.openxmlformats.org/officeDocument/2006/relationships/tags" Target="../tags/tag393.xml"/><Relationship Id="rId76" Type="http://schemas.openxmlformats.org/officeDocument/2006/relationships/image" Target="../media/image1.emf"/><Relationship Id="rId7" Type="http://schemas.openxmlformats.org/officeDocument/2006/relationships/tags" Target="../tags/tag345.xml"/><Relationship Id="rId71" Type="http://schemas.openxmlformats.org/officeDocument/2006/relationships/tags" Target="../tags/tag409.xml"/><Relationship Id="rId2" Type="http://schemas.openxmlformats.org/officeDocument/2006/relationships/tags" Target="../tags/tag340.xml"/><Relationship Id="rId29" Type="http://schemas.openxmlformats.org/officeDocument/2006/relationships/tags" Target="../tags/tag36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tags" Target="../tags/tag412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tags" Target="../tags/tag424.xml"/><Relationship Id="rId18" Type="http://schemas.openxmlformats.org/officeDocument/2006/relationships/tags" Target="../tags/tag429.xml"/><Relationship Id="rId26" Type="http://schemas.openxmlformats.org/officeDocument/2006/relationships/tags" Target="../tags/tag437.xml"/><Relationship Id="rId39" Type="http://schemas.openxmlformats.org/officeDocument/2006/relationships/tags" Target="../tags/tag450.xml"/><Relationship Id="rId21" Type="http://schemas.openxmlformats.org/officeDocument/2006/relationships/tags" Target="../tags/tag432.xml"/><Relationship Id="rId34" Type="http://schemas.openxmlformats.org/officeDocument/2006/relationships/tags" Target="../tags/tag445.xml"/><Relationship Id="rId42" Type="http://schemas.openxmlformats.org/officeDocument/2006/relationships/tags" Target="../tags/tag453.xml"/><Relationship Id="rId47" Type="http://schemas.openxmlformats.org/officeDocument/2006/relationships/tags" Target="../tags/tag458.xml"/><Relationship Id="rId50" Type="http://schemas.openxmlformats.org/officeDocument/2006/relationships/tags" Target="../tags/tag461.xml"/><Relationship Id="rId55" Type="http://schemas.openxmlformats.org/officeDocument/2006/relationships/tags" Target="../tags/tag466.xml"/><Relationship Id="rId7" Type="http://schemas.openxmlformats.org/officeDocument/2006/relationships/tags" Target="../tags/tag418.xml"/><Relationship Id="rId2" Type="http://schemas.openxmlformats.org/officeDocument/2006/relationships/tags" Target="../tags/tag413.xml"/><Relationship Id="rId16" Type="http://schemas.openxmlformats.org/officeDocument/2006/relationships/tags" Target="../tags/tag427.xml"/><Relationship Id="rId29" Type="http://schemas.openxmlformats.org/officeDocument/2006/relationships/tags" Target="../tags/tag440.xml"/><Relationship Id="rId11" Type="http://schemas.openxmlformats.org/officeDocument/2006/relationships/tags" Target="../tags/tag422.xml"/><Relationship Id="rId24" Type="http://schemas.openxmlformats.org/officeDocument/2006/relationships/tags" Target="../tags/tag435.xml"/><Relationship Id="rId32" Type="http://schemas.openxmlformats.org/officeDocument/2006/relationships/tags" Target="../tags/tag443.xml"/><Relationship Id="rId37" Type="http://schemas.openxmlformats.org/officeDocument/2006/relationships/tags" Target="../tags/tag448.xml"/><Relationship Id="rId40" Type="http://schemas.openxmlformats.org/officeDocument/2006/relationships/tags" Target="../tags/tag451.xml"/><Relationship Id="rId45" Type="http://schemas.openxmlformats.org/officeDocument/2006/relationships/tags" Target="../tags/tag456.xml"/><Relationship Id="rId53" Type="http://schemas.openxmlformats.org/officeDocument/2006/relationships/tags" Target="../tags/tag464.xml"/><Relationship Id="rId58" Type="http://schemas.openxmlformats.org/officeDocument/2006/relationships/oleObject" Target="../embeddings/oleObject28.bin"/><Relationship Id="rId5" Type="http://schemas.openxmlformats.org/officeDocument/2006/relationships/tags" Target="../tags/tag416.xml"/><Relationship Id="rId61" Type="http://schemas.openxmlformats.org/officeDocument/2006/relationships/chart" Target="../charts/chart20.xml"/><Relationship Id="rId19" Type="http://schemas.openxmlformats.org/officeDocument/2006/relationships/tags" Target="../tags/tag430.xml"/><Relationship Id="rId14" Type="http://schemas.openxmlformats.org/officeDocument/2006/relationships/tags" Target="../tags/tag425.xml"/><Relationship Id="rId22" Type="http://schemas.openxmlformats.org/officeDocument/2006/relationships/tags" Target="../tags/tag433.xml"/><Relationship Id="rId27" Type="http://schemas.openxmlformats.org/officeDocument/2006/relationships/tags" Target="../tags/tag438.xml"/><Relationship Id="rId30" Type="http://schemas.openxmlformats.org/officeDocument/2006/relationships/tags" Target="../tags/tag441.xml"/><Relationship Id="rId35" Type="http://schemas.openxmlformats.org/officeDocument/2006/relationships/tags" Target="../tags/tag446.xml"/><Relationship Id="rId43" Type="http://schemas.openxmlformats.org/officeDocument/2006/relationships/tags" Target="../tags/tag454.xml"/><Relationship Id="rId48" Type="http://schemas.openxmlformats.org/officeDocument/2006/relationships/tags" Target="../tags/tag459.xml"/><Relationship Id="rId56" Type="http://schemas.openxmlformats.org/officeDocument/2006/relationships/tags" Target="../tags/tag467.xml"/><Relationship Id="rId8" Type="http://schemas.openxmlformats.org/officeDocument/2006/relationships/tags" Target="../tags/tag419.xml"/><Relationship Id="rId51" Type="http://schemas.openxmlformats.org/officeDocument/2006/relationships/tags" Target="../tags/tag462.xml"/><Relationship Id="rId3" Type="http://schemas.openxmlformats.org/officeDocument/2006/relationships/tags" Target="../tags/tag414.xml"/><Relationship Id="rId12" Type="http://schemas.openxmlformats.org/officeDocument/2006/relationships/tags" Target="../tags/tag423.xml"/><Relationship Id="rId17" Type="http://schemas.openxmlformats.org/officeDocument/2006/relationships/tags" Target="../tags/tag428.xml"/><Relationship Id="rId25" Type="http://schemas.openxmlformats.org/officeDocument/2006/relationships/tags" Target="../tags/tag436.xml"/><Relationship Id="rId33" Type="http://schemas.openxmlformats.org/officeDocument/2006/relationships/tags" Target="../tags/tag444.xml"/><Relationship Id="rId38" Type="http://schemas.openxmlformats.org/officeDocument/2006/relationships/tags" Target="../tags/tag449.xml"/><Relationship Id="rId46" Type="http://schemas.openxmlformats.org/officeDocument/2006/relationships/tags" Target="../tags/tag457.xml"/><Relationship Id="rId59" Type="http://schemas.openxmlformats.org/officeDocument/2006/relationships/image" Target="../media/image1.emf"/><Relationship Id="rId20" Type="http://schemas.openxmlformats.org/officeDocument/2006/relationships/tags" Target="../tags/tag431.xml"/><Relationship Id="rId41" Type="http://schemas.openxmlformats.org/officeDocument/2006/relationships/tags" Target="../tags/tag452.xml"/><Relationship Id="rId54" Type="http://schemas.openxmlformats.org/officeDocument/2006/relationships/tags" Target="../tags/tag465.xml"/><Relationship Id="rId62" Type="http://schemas.openxmlformats.org/officeDocument/2006/relationships/chart" Target="../charts/chart21.xml"/><Relationship Id="rId1" Type="http://schemas.openxmlformats.org/officeDocument/2006/relationships/vmlDrawing" Target="../drawings/vmlDrawing28.vml"/><Relationship Id="rId6" Type="http://schemas.openxmlformats.org/officeDocument/2006/relationships/tags" Target="../tags/tag417.xml"/><Relationship Id="rId15" Type="http://schemas.openxmlformats.org/officeDocument/2006/relationships/tags" Target="../tags/tag426.xml"/><Relationship Id="rId23" Type="http://schemas.openxmlformats.org/officeDocument/2006/relationships/tags" Target="../tags/tag434.xml"/><Relationship Id="rId28" Type="http://schemas.openxmlformats.org/officeDocument/2006/relationships/tags" Target="../tags/tag439.xml"/><Relationship Id="rId36" Type="http://schemas.openxmlformats.org/officeDocument/2006/relationships/tags" Target="../tags/tag447.xml"/><Relationship Id="rId49" Type="http://schemas.openxmlformats.org/officeDocument/2006/relationships/tags" Target="../tags/tag460.xml"/><Relationship Id="rId57" Type="http://schemas.openxmlformats.org/officeDocument/2006/relationships/slideLayout" Target="../slideLayouts/slideLayout101.xml"/><Relationship Id="rId10" Type="http://schemas.openxmlformats.org/officeDocument/2006/relationships/tags" Target="../tags/tag421.xml"/><Relationship Id="rId31" Type="http://schemas.openxmlformats.org/officeDocument/2006/relationships/tags" Target="../tags/tag442.xml"/><Relationship Id="rId44" Type="http://schemas.openxmlformats.org/officeDocument/2006/relationships/tags" Target="../tags/tag455.xml"/><Relationship Id="rId52" Type="http://schemas.openxmlformats.org/officeDocument/2006/relationships/tags" Target="../tags/tag463.xml"/><Relationship Id="rId60" Type="http://schemas.openxmlformats.org/officeDocument/2006/relationships/chart" Target="../charts/chart19.xml"/><Relationship Id="rId4" Type="http://schemas.openxmlformats.org/officeDocument/2006/relationships/tags" Target="../tags/tag415.xml"/><Relationship Id="rId9" Type="http://schemas.openxmlformats.org/officeDocument/2006/relationships/tags" Target="../tags/tag420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tags" Target="../tags/tag492.xml"/><Relationship Id="rId21" Type="http://schemas.openxmlformats.org/officeDocument/2006/relationships/tags" Target="../tags/tag487.xml"/><Relationship Id="rId42" Type="http://schemas.openxmlformats.org/officeDocument/2006/relationships/tags" Target="../tags/tag508.xml"/><Relationship Id="rId47" Type="http://schemas.openxmlformats.org/officeDocument/2006/relationships/tags" Target="../tags/tag513.xml"/><Relationship Id="rId63" Type="http://schemas.openxmlformats.org/officeDocument/2006/relationships/tags" Target="../tags/tag529.xml"/><Relationship Id="rId68" Type="http://schemas.openxmlformats.org/officeDocument/2006/relationships/tags" Target="../tags/tag534.xml"/><Relationship Id="rId2" Type="http://schemas.openxmlformats.org/officeDocument/2006/relationships/tags" Target="../tags/tag468.xml"/><Relationship Id="rId16" Type="http://schemas.openxmlformats.org/officeDocument/2006/relationships/tags" Target="../tags/tag482.xml"/><Relationship Id="rId29" Type="http://schemas.openxmlformats.org/officeDocument/2006/relationships/tags" Target="../tags/tag495.xml"/><Relationship Id="rId11" Type="http://schemas.openxmlformats.org/officeDocument/2006/relationships/tags" Target="../tags/tag477.xml"/><Relationship Id="rId24" Type="http://schemas.openxmlformats.org/officeDocument/2006/relationships/tags" Target="../tags/tag490.xml"/><Relationship Id="rId32" Type="http://schemas.openxmlformats.org/officeDocument/2006/relationships/tags" Target="../tags/tag498.xml"/><Relationship Id="rId37" Type="http://schemas.openxmlformats.org/officeDocument/2006/relationships/tags" Target="../tags/tag503.xml"/><Relationship Id="rId40" Type="http://schemas.openxmlformats.org/officeDocument/2006/relationships/tags" Target="../tags/tag506.xml"/><Relationship Id="rId45" Type="http://schemas.openxmlformats.org/officeDocument/2006/relationships/tags" Target="../tags/tag511.xml"/><Relationship Id="rId53" Type="http://schemas.openxmlformats.org/officeDocument/2006/relationships/tags" Target="../tags/tag519.xml"/><Relationship Id="rId58" Type="http://schemas.openxmlformats.org/officeDocument/2006/relationships/tags" Target="../tags/tag524.xml"/><Relationship Id="rId66" Type="http://schemas.openxmlformats.org/officeDocument/2006/relationships/tags" Target="../tags/tag532.xml"/><Relationship Id="rId74" Type="http://schemas.openxmlformats.org/officeDocument/2006/relationships/chart" Target="../charts/chart24.xml"/><Relationship Id="rId5" Type="http://schemas.openxmlformats.org/officeDocument/2006/relationships/tags" Target="../tags/tag471.xml"/><Relationship Id="rId61" Type="http://schemas.openxmlformats.org/officeDocument/2006/relationships/tags" Target="../tags/tag527.xml"/><Relationship Id="rId19" Type="http://schemas.openxmlformats.org/officeDocument/2006/relationships/tags" Target="../tags/tag485.xml"/><Relationship Id="rId14" Type="http://schemas.openxmlformats.org/officeDocument/2006/relationships/tags" Target="../tags/tag480.xml"/><Relationship Id="rId22" Type="http://schemas.openxmlformats.org/officeDocument/2006/relationships/tags" Target="../tags/tag488.xml"/><Relationship Id="rId27" Type="http://schemas.openxmlformats.org/officeDocument/2006/relationships/tags" Target="../tags/tag493.xml"/><Relationship Id="rId30" Type="http://schemas.openxmlformats.org/officeDocument/2006/relationships/tags" Target="../tags/tag496.xml"/><Relationship Id="rId35" Type="http://schemas.openxmlformats.org/officeDocument/2006/relationships/tags" Target="../tags/tag501.xml"/><Relationship Id="rId43" Type="http://schemas.openxmlformats.org/officeDocument/2006/relationships/tags" Target="../tags/tag509.xml"/><Relationship Id="rId48" Type="http://schemas.openxmlformats.org/officeDocument/2006/relationships/tags" Target="../tags/tag514.xml"/><Relationship Id="rId56" Type="http://schemas.openxmlformats.org/officeDocument/2006/relationships/tags" Target="../tags/tag522.xml"/><Relationship Id="rId64" Type="http://schemas.openxmlformats.org/officeDocument/2006/relationships/tags" Target="../tags/tag530.xml"/><Relationship Id="rId69" Type="http://schemas.openxmlformats.org/officeDocument/2006/relationships/slideLayout" Target="../slideLayouts/slideLayout101.xml"/><Relationship Id="rId8" Type="http://schemas.openxmlformats.org/officeDocument/2006/relationships/tags" Target="../tags/tag474.xml"/><Relationship Id="rId51" Type="http://schemas.openxmlformats.org/officeDocument/2006/relationships/tags" Target="../tags/tag517.xml"/><Relationship Id="rId72" Type="http://schemas.openxmlformats.org/officeDocument/2006/relationships/chart" Target="../charts/chart22.xml"/><Relationship Id="rId3" Type="http://schemas.openxmlformats.org/officeDocument/2006/relationships/tags" Target="../tags/tag469.xml"/><Relationship Id="rId12" Type="http://schemas.openxmlformats.org/officeDocument/2006/relationships/tags" Target="../tags/tag478.xml"/><Relationship Id="rId17" Type="http://schemas.openxmlformats.org/officeDocument/2006/relationships/tags" Target="../tags/tag483.xml"/><Relationship Id="rId25" Type="http://schemas.openxmlformats.org/officeDocument/2006/relationships/tags" Target="../tags/tag491.xml"/><Relationship Id="rId33" Type="http://schemas.openxmlformats.org/officeDocument/2006/relationships/tags" Target="../tags/tag499.xml"/><Relationship Id="rId38" Type="http://schemas.openxmlformats.org/officeDocument/2006/relationships/tags" Target="../tags/tag504.xml"/><Relationship Id="rId46" Type="http://schemas.openxmlformats.org/officeDocument/2006/relationships/tags" Target="../tags/tag512.xml"/><Relationship Id="rId59" Type="http://schemas.openxmlformats.org/officeDocument/2006/relationships/tags" Target="../tags/tag525.xml"/><Relationship Id="rId67" Type="http://schemas.openxmlformats.org/officeDocument/2006/relationships/tags" Target="../tags/tag533.xml"/><Relationship Id="rId20" Type="http://schemas.openxmlformats.org/officeDocument/2006/relationships/tags" Target="../tags/tag486.xml"/><Relationship Id="rId41" Type="http://schemas.openxmlformats.org/officeDocument/2006/relationships/tags" Target="../tags/tag507.xml"/><Relationship Id="rId54" Type="http://schemas.openxmlformats.org/officeDocument/2006/relationships/tags" Target="../tags/tag520.xml"/><Relationship Id="rId62" Type="http://schemas.openxmlformats.org/officeDocument/2006/relationships/tags" Target="../tags/tag528.xml"/><Relationship Id="rId70" Type="http://schemas.openxmlformats.org/officeDocument/2006/relationships/oleObject" Target="../embeddings/oleObject29.bin"/><Relationship Id="rId1" Type="http://schemas.openxmlformats.org/officeDocument/2006/relationships/vmlDrawing" Target="../drawings/vmlDrawing29.vml"/><Relationship Id="rId6" Type="http://schemas.openxmlformats.org/officeDocument/2006/relationships/tags" Target="../tags/tag472.xml"/><Relationship Id="rId15" Type="http://schemas.openxmlformats.org/officeDocument/2006/relationships/tags" Target="../tags/tag481.xml"/><Relationship Id="rId23" Type="http://schemas.openxmlformats.org/officeDocument/2006/relationships/tags" Target="../tags/tag489.xml"/><Relationship Id="rId28" Type="http://schemas.openxmlformats.org/officeDocument/2006/relationships/tags" Target="../tags/tag494.xml"/><Relationship Id="rId36" Type="http://schemas.openxmlformats.org/officeDocument/2006/relationships/tags" Target="../tags/tag502.xml"/><Relationship Id="rId49" Type="http://schemas.openxmlformats.org/officeDocument/2006/relationships/tags" Target="../tags/tag515.xml"/><Relationship Id="rId57" Type="http://schemas.openxmlformats.org/officeDocument/2006/relationships/tags" Target="../tags/tag523.xml"/><Relationship Id="rId10" Type="http://schemas.openxmlformats.org/officeDocument/2006/relationships/tags" Target="../tags/tag476.xml"/><Relationship Id="rId31" Type="http://schemas.openxmlformats.org/officeDocument/2006/relationships/tags" Target="../tags/tag497.xml"/><Relationship Id="rId44" Type="http://schemas.openxmlformats.org/officeDocument/2006/relationships/tags" Target="../tags/tag510.xml"/><Relationship Id="rId52" Type="http://schemas.openxmlformats.org/officeDocument/2006/relationships/tags" Target="../tags/tag518.xml"/><Relationship Id="rId60" Type="http://schemas.openxmlformats.org/officeDocument/2006/relationships/tags" Target="../tags/tag526.xml"/><Relationship Id="rId65" Type="http://schemas.openxmlformats.org/officeDocument/2006/relationships/tags" Target="../tags/tag531.xml"/><Relationship Id="rId73" Type="http://schemas.openxmlformats.org/officeDocument/2006/relationships/chart" Target="../charts/chart23.xml"/><Relationship Id="rId4" Type="http://schemas.openxmlformats.org/officeDocument/2006/relationships/tags" Target="../tags/tag470.xml"/><Relationship Id="rId9" Type="http://schemas.openxmlformats.org/officeDocument/2006/relationships/tags" Target="../tags/tag475.xml"/><Relationship Id="rId13" Type="http://schemas.openxmlformats.org/officeDocument/2006/relationships/tags" Target="../tags/tag479.xml"/><Relationship Id="rId18" Type="http://schemas.openxmlformats.org/officeDocument/2006/relationships/tags" Target="../tags/tag484.xml"/><Relationship Id="rId39" Type="http://schemas.openxmlformats.org/officeDocument/2006/relationships/tags" Target="../tags/tag505.xml"/><Relationship Id="rId34" Type="http://schemas.openxmlformats.org/officeDocument/2006/relationships/tags" Target="../tags/tag500.xml"/><Relationship Id="rId50" Type="http://schemas.openxmlformats.org/officeDocument/2006/relationships/tags" Target="../tags/tag516.xml"/><Relationship Id="rId55" Type="http://schemas.openxmlformats.org/officeDocument/2006/relationships/tags" Target="../tags/tag521.xml"/><Relationship Id="rId7" Type="http://schemas.openxmlformats.org/officeDocument/2006/relationships/tags" Target="../tags/tag473.xml"/><Relationship Id="rId71" Type="http://schemas.openxmlformats.org/officeDocument/2006/relationships/image" Target="../media/image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tags" Target="../tags/tag535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547.xml"/><Relationship Id="rId18" Type="http://schemas.openxmlformats.org/officeDocument/2006/relationships/tags" Target="../tags/tag552.xml"/><Relationship Id="rId26" Type="http://schemas.openxmlformats.org/officeDocument/2006/relationships/tags" Target="../tags/tag560.xml"/><Relationship Id="rId39" Type="http://schemas.openxmlformats.org/officeDocument/2006/relationships/tags" Target="../tags/tag573.xml"/><Relationship Id="rId21" Type="http://schemas.openxmlformats.org/officeDocument/2006/relationships/tags" Target="../tags/tag555.xml"/><Relationship Id="rId34" Type="http://schemas.openxmlformats.org/officeDocument/2006/relationships/tags" Target="../tags/tag568.xml"/><Relationship Id="rId42" Type="http://schemas.openxmlformats.org/officeDocument/2006/relationships/tags" Target="../tags/tag576.xml"/><Relationship Id="rId47" Type="http://schemas.openxmlformats.org/officeDocument/2006/relationships/tags" Target="../tags/tag581.xml"/><Relationship Id="rId50" Type="http://schemas.openxmlformats.org/officeDocument/2006/relationships/tags" Target="../tags/tag584.xml"/><Relationship Id="rId55" Type="http://schemas.openxmlformats.org/officeDocument/2006/relationships/notesSlide" Target="../notesSlides/notesSlide5.xml"/><Relationship Id="rId7" Type="http://schemas.openxmlformats.org/officeDocument/2006/relationships/tags" Target="../tags/tag541.xml"/><Relationship Id="rId2" Type="http://schemas.openxmlformats.org/officeDocument/2006/relationships/tags" Target="../tags/tag536.xml"/><Relationship Id="rId16" Type="http://schemas.openxmlformats.org/officeDocument/2006/relationships/tags" Target="../tags/tag550.xml"/><Relationship Id="rId29" Type="http://schemas.openxmlformats.org/officeDocument/2006/relationships/tags" Target="../tags/tag563.xml"/><Relationship Id="rId11" Type="http://schemas.openxmlformats.org/officeDocument/2006/relationships/tags" Target="../tags/tag545.xml"/><Relationship Id="rId24" Type="http://schemas.openxmlformats.org/officeDocument/2006/relationships/tags" Target="../tags/tag558.xml"/><Relationship Id="rId32" Type="http://schemas.openxmlformats.org/officeDocument/2006/relationships/tags" Target="../tags/tag566.xml"/><Relationship Id="rId37" Type="http://schemas.openxmlformats.org/officeDocument/2006/relationships/tags" Target="../tags/tag571.xml"/><Relationship Id="rId40" Type="http://schemas.openxmlformats.org/officeDocument/2006/relationships/tags" Target="../tags/tag574.xml"/><Relationship Id="rId45" Type="http://schemas.openxmlformats.org/officeDocument/2006/relationships/tags" Target="../tags/tag579.xml"/><Relationship Id="rId53" Type="http://schemas.openxmlformats.org/officeDocument/2006/relationships/tags" Target="../tags/tag587.xml"/><Relationship Id="rId58" Type="http://schemas.openxmlformats.org/officeDocument/2006/relationships/chart" Target="../charts/chart25.xml"/><Relationship Id="rId5" Type="http://schemas.openxmlformats.org/officeDocument/2006/relationships/tags" Target="../tags/tag539.xml"/><Relationship Id="rId19" Type="http://schemas.openxmlformats.org/officeDocument/2006/relationships/tags" Target="../tags/tag553.xml"/><Relationship Id="rId4" Type="http://schemas.openxmlformats.org/officeDocument/2006/relationships/tags" Target="../tags/tag538.xml"/><Relationship Id="rId9" Type="http://schemas.openxmlformats.org/officeDocument/2006/relationships/tags" Target="../tags/tag543.xml"/><Relationship Id="rId14" Type="http://schemas.openxmlformats.org/officeDocument/2006/relationships/tags" Target="../tags/tag548.xml"/><Relationship Id="rId22" Type="http://schemas.openxmlformats.org/officeDocument/2006/relationships/tags" Target="../tags/tag556.xml"/><Relationship Id="rId27" Type="http://schemas.openxmlformats.org/officeDocument/2006/relationships/tags" Target="../tags/tag561.xml"/><Relationship Id="rId30" Type="http://schemas.openxmlformats.org/officeDocument/2006/relationships/tags" Target="../tags/tag564.xml"/><Relationship Id="rId35" Type="http://schemas.openxmlformats.org/officeDocument/2006/relationships/tags" Target="../tags/tag569.xml"/><Relationship Id="rId43" Type="http://schemas.openxmlformats.org/officeDocument/2006/relationships/tags" Target="../tags/tag577.xml"/><Relationship Id="rId48" Type="http://schemas.openxmlformats.org/officeDocument/2006/relationships/tags" Target="../tags/tag582.xml"/><Relationship Id="rId56" Type="http://schemas.openxmlformats.org/officeDocument/2006/relationships/oleObject" Target="../embeddings/oleObject31.bin"/><Relationship Id="rId8" Type="http://schemas.openxmlformats.org/officeDocument/2006/relationships/tags" Target="../tags/tag542.xml"/><Relationship Id="rId51" Type="http://schemas.openxmlformats.org/officeDocument/2006/relationships/tags" Target="../tags/tag585.xml"/><Relationship Id="rId3" Type="http://schemas.openxmlformats.org/officeDocument/2006/relationships/tags" Target="../tags/tag537.xml"/><Relationship Id="rId12" Type="http://schemas.openxmlformats.org/officeDocument/2006/relationships/tags" Target="../tags/tag546.xml"/><Relationship Id="rId17" Type="http://schemas.openxmlformats.org/officeDocument/2006/relationships/tags" Target="../tags/tag551.xml"/><Relationship Id="rId25" Type="http://schemas.openxmlformats.org/officeDocument/2006/relationships/tags" Target="../tags/tag559.xml"/><Relationship Id="rId33" Type="http://schemas.openxmlformats.org/officeDocument/2006/relationships/tags" Target="../tags/tag567.xml"/><Relationship Id="rId38" Type="http://schemas.openxmlformats.org/officeDocument/2006/relationships/tags" Target="../tags/tag572.xml"/><Relationship Id="rId46" Type="http://schemas.openxmlformats.org/officeDocument/2006/relationships/tags" Target="../tags/tag580.xml"/><Relationship Id="rId59" Type="http://schemas.openxmlformats.org/officeDocument/2006/relationships/chart" Target="../charts/chart26.xml"/><Relationship Id="rId20" Type="http://schemas.openxmlformats.org/officeDocument/2006/relationships/tags" Target="../tags/tag554.xml"/><Relationship Id="rId41" Type="http://schemas.openxmlformats.org/officeDocument/2006/relationships/tags" Target="../tags/tag575.xml"/><Relationship Id="rId54" Type="http://schemas.openxmlformats.org/officeDocument/2006/relationships/slideLayout" Target="../slideLayouts/slideLayout101.xml"/><Relationship Id="rId1" Type="http://schemas.openxmlformats.org/officeDocument/2006/relationships/vmlDrawing" Target="../drawings/vmlDrawing31.vml"/><Relationship Id="rId6" Type="http://schemas.openxmlformats.org/officeDocument/2006/relationships/tags" Target="../tags/tag540.xml"/><Relationship Id="rId15" Type="http://schemas.openxmlformats.org/officeDocument/2006/relationships/tags" Target="../tags/tag549.xml"/><Relationship Id="rId23" Type="http://schemas.openxmlformats.org/officeDocument/2006/relationships/tags" Target="../tags/tag557.xml"/><Relationship Id="rId28" Type="http://schemas.openxmlformats.org/officeDocument/2006/relationships/tags" Target="../tags/tag562.xml"/><Relationship Id="rId36" Type="http://schemas.openxmlformats.org/officeDocument/2006/relationships/tags" Target="../tags/tag570.xml"/><Relationship Id="rId49" Type="http://schemas.openxmlformats.org/officeDocument/2006/relationships/tags" Target="../tags/tag583.xml"/><Relationship Id="rId57" Type="http://schemas.openxmlformats.org/officeDocument/2006/relationships/image" Target="../media/image1.emf"/><Relationship Id="rId10" Type="http://schemas.openxmlformats.org/officeDocument/2006/relationships/tags" Target="../tags/tag544.xml"/><Relationship Id="rId31" Type="http://schemas.openxmlformats.org/officeDocument/2006/relationships/tags" Target="../tags/tag565.xml"/><Relationship Id="rId44" Type="http://schemas.openxmlformats.org/officeDocument/2006/relationships/tags" Target="../tags/tag578.xml"/><Relationship Id="rId52" Type="http://schemas.openxmlformats.org/officeDocument/2006/relationships/tags" Target="../tags/tag586.xml"/><Relationship Id="rId60" Type="http://schemas.openxmlformats.org/officeDocument/2006/relationships/chart" Target="../charts/chart27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599.xml"/><Relationship Id="rId18" Type="http://schemas.openxmlformats.org/officeDocument/2006/relationships/tags" Target="../tags/tag604.xml"/><Relationship Id="rId26" Type="http://schemas.openxmlformats.org/officeDocument/2006/relationships/tags" Target="../tags/tag612.xml"/><Relationship Id="rId39" Type="http://schemas.openxmlformats.org/officeDocument/2006/relationships/tags" Target="../tags/tag625.xml"/><Relationship Id="rId21" Type="http://schemas.openxmlformats.org/officeDocument/2006/relationships/tags" Target="../tags/tag607.xml"/><Relationship Id="rId34" Type="http://schemas.openxmlformats.org/officeDocument/2006/relationships/tags" Target="../tags/tag620.xml"/><Relationship Id="rId42" Type="http://schemas.openxmlformats.org/officeDocument/2006/relationships/tags" Target="../tags/tag628.xml"/><Relationship Id="rId47" Type="http://schemas.openxmlformats.org/officeDocument/2006/relationships/tags" Target="../tags/tag633.xml"/><Relationship Id="rId50" Type="http://schemas.openxmlformats.org/officeDocument/2006/relationships/tags" Target="../tags/tag636.xml"/><Relationship Id="rId55" Type="http://schemas.openxmlformats.org/officeDocument/2006/relationships/tags" Target="../tags/tag641.xml"/><Relationship Id="rId7" Type="http://schemas.openxmlformats.org/officeDocument/2006/relationships/tags" Target="../tags/tag593.xml"/><Relationship Id="rId2" Type="http://schemas.openxmlformats.org/officeDocument/2006/relationships/tags" Target="../tags/tag588.xml"/><Relationship Id="rId16" Type="http://schemas.openxmlformats.org/officeDocument/2006/relationships/tags" Target="../tags/tag602.xml"/><Relationship Id="rId29" Type="http://schemas.openxmlformats.org/officeDocument/2006/relationships/tags" Target="../tags/tag615.xml"/><Relationship Id="rId11" Type="http://schemas.openxmlformats.org/officeDocument/2006/relationships/tags" Target="../tags/tag597.xml"/><Relationship Id="rId24" Type="http://schemas.openxmlformats.org/officeDocument/2006/relationships/tags" Target="../tags/tag610.xml"/><Relationship Id="rId32" Type="http://schemas.openxmlformats.org/officeDocument/2006/relationships/tags" Target="../tags/tag618.xml"/><Relationship Id="rId37" Type="http://schemas.openxmlformats.org/officeDocument/2006/relationships/tags" Target="../tags/tag623.xml"/><Relationship Id="rId40" Type="http://schemas.openxmlformats.org/officeDocument/2006/relationships/tags" Target="../tags/tag626.xml"/><Relationship Id="rId45" Type="http://schemas.openxmlformats.org/officeDocument/2006/relationships/tags" Target="../tags/tag631.xml"/><Relationship Id="rId53" Type="http://schemas.openxmlformats.org/officeDocument/2006/relationships/tags" Target="../tags/tag639.xml"/><Relationship Id="rId58" Type="http://schemas.openxmlformats.org/officeDocument/2006/relationships/oleObject" Target="../embeddings/oleObject32.bin"/><Relationship Id="rId5" Type="http://schemas.openxmlformats.org/officeDocument/2006/relationships/tags" Target="../tags/tag591.xml"/><Relationship Id="rId61" Type="http://schemas.openxmlformats.org/officeDocument/2006/relationships/chart" Target="../charts/chart29.xml"/><Relationship Id="rId19" Type="http://schemas.openxmlformats.org/officeDocument/2006/relationships/tags" Target="../tags/tag605.xml"/><Relationship Id="rId14" Type="http://schemas.openxmlformats.org/officeDocument/2006/relationships/tags" Target="../tags/tag600.xml"/><Relationship Id="rId22" Type="http://schemas.openxmlformats.org/officeDocument/2006/relationships/tags" Target="../tags/tag608.xml"/><Relationship Id="rId27" Type="http://schemas.openxmlformats.org/officeDocument/2006/relationships/tags" Target="../tags/tag613.xml"/><Relationship Id="rId30" Type="http://schemas.openxmlformats.org/officeDocument/2006/relationships/tags" Target="../tags/tag616.xml"/><Relationship Id="rId35" Type="http://schemas.openxmlformats.org/officeDocument/2006/relationships/tags" Target="../tags/tag621.xml"/><Relationship Id="rId43" Type="http://schemas.openxmlformats.org/officeDocument/2006/relationships/tags" Target="../tags/tag629.xml"/><Relationship Id="rId48" Type="http://schemas.openxmlformats.org/officeDocument/2006/relationships/tags" Target="../tags/tag634.xml"/><Relationship Id="rId56" Type="http://schemas.openxmlformats.org/officeDocument/2006/relationships/slideLayout" Target="../slideLayouts/slideLayout101.xml"/><Relationship Id="rId8" Type="http://schemas.openxmlformats.org/officeDocument/2006/relationships/tags" Target="../tags/tag594.xml"/><Relationship Id="rId51" Type="http://schemas.openxmlformats.org/officeDocument/2006/relationships/tags" Target="../tags/tag637.xml"/><Relationship Id="rId3" Type="http://schemas.openxmlformats.org/officeDocument/2006/relationships/tags" Target="../tags/tag589.xml"/><Relationship Id="rId12" Type="http://schemas.openxmlformats.org/officeDocument/2006/relationships/tags" Target="../tags/tag598.xml"/><Relationship Id="rId17" Type="http://schemas.openxmlformats.org/officeDocument/2006/relationships/tags" Target="../tags/tag603.xml"/><Relationship Id="rId25" Type="http://schemas.openxmlformats.org/officeDocument/2006/relationships/tags" Target="../tags/tag611.xml"/><Relationship Id="rId33" Type="http://schemas.openxmlformats.org/officeDocument/2006/relationships/tags" Target="../tags/tag619.xml"/><Relationship Id="rId38" Type="http://schemas.openxmlformats.org/officeDocument/2006/relationships/tags" Target="../tags/tag624.xml"/><Relationship Id="rId46" Type="http://schemas.openxmlformats.org/officeDocument/2006/relationships/tags" Target="../tags/tag632.xml"/><Relationship Id="rId59" Type="http://schemas.openxmlformats.org/officeDocument/2006/relationships/image" Target="../media/image1.emf"/><Relationship Id="rId20" Type="http://schemas.openxmlformats.org/officeDocument/2006/relationships/tags" Target="../tags/tag606.xml"/><Relationship Id="rId41" Type="http://schemas.openxmlformats.org/officeDocument/2006/relationships/tags" Target="../tags/tag627.xml"/><Relationship Id="rId54" Type="http://schemas.openxmlformats.org/officeDocument/2006/relationships/tags" Target="../tags/tag640.xml"/><Relationship Id="rId62" Type="http://schemas.openxmlformats.org/officeDocument/2006/relationships/chart" Target="../charts/chart30.xml"/><Relationship Id="rId1" Type="http://schemas.openxmlformats.org/officeDocument/2006/relationships/vmlDrawing" Target="../drawings/vmlDrawing32.vml"/><Relationship Id="rId6" Type="http://schemas.openxmlformats.org/officeDocument/2006/relationships/tags" Target="../tags/tag592.xml"/><Relationship Id="rId15" Type="http://schemas.openxmlformats.org/officeDocument/2006/relationships/tags" Target="../tags/tag601.xml"/><Relationship Id="rId23" Type="http://schemas.openxmlformats.org/officeDocument/2006/relationships/tags" Target="../tags/tag609.xml"/><Relationship Id="rId28" Type="http://schemas.openxmlformats.org/officeDocument/2006/relationships/tags" Target="../tags/tag614.xml"/><Relationship Id="rId36" Type="http://schemas.openxmlformats.org/officeDocument/2006/relationships/tags" Target="../tags/tag622.xml"/><Relationship Id="rId49" Type="http://schemas.openxmlformats.org/officeDocument/2006/relationships/tags" Target="../tags/tag635.xml"/><Relationship Id="rId57" Type="http://schemas.openxmlformats.org/officeDocument/2006/relationships/notesSlide" Target="../notesSlides/notesSlide6.xml"/><Relationship Id="rId10" Type="http://schemas.openxmlformats.org/officeDocument/2006/relationships/tags" Target="../tags/tag596.xml"/><Relationship Id="rId31" Type="http://schemas.openxmlformats.org/officeDocument/2006/relationships/tags" Target="../tags/tag617.xml"/><Relationship Id="rId44" Type="http://schemas.openxmlformats.org/officeDocument/2006/relationships/tags" Target="../tags/tag630.xml"/><Relationship Id="rId52" Type="http://schemas.openxmlformats.org/officeDocument/2006/relationships/tags" Target="../tags/tag638.xml"/><Relationship Id="rId60" Type="http://schemas.openxmlformats.org/officeDocument/2006/relationships/chart" Target="../charts/chart28.xml"/><Relationship Id="rId4" Type="http://schemas.openxmlformats.org/officeDocument/2006/relationships/tags" Target="../tags/tag590.xml"/><Relationship Id="rId9" Type="http://schemas.openxmlformats.org/officeDocument/2006/relationships/tags" Target="../tags/tag59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48.xml"/><Relationship Id="rId13" Type="http://schemas.openxmlformats.org/officeDocument/2006/relationships/tags" Target="../tags/tag653.xml"/><Relationship Id="rId18" Type="http://schemas.openxmlformats.org/officeDocument/2006/relationships/tags" Target="../tags/tag658.xml"/><Relationship Id="rId3" Type="http://schemas.openxmlformats.org/officeDocument/2006/relationships/tags" Target="../tags/tag643.xml"/><Relationship Id="rId21" Type="http://schemas.openxmlformats.org/officeDocument/2006/relationships/image" Target="../media/image1.emf"/><Relationship Id="rId7" Type="http://schemas.openxmlformats.org/officeDocument/2006/relationships/tags" Target="../tags/tag647.xml"/><Relationship Id="rId12" Type="http://schemas.openxmlformats.org/officeDocument/2006/relationships/tags" Target="../tags/tag652.xml"/><Relationship Id="rId17" Type="http://schemas.openxmlformats.org/officeDocument/2006/relationships/tags" Target="../tags/tag657.xml"/><Relationship Id="rId2" Type="http://schemas.openxmlformats.org/officeDocument/2006/relationships/tags" Target="../tags/tag642.xml"/><Relationship Id="rId16" Type="http://schemas.openxmlformats.org/officeDocument/2006/relationships/tags" Target="../tags/tag656.xml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33.vml"/><Relationship Id="rId6" Type="http://schemas.openxmlformats.org/officeDocument/2006/relationships/tags" Target="../tags/tag646.xml"/><Relationship Id="rId11" Type="http://schemas.openxmlformats.org/officeDocument/2006/relationships/tags" Target="../tags/tag651.xml"/><Relationship Id="rId5" Type="http://schemas.openxmlformats.org/officeDocument/2006/relationships/tags" Target="../tags/tag645.xml"/><Relationship Id="rId15" Type="http://schemas.openxmlformats.org/officeDocument/2006/relationships/tags" Target="../tags/tag655.xml"/><Relationship Id="rId10" Type="http://schemas.openxmlformats.org/officeDocument/2006/relationships/tags" Target="../tags/tag650.xml"/><Relationship Id="rId19" Type="http://schemas.openxmlformats.org/officeDocument/2006/relationships/slideLayout" Target="../slideLayouts/slideLayout104.xml"/><Relationship Id="rId4" Type="http://schemas.openxmlformats.org/officeDocument/2006/relationships/tags" Target="../tags/tag644.xml"/><Relationship Id="rId9" Type="http://schemas.openxmlformats.org/officeDocument/2006/relationships/tags" Target="../tags/tag649.xml"/><Relationship Id="rId14" Type="http://schemas.openxmlformats.org/officeDocument/2006/relationships/tags" Target="../tags/tag654.xml"/><Relationship Id="rId22" Type="http://schemas.openxmlformats.org/officeDocument/2006/relationships/chart" Target="../charts/chart3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665.xml"/><Relationship Id="rId13" Type="http://schemas.openxmlformats.org/officeDocument/2006/relationships/tags" Target="../tags/tag670.xml"/><Relationship Id="rId18" Type="http://schemas.openxmlformats.org/officeDocument/2006/relationships/tags" Target="../tags/tag675.xml"/><Relationship Id="rId26" Type="http://schemas.openxmlformats.org/officeDocument/2006/relationships/chart" Target="../charts/chart32.xml"/><Relationship Id="rId3" Type="http://schemas.openxmlformats.org/officeDocument/2006/relationships/tags" Target="../tags/tag660.xml"/><Relationship Id="rId21" Type="http://schemas.openxmlformats.org/officeDocument/2006/relationships/tags" Target="../tags/tag678.xml"/><Relationship Id="rId7" Type="http://schemas.openxmlformats.org/officeDocument/2006/relationships/tags" Target="../tags/tag664.xml"/><Relationship Id="rId12" Type="http://schemas.openxmlformats.org/officeDocument/2006/relationships/tags" Target="../tags/tag669.xml"/><Relationship Id="rId17" Type="http://schemas.openxmlformats.org/officeDocument/2006/relationships/tags" Target="../tags/tag674.xml"/><Relationship Id="rId25" Type="http://schemas.openxmlformats.org/officeDocument/2006/relationships/image" Target="../media/image1.emf"/><Relationship Id="rId2" Type="http://schemas.openxmlformats.org/officeDocument/2006/relationships/tags" Target="../tags/tag659.xml"/><Relationship Id="rId16" Type="http://schemas.openxmlformats.org/officeDocument/2006/relationships/tags" Target="../tags/tag673.xml"/><Relationship Id="rId20" Type="http://schemas.openxmlformats.org/officeDocument/2006/relationships/tags" Target="../tags/tag677.xml"/><Relationship Id="rId29" Type="http://schemas.openxmlformats.org/officeDocument/2006/relationships/chart" Target="../charts/chart35.xml"/><Relationship Id="rId1" Type="http://schemas.openxmlformats.org/officeDocument/2006/relationships/vmlDrawing" Target="../drawings/vmlDrawing34.vml"/><Relationship Id="rId6" Type="http://schemas.openxmlformats.org/officeDocument/2006/relationships/tags" Target="../tags/tag663.xml"/><Relationship Id="rId11" Type="http://schemas.openxmlformats.org/officeDocument/2006/relationships/tags" Target="../tags/tag668.xml"/><Relationship Id="rId24" Type="http://schemas.openxmlformats.org/officeDocument/2006/relationships/oleObject" Target="../embeddings/oleObject34.bin"/><Relationship Id="rId5" Type="http://schemas.openxmlformats.org/officeDocument/2006/relationships/tags" Target="../tags/tag662.xml"/><Relationship Id="rId15" Type="http://schemas.openxmlformats.org/officeDocument/2006/relationships/tags" Target="../tags/tag672.xml"/><Relationship Id="rId23" Type="http://schemas.openxmlformats.org/officeDocument/2006/relationships/slideLayout" Target="../slideLayouts/slideLayout104.xml"/><Relationship Id="rId28" Type="http://schemas.openxmlformats.org/officeDocument/2006/relationships/chart" Target="../charts/chart34.xml"/><Relationship Id="rId10" Type="http://schemas.openxmlformats.org/officeDocument/2006/relationships/tags" Target="../tags/tag667.xml"/><Relationship Id="rId19" Type="http://schemas.openxmlformats.org/officeDocument/2006/relationships/tags" Target="../tags/tag676.xml"/><Relationship Id="rId4" Type="http://schemas.openxmlformats.org/officeDocument/2006/relationships/tags" Target="../tags/tag661.xml"/><Relationship Id="rId9" Type="http://schemas.openxmlformats.org/officeDocument/2006/relationships/tags" Target="../tags/tag666.xml"/><Relationship Id="rId14" Type="http://schemas.openxmlformats.org/officeDocument/2006/relationships/tags" Target="../tags/tag671.xml"/><Relationship Id="rId22" Type="http://schemas.openxmlformats.org/officeDocument/2006/relationships/tags" Target="../tags/tag679.xml"/><Relationship Id="rId27" Type="http://schemas.openxmlformats.org/officeDocument/2006/relationships/chart" Target="../charts/char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99004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3F0CC578-E85C-4022-B067-5B269D806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2" y="2642688"/>
            <a:ext cx="8957824" cy="1218795"/>
          </a:xfrm>
        </p:spPr>
        <p:txBody>
          <a:bodyPr vert="horz"/>
          <a:lstStyle/>
          <a:p>
            <a:r>
              <a:rPr lang="ru-RU" dirty="0"/>
              <a:t>Стратегия развития </a:t>
            </a:r>
            <a:br>
              <a:rPr lang="en-US" dirty="0"/>
            </a:br>
            <a:r>
              <a:rPr lang="en-US" dirty="0"/>
              <a:t>VK WorkSpace</a:t>
            </a: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267FF6-7919-49C5-8497-62F004FD99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1E0E11-0EF6-4E54-97E5-AF2D031985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12</a:t>
            </a:r>
            <a:r>
              <a:rPr lang="ru-RU" dirty="0"/>
              <a:t>.1</a:t>
            </a:r>
            <a:r>
              <a:rPr lang="en-US" dirty="0"/>
              <a:t>2</a:t>
            </a:r>
            <a:r>
              <a:rPr lang="ru-RU" dirty="0"/>
              <a:t>.2024</a:t>
            </a:r>
          </a:p>
        </p:txBody>
      </p:sp>
    </p:spTree>
    <p:extLst>
      <p:ext uri="{BB962C8B-B14F-4D97-AF65-F5344CB8AC3E}">
        <p14:creationId xmlns:p14="http://schemas.microsoft.com/office/powerpoint/2010/main" val="372311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938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think-cell Slide" r:id="rId58" imgW="405" imgH="405" progId="TCLayout.ActiveDocument.1">
                  <p:embed/>
                </p:oleObj>
              </mc:Choice>
              <mc:Fallback>
                <p:oleObj name="think-cell Slide" r:id="rId58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Ожидаем рост выручки российских игроков </a:t>
            </a:r>
            <a:r>
              <a:rPr lang="en-US" sz="2800" dirty="0"/>
              <a:t>&gt;20% </a:t>
            </a:r>
            <a:r>
              <a:rPr lang="ru-RU" sz="2800" dirty="0"/>
              <a:t>год к году на рынке </a:t>
            </a:r>
            <a:r>
              <a:rPr lang="en-US" sz="2800" dirty="0"/>
              <a:t>Communication &amp; Collaboration</a:t>
            </a:r>
            <a:endParaRPr lang="ru-RU" sz="2800" dirty="0"/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1B9BC-03B2-49BF-8FD2-BF33F75D0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DE1744-803E-4708-8F85-3A4872A0B160}" type="slidenum">
              <a:rPr lang="ru-RU" smtClean="0"/>
              <a:pPr/>
              <a:t>2</a:t>
            </a:fld>
            <a:endParaRPr lang="ru-RU" dirty="0"/>
          </a:p>
        </p:txBody>
      </p:sp>
      <p:graphicFrame>
        <p:nvGraphicFramePr>
          <p:cNvPr id="99" name="Chart 98">
            <a:extLst>
              <a:ext uri="{FF2B5EF4-FFF2-40B4-BE49-F238E27FC236}">
                <a16:creationId xmlns:a16="http://schemas.microsoft.com/office/drawing/2014/main" id="{373D3915-459D-4E52-9D9A-9BE8D07CBB3F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37054529"/>
              </p:ext>
            </p:extLst>
          </p:nvPr>
        </p:nvGraphicFramePr>
        <p:xfrm>
          <a:off x="595313" y="2620963"/>
          <a:ext cx="4949825" cy="2782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0"/>
          </a:graphicData>
        </a:graphic>
      </p:graphicFrame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9D2CE04A-7B0A-4E7F-9DCC-C74F91CE2D0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1155700" y="2889250"/>
            <a:ext cx="957263" cy="1238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8DBC9AB-2C59-4B70-A9B2-C7B8845B918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2112963" y="2486025"/>
            <a:ext cx="2870200" cy="4032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930275" y="3371850"/>
            <a:ext cx="452438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270E2405-1E42-47D4-9D79-B731D5A29443}" type="datetime'''''''2'''',''''''''2'''''''''''">
              <a:rPr lang="ru-RU" altLang="en-US" smtClean="0">
                <a:effectLst/>
                <a:latin typeface="+mn-lt"/>
              </a:rPr>
              <a:pPr/>
              <a:t>2,2</a:t>
            </a:fld>
            <a:r>
              <a:rPr lang="ru-RU" altLang="en-US" baseline="30000">
                <a:latin typeface="+mn-lt"/>
              </a:rPr>
              <a:t>(1</a:t>
            </a:r>
            <a:r>
              <a:rPr lang="ru-RU" altLang="en-US" baseline="30000" dirty="0">
                <a:latin typeface="+mn-lt"/>
              </a:rPr>
              <a:t>)</a:t>
            </a:r>
            <a:endParaRPr lang="ru-RU" baseline="30000" dirty="0">
              <a:latin typeface="+mn-lt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C7BAD40C-21B5-A58F-99F1-C272B1529617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893763" y="3597275"/>
            <a:ext cx="5238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EB668E8D-4B37-4F07-ACC3-246F304640CC}" type="datetime'''''''1''2'''''''''''',1'''''''''''''">
              <a:rPr lang="ru-RU" altLang="en-US" smtClean="0">
                <a:solidFill>
                  <a:schemeClr val="bg1"/>
                </a:solidFill>
                <a:latin typeface="+mn-lt"/>
              </a:rPr>
              <a:pPr/>
              <a:t>12,1</a:t>
            </a:fld>
            <a:r>
              <a:rPr lang="ru-RU" altLang="en-US" baseline="30000">
                <a:solidFill>
                  <a:schemeClr val="bg1"/>
                </a:solidFill>
                <a:effectLst/>
                <a:latin typeface="+mn-lt"/>
              </a:rPr>
              <a:t>(2</a:t>
            </a:r>
            <a:r>
              <a:rPr lang="ru-RU" altLang="en-US" baseline="30000" dirty="0">
                <a:solidFill>
                  <a:schemeClr val="bg1"/>
                </a:solidFill>
                <a:effectLst/>
                <a:latin typeface="+mn-lt"/>
              </a:rPr>
              <a:t>)</a:t>
            </a:r>
            <a:endParaRPr lang="ru-RU" baseline="30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B6B0C591-15BD-F1B6-7AA1-6B716587BF5A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874713" y="3997325"/>
            <a:ext cx="563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4786D58-284B-475D-A1F9-C3AF73AE7512}" type="datetime'''''''1''''''''''''''''''''''''''''''3'''',''''4'">
              <a:rPr lang="ru-RU" altLang="en-US" smtClean="0">
                <a:solidFill>
                  <a:schemeClr val="bg1"/>
                </a:solidFill>
                <a:latin typeface="+mn-lt"/>
              </a:rPr>
              <a:pPr/>
              <a:t>13,4</a:t>
            </a:fld>
            <a:r>
              <a:rPr lang="ru-RU" altLang="en-US" baseline="30000">
                <a:solidFill>
                  <a:schemeClr val="bg1"/>
                </a:solidFill>
                <a:effectLst/>
                <a:latin typeface="+mn-lt"/>
              </a:rPr>
              <a:t>(3</a:t>
            </a:r>
            <a:r>
              <a:rPr lang="ru-RU" altLang="en-US" baseline="30000" dirty="0">
                <a:solidFill>
                  <a:schemeClr val="bg1"/>
                </a:solidFill>
                <a:effectLst/>
                <a:latin typeface="+mn-lt"/>
              </a:rPr>
              <a:t>)</a:t>
            </a:r>
            <a:endParaRPr lang="ru-RU" baseline="30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DBF55424-4A53-D84F-AC1D-2F34A5DEB38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858838" y="4592638"/>
            <a:ext cx="595313" cy="234950"/>
          </a:xfrm>
          <a:prstGeom prst="rect">
            <a:avLst/>
          </a:prstGeom>
          <a:solidFill>
            <a:srgbClr val="3D454E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F0792F03-F6BC-44B6-B0CC-1AF5F7A25CE5}" type="datetime'''2''''''''''''''''''''''''''''''''''''4'''''',''''''''''''6'">
              <a:rPr lang="ru-RU" altLang="en-US" smtClean="0">
                <a:solidFill>
                  <a:schemeClr val="bg1"/>
                </a:solidFill>
                <a:latin typeface="+mn-lt"/>
              </a:rPr>
              <a:pPr/>
              <a:t>24,6</a:t>
            </a:fld>
            <a:r>
              <a:rPr lang="ru-RU" altLang="en-US" baseline="30000">
                <a:solidFill>
                  <a:schemeClr val="bg1"/>
                </a:solidFill>
                <a:effectLst/>
                <a:latin typeface="+mn-lt"/>
              </a:rPr>
              <a:t>(4</a:t>
            </a:r>
            <a:r>
              <a:rPr lang="ru-RU" altLang="en-US" baseline="30000" dirty="0">
                <a:solidFill>
                  <a:schemeClr val="bg1"/>
                </a:solidFill>
                <a:effectLst/>
                <a:latin typeface="+mn-lt"/>
              </a:rPr>
              <a:t>)</a:t>
            </a:r>
            <a:endParaRPr lang="ru-RU" baseline="30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FCBDD6D3-C325-4BB9-8F81-D90E64FA215B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933450" y="51562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2BA2D28-EA80-44A5-A185-7138E5B488F9}" type="datetime'''''''''2''''''''''0''2''''3'''''">
              <a:rPr lang="ru-RU" altLang="en-US" sz="1400" smtClean="0"/>
              <a:pPr/>
              <a:t>2023</a:t>
            </a:fld>
            <a:endParaRPr lang="ru-RU" sz="1400" dirty="0"/>
          </a:p>
        </p:txBody>
      </p:sp>
      <p:sp>
        <p:nvSpPr>
          <p:cNvPr id="8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1954213" y="3252788"/>
            <a:ext cx="317500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8E190E41-39E4-48B7-B40C-2F0FE0B2552E}" type="datetime'''''''2'''''''''''',''''''''''''''''''''''''5'''''''">
              <a:rPr lang="ru-RU" altLang="en-US" smtClean="0">
                <a:effectLst/>
                <a:latin typeface="+mn-lt"/>
              </a:rPr>
              <a:pPr/>
              <a:t>2,5</a:t>
            </a:fld>
            <a:endParaRPr lang="ru-RU" dirty="0">
              <a:latin typeface="+mn-lt"/>
            </a:endParaRP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24872B49-0EF0-46A6-8C21-69F0DEED4B46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1887538" y="51562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89A7702-7FF2-4BE2-A535-A073E09ACA08}" type="datetime'''''''''''''''''2''''0''''''''''''''''2''''4'''''''''''''">
              <a:rPr lang="ru-RU" altLang="en-US" sz="1400" smtClean="0"/>
              <a:pPr/>
              <a:t>2024</a:t>
            </a:fld>
            <a:endParaRPr lang="ru-RU" sz="1400" dirty="0"/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B596E6B2-DF4D-E3F2-04DA-15840BC49B56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2909888" y="3132138"/>
            <a:ext cx="319088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253B3826-F79C-4872-84E8-FF52175286EA}" type="datetime'''''''''''''''2'''',''9''''''''''''''''''''''''''''''''''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2,9</a:t>
            </a:fld>
            <a:endParaRPr lang="ru-RU" dirty="0">
              <a:latin typeface="+mn-lt"/>
            </a:endParaRP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31D5EDEC-1F74-4190-B4AD-7B4F07B70A4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2846388" y="51562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7843479-E508-4900-A09B-B09DC5B7F4F1}" type="datetime'2''''''''''''''''''''''''0''''''''2''''''''''''''''''''''''5'">
              <a:rPr lang="ru-RU" altLang="en-US" sz="1400" smtClean="0"/>
              <a:pPr/>
              <a:t>2025</a:t>
            </a:fld>
            <a:endParaRPr lang="ru-RU" sz="1400" dirty="0"/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D8641259-9B7E-6998-8BFF-6CAA5A232AD2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3865563" y="3005138"/>
            <a:ext cx="320675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DC643C9-8100-41D7-87C3-C2EF8C86FC9F}" type="datetime'''''''3'',''''''''''''''''''''''''''''''''''''''''3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3,3</a:t>
            </a:fld>
            <a:endParaRPr lang="ru-RU" dirty="0">
              <a:latin typeface="+mn-lt"/>
            </a:endParaRP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1A06DE12-38FE-4063-B5E3-B4BA1C30A246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3802063" y="51562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6E2577B-B8B9-4E6B-A71A-997B7D9732E0}" type="datetime'''''''''''''2''''''''''''''''''''0''''''''''26'''''''''''''''">
              <a:rPr lang="ru-RU" altLang="en-US" sz="1400" smtClean="0"/>
              <a:pPr/>
              <a:t>2026</a:t>
            </a:fld>
            <a:endParaRPr lang="ru-RU" sz="1400" dirty="0"/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31BEDB99-2B6F-125F-0FF5-C0F3AEC2EA7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4827588" y="2868613"/>
            <a:ext cx="311150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D0E16402-AFF7-4038-9AFB-BD80AFCE4BCF}" type="datetime'''''''''''''''''''''''3'''''''''',''''7''''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3,7</a:t>
            </a:fld>
            <a:endParaRPr lang="ru-RU" dirty="0">
              <a:latin typeface="+mn-lt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2E3AF87F-C311-4DAA-9D0A-C903D23B96D4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4765675" y="51562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45A4651-CC07-4ED4-85FA-AADB01FA8DE7}" type="datetime'''''''''''2''0''''''''''''''''''''''''''27'''">
              <a:rPr lang="ru-RU" altLang="en-US" sz="1400" smtClean="0"/>
              <a:pPr/>
              <a:t>2027</a:t>
            </a:fld>
            <a:endParaRPr lang="ru-RU" sz="1400" dirty="0"/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403DB11-5ED9-41AF-A589-5DAD4EBC1A71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942975" y="3136900"/>
            <a:ext cx="4270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B58BBF5-3F2E-4EAC-B677-4C9FBD1A2061}" type="datetime'5''''''''''''2'''''',''''''''''''3'''''''''''''">
              <a:rPr lang="ru-RU" altLang="en-US" sz="1400" smtClean="0"/>
              <a:pPr/>
              <a:t>52,3</a:t>
            </a:fld>
            <a:endParaRPr lang="ru-RU" sz="1400" dirty="0"/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D8EB5680-80E2-43A8-B5EB-4055E3CAE358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1898650" y="3017838"/>
            <a:ext cx="4286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35B1792-6756-4BB9-8563-D6E625EE3F0E}" type="datetime'''''5''''6'''',''''''''''2'''''''''''''''">
              <a:rPr lang="ru-RU" altLang="en-US" sz="1400" smtClean="0"/>
              <a:pPr/>
              <a:t>56,2</a:t>
            </a:fld>
            <a:endParaRPr lang="ru-RU" sz="1400" dirty="0"/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80B01171-1346-4CD5-8538-D6821F0DACD6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2852738" y="2897188"/>
            <a:ext cx="4333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86F1DB0-4DA5-4496-8856-64679F63D669}" type="datetime'''''''''6''''''''''''''''0'''''''''''''',''''''''''''3'''">
              <a:rPr lang="ru-RU" altLang="en-US" sz="1400" smtClean="0"/>
              <a:pPr/>
              <a:t>60,3</a:t>
            </a:fld>
            <a:endParaRPr lang="ru-RU" sz="1400" dirty="0"/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B46AC158-1576-430D-B8F3-E3BCC09EFE35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3808414" y="2770188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99864B7-E821-4627-A9AF-14CC85ABB7A4}" type="datetime'''''''''''''''''6''''4'''''''''''''''''''''',''5'''''''''''''">
              <a:rPr lang="ru-RU" altLang="en-US" sz="1400" smtClean="0"/>
              <a:pPr/>
              <a:t>64,5</a:t>
            </a:fld>
            <a:endParaRPr lang="ru-RU" sz="1400" dirty="0"/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529F44D4-16BB-48B5-A19D-4332B67D79C2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4781550" y="2633663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C39BA5C-2E17-4D76-BADF-91E083059B5B}" type="datetime'''''''''''''69'''''''''''''''''''''''''''''',1'''''''''''''">
              <a:rPr lang="ru-RU" altLang="en-US" sz="1400" smtClean="0"/>
              <a:pPr/>
              <a:t>69,1</a:t>
            </a:fld>
            <a:endParaRPr lang="ru-RU" sz="1400" baseline="30000" dirty="0"/>
          </a:p>
        </p:txBody>
      </p:sp>
      <p:sp>
        <p:nvSpPr>
          <p:cNvPr id="21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1374776" y="2784475"/>
            <a:ext cx="519113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EDE8FB1-2C5E-48F9-8C99-C932FE36D36A}" type="datetime'''''+8''''''''''''''''''''''''''''''''%'''''''''''''''''''''''">
              <a:rPr lang="ru-RU" altLang="en-US" b="1" smtClean="0">
                <a:effectLst/>
                <a:latin typeface="+mn-lt"/>
              </a:rPr>
              <a:pPr/>
              <a:t>+8%</a:t>
            </a:fld>
            <a:endParaRPr lang="ru-RU" b="1" dirty="0">
              <a:latin typeface="+mn-lt"/>
            </a:endParaRPr>
          </a:p>
        </p:txBody>
      </p:sp>
      <p:sp>
        <p:nvSpPr>
          <p:cNvPr id="96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3297238" y="2520950"/>
            <a:ext cx="503238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0D2E11A5-3985-447E-B94E-9195D685D90F}" type="datetime'+''''''''''''''7''''''''''''''''''''%'''''''''''''">
              <a:rPr lang="ru-RU" altLang="en-US" b="1" smtClean="0">
                <a:effectLst/>
                <a:latin typeface="+mn-lt"/>
              </a:rPr>
              <a:pPr/>
              <a:t>+7%</a:t>
            </a:fld>
            <a:endParaRPr lang="ru-RU" b="1" dirty="0">
              <a:latin typeface="+mn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D80976-A257-4A5B-ABA2-A192A3B99A37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749300" y="55895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F77B8C-3882-4A4A-A25B-F2DE1384435A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2408238" y="5589588"/>
            <a:ext cx="250825" cy="187325"/>
          </a:xfrm>
          <a:prstGeom prst="rect">
            <a:avLst/>
          </a:prstGeom>
          <a:solidFill>
            <a:srgbClr val="0074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BED40A-2F2A-4EB1-91CD-56BFD8678FEB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171825" y="558958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261F6A-4E9E-4463-86AA-5AB844BCC7A1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4098925" y="5589588"/>
            <a:ext cx="250825" cy="187325"/>
          </a:xfrm>
          <a:prstGeom prst="rect">
            <a:avLst/>
          </a:prstGeom>
          <a:solidFill>
            <a:srgbClr val="3D454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AAC7108E-4C41-42BF-BE8F-6F5C26E876EF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1050925" y="5568950"/>
            <a:ext cx="12557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93AABFC-2B22-47CF-AFF2-4344916E61C2}" type="datetime'''''''М''ес''с''''''е''н''''джер''''''''''''''''''ы'''">
              <a:rPr lang="ru-RU" altLang="en-US" sz="1400" smtClean="0"/>
              <a:pPr/>
              <a:t>Мессенджеры</a:t>
            </a:fld>
            <a:endParaRPr lang="ru-RU" sz="1400" dirty="0"/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F305A63E-E673-44DB-A911-C38943C37029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2709863" y="5568950"/>
            <a:ext cx="3603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720F482-B9B4-42E6-829B-0E55933F5C94}" type="datetime'''''В''''''''''''''''''''''''''''К''''''''''С'''''">
              <a:rPr lang="ru-RU" altLang="en-US" sz="1400" smtClean="0"/>
              <a:pPr/>
              <a:t>ВКС</a:t>
            </a:fld>
            <a:endParaRPr lang="ru-RU" sz="1400" dirty="0"/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5D59D571-8A62-423A-BDA4-9DC2BA4A7861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3473450" y="5568950"/>
            <a:ext cx="5238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286E36A-D151-40CF-A90D-7313042F61D1}" type="datetime'П''''''''''''''''''''о''ч''''''т''''а'''''''''''''''''''''">
              <a:rPr lang="ru-RU" altLang="en-US" sz="1400" smtClean="0"/>
              <a:pPr/>
              <a:t>Почта</a:t>
            </a:fld>
            <a:endParaRPr lang="ru-RU" sz="1400" dirty="0"/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75D25937-84BB-4E04-857A-F1B5ABF0648B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4400549" y="5568950"/>
            <a:ext cx="11938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A879685-9256-447E-BA4A-092A98F6683F}" type="datetime'''Офи''''''''''с''''''н''о''''''''''''''е ''''''''ПО'''''">
              <a:rPr lang="ru-RU" altLang="en-US" sz="1400" smtClean="0"/>
              <a:pPr/>
              <a:t>Офисное ПО</a:t>
            </a:fld>
            <a:r>
              <a:rPr lang="en-US" altLang="en-US" sz="1400" dirty="0"/>
              <a:t>*</a:t>
            </a:r>
            <a:endParaRPr lang="ru-RU" sz="14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7A9830-7BB8-4A99-BA60-41FD5F7196A2}"/>
              </a:ext>
            </a:extLst>
          </p:cNvPr>
          <p:cNvSpPr/>
          <p:nvPr/>
        </p:nvSpPr>
        <p:spPr>
          <a:xfrm>
            <a:off x="677334" y="6312252"/>
            <a:ext cx="11062888" cy="415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tx1"/>
                </a:solidFill>
              </a:rPr>
              <a:t>Источники: 1. Оценка </a:t>
            </a:r>
            <a:r>
              <a:rPr lang="en-US" sz="1000" i="1" dirty="0">
                <a:solidFill>
                  <a:schemeClr val="tx1"/>
                </a:solidFill>
              </a:rPr>
              <a:t>Bottom-Up </a:t>
            </a:r>
            <a:r>
              <a:rPr lang="ru-RU" sz="1000" i="1" dirty="0">
                <a:solidFill>
                  <a:schemeClr val="tx1"/>
                </a:solidFill>
              </a:rPr>
              <a:t>от выручки рыночных игроков. 2. Оценка </a:t>
            </a:r>
            <a:r>
              <a:rPr lang="en-US" sz="1000" i="1" dirty="0">
                <a:solidFill>
                  <a:schemeClr val="tx1"/>
                </a:solidFill>
              </a:rPr>
              <a:t>Bottom-Up </a:t>
            </a:r>
            <a:r>
              <a:rPr lang="ru-RU" sz="1000" i="1" dirty="0">
                <a:solidFill>
                  <a:schemeClr val="tx1"/>
                </a:solidFill>
              </a:rPr>
              <a:t>от рыночных игроков. 3. Оценка </a:t>
            </a:r>
            <a:r>
              <a:rPr lang="en-US" sz="1000" i="1" dirty="0">
                <a:solidFill>
                  <a:schemeClr val="tx1"/>
                </a:solidFill>
              </a:rPr>
              <a:t>Bottom-Up </a:t>
            </a:r>
            <a:r>
              <a:rPr lang="ru-RU" sz="1000" i="1" dirty="0">
                <a:solidFill>
                  <a:schemeClr val="tx1"/>
                </a:solidFill>
              </a:rPr>
              <a:t>от количества рабочих мест, использующих почтовые сервисы, рынок </a:t>
            </a:r>
            <a:r>
              <a:rPr lang="en-US" sz="1000" i="1" dirty="0">
                <a:solidFill>
                  <a:schemeClr val="tx1"/>
                </a:solidFill>
              </a:rPr>
              <a:t>On-Prem </a:t>
            </a:r>
            <a:r>
              <a:rPr lang="ru-RU" sz="1000" i="1" dirty="0">
                <a:solidFill>
                  <a:schemeClr val="tx1"/>
                </a:solidFill>
              </a:rPr>
              <a:t>на основе отчета ККС </a:t>
            </a:r>
            <a:r>
              <a:rPr lang="en-US" sz="1000" i="1" dirty="0">
                <a:solidFill>
                  <a:schemeClr val="tx1"/>
                </a:solidFill>
              </a:rPr>
              <a:t>SPEKTR, 2023</a:t>
            </a:r>
            <a:r>
              <a:rPr lang="ru-RU" sz="1000" i="1" dirty="0">
                <a:solidFill>
                  <a:schemeClr val="tx1"/>
                </a:solidFill>
              </a:rPr>
              <a:t>. 4. Средняя оценка между </a:t>
            </a:r>
            <a:r>
              <a:rPr lang="en-US" sz="1000" i="1" dirty="0">
                <a:solidFill>
                  <a:schemeClr val="tx1"/>
                </a:solidFill>
              </a:rPr>
              <a:t>Top-Down </a:t>
            </a:r>
            <a:r>
              <a:rPr lang="ru-RU" sz="1000" i="1" dirty="0">
                <a:solidFill>
                  <a:schemeClr val="tx1"/>
                </a:solidFill>
              </a:rPr>
              <a:t>от количества рабочих мест, использующих офисные пакеты и </a:t>
            </a:r>
            <a:r>
              <a:rPr lang="en-US" sz="1000" i="1" dirty="0">
                <a:solidFill>
                  <a:schemeClr val="tx1"/>
                </a:solidFill>
              </a:rPr>
              <a:t>Bottom-Up </a:t>
            </a:r>
            <a:r>
              <a:rPr lang="ru-RU" sz="1000" i="1" dirty="0">
                <a:solidFill>
                  <a:schemeClr val="tx1"/>
                </a:solidFill>
              </a:rPr>
              <a:t>от рыночных игроков. 5. Оценка </a:t>
            </a:r>
            <a:r>
              <a:rPr lang="en-US" sz="1000" i="1" dirty="0">
                <a:solidFill>
                  <a:schemeClr val="tx1"/>
                </a:solidFill>
              </a:rPr>
              <a:t>Bottom-Up </a:t>
            </a:r>
            <a:r>
              <a:rPr lang="ru-RU" sz="1000" i="1" dirty="0">
                <a:solidFill>
                  <a:schemeClr val="tx1"/>
                </a:solidFill>
              </a:rPr>
              <a:t>от рыночных игроков 6. Оценка </a:t>
            </a:r>
            <a:r>
              <a:rPr lang="en-US" sz="1000" i="1" dirty="0">
                <a:solidFill>
                  <a:schemeClr val="tx1"/>
                </a:solidFill>
              </a:rPr>
              <a:t>Bottom-Up </a:t>
            </a:r>
            <a:r>
              <a:rPr lang="ru-RU" sz="1000" i="1" dirty="0">
                <a:solidFill>
                  <a:schemeClr val="tx1"/>
                </a:solidFill>
              </a:rPr>
              <a:t>от рыночных игроков </a:t>
            </a:r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C424A9FE-818E-4871-A81C-28C293DAFE5B}"/>
              </a:ext>
            </a:extLst>
          </p:cNvPr>
          <p:cNvGraphicFramePr/>
          <p:nvPr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4097698166"/>
              </p:ext>
            </p:extLst>
          </p:nvPr>
        </p:nvGraphicFramePr>
        <p:xfrm>
          <a:off x="6643688" y="2773363"/>
          <a:ext cx="4949825" cy="2630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1"/>
          </a:graphicData>
        </a:graphic>
      </p:graphicFrame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1002924E-832D-4B71-A500-4D2BAD45ACAF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 flipV="1">
            <a:off x="7204075" y="3236913"/>
            <a:ext cx="957263" cy="2651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CBCDDA7-A9BD-4C73-9FEA-20F4671E6444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 flipV="1">
            <a:off x="8161338" y="2336800"/>
            <a:ext cx="2870200" cy="9001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Текст 4">
            <a:extLst>
              <a:ext uri="{FF2B5EF4-FFF2-40B4-BE49-F238E27FC236}">
                <a16:creationId xmlns:a16="http://schemas.microsoft.com/office/drawing/2014/main" id="{9B0049EF-2658-4FF6-95A3-7B128C4D1896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gray">
          <a:xfrm>
            <a:off x="7108825" y="4162425"/>
            <a:ext cx="457200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AA7F0255-7E33-42A7-9387-5B8C8D038858}" type="datetime'''''''''''''''''''''''2'''''''''''',''''''''''''''''0'''''">
              <a:rPr lang="ru-RU" altLang="en-US" smtClean="0">
                <a:effectLst/>
                <a:latin typeface="+mn-lt"/>
              </a:rPr>
              <a:pPr/>
              <a:t>2,0</a:t>
            </a:fld>
            <a:r>
              <a:rPr lang="ru-RU" altLang="en-US" baseline="30000">
                <a:latin typeface="+mn-lt"/>
              </a:rPr>
              <a:t>(1</a:t>
            </a:r>
            <a:r>
              <a:rPr lang="ru-RU" altLang="en-US" baseline="30000" dirty="0">
                <a:latin typeface="+mn-lt"/>
              </a:rPr>
              <a:t>)</a:t>
            </a:r>
            <a:endParaRPr lang="ru-RU" baseline="30000" dirty="0">
              <a:latin typeface="+mn-lt"/>
            </a:endParaRPr>
          </a:p>
        </p:txBody>
      </p:sp>
      <p:sp>
        <p:nvSpPr>
          <p:cNvPr id="177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6831013" y="4354513"/>
            <a:ext cx="482600" cy="234950"/>
          </a:xfrm>
          <a:prstGeom prst="rect">
            <a:avLst/>
          </a:prstGeom>
          <a:solidFill>
            <a:srgbClr val="00747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3D19C8DB-32C0-40EB-883F-3F9482B6FF88}" type="datetime'''''''''''''8'''''''',''''''''''9'''''''''''''''''''''''">
              <a:rPr lang="ru-RU" altLang="en-US" smtClean="0">
                <a:solidFill>
                  <a:schemeClr val="bg1"/>
                </a:solidFill>
                <a:latin typeface="+mn-lt"/>
              </a:rPr>
              <a:pPr/>
              <a:t>8,9</a:t>
            </a:fld>
            <a:r>
              <a:rPr lang="ru-RU" altLang="en-US" baseline="30000">
                <a:solidFill>
                  <a:schemeClr val="bg1"/>
                </a:solidFill>
                <a:latin typeface="+mn-lt"/>
              </a:rPr>
              <a:t>(2</a:t>
            </a:r>
            <a:r>
              <a:rPr lang="ru-RU" altLang="en-US" baseline="30000" dirty="0">
                <a:solidFill>
                  <a:schemeClr val="bg1"/>
                </a:solidFill>
                <a:latin typeface="+mn-lt"/>
              </a:rPr>
              <a:t>)</a:t>
            </a:r>
            <a:endParaRPr lang="ru-RU" baseline="30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0" name="Текст 4">
            <a:extLst>
              <a:ext uri="{FF2B5EF4-FFF2-40B4-BE49-F238E27FC236}">
                <a16:creationId xmlns:a16="http://schemas.microsoft.com/office/drawing/2014/main" id="{73E4700C-F143-9503-7887-5BC51663CDFA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6962774" y="4657725"/>
            <a:ext cx="482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3C0CFE72-685E-43F0-88E4-50DCB3075D15}" type="datetime'''''''''''''''''''''''8'''''''''',''''5'">
              <a:rPr lang="ru-RU" altLang="en-US" smtClean="0">
                <a:solidFill>
                  <a:schemeClr val="bg1"/>
                </a:solidFill>
                <a:latin typeface="+mn-lt"/>
              </a:rPr>
              <a:pPr/>
              <a:t>8,5</a:t>
            </a:fld>
            <a:r>
              <a:rPr lang="ru-RU" altLang="en-US" baseline="30000">
                <a:solidFill>
                  <a:schemeClr val="bg1"/>
                </a:solidFill>
                <a:effectLst/>
                <a:latin typeface="+mn-lt"/>
              </a:rPr>
              <a:t>(5</a:t>
            </a:r>
            <a:r>
              <a:rPr lang="ru-RU" altLang="en-US" baseline="30000" dirty="0">
                <a:solidFill>
                  <a:schemeClr val="bg1"/>
                </a:solidFill>
                <a:effectLst/>
                <a:latin typeface="+mn-lt"/>
              </a:rPr>
              <a:t>)</a:t>
            </a:r>
            <a:endParaRPr lang="ru-RU" baseline="30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gray">
          <a:xfrm>
            <a:off x="6962774" y="4892675"/>
            <a:ext cx="482600" cy="234950"/>
          </a:xfrm>
          <a:prstGeom prst="rect">
            <a:avLst/>
          </a:prstGeom>
          <a:solidFill>
            <a:srgbClr val="3D454E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EDEBA77F-3405-4237-A73B-504D7C8745BA}" type="datetime'''''''''''''''''''5'''''''''''''''''''''''''',''''0'''">
              <a:rPr lang="ru-RU" altLang="en-US" smtClean="0">
                <a:solidFill>
                  <a:schemeClr val="bg1"/>
                </a:solidFill>
                <a:latin typeface="+mn-lt"/>
              </a:rPr>
              <a:pPr/>
              <a:t>5,0</a:t>
            </a:fld>
            <a:r>
              <a:rPr lang="ru-RU" altLang="en-US" baseline="30000">
                <a:solidFill>
                  <a:schemeClr val="bg1"/>
                </a:solidFill>
                <a:latin typeface="+mn-lt"/>
              </a:rPr>
              <a:t>(6</a:t>
            </a:r>
            <a:r>
              <a:rPr lang="ru-RU" altLang="en-US" baseline="30000" dirty="0">
                <a:solidFill>
                  <a:schemeClr val="bg1"/>
                </a:solidFill>
                <a:latin typeface="+mn-lt"/>
              </a:rPr>
              <a:t>)</a:t>
            </a:r>
            <a:endParaRPr lang="ru-RU" baseline="30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6" name="Текст 4">
            <a:extLst>
              <a:ext uri="{FF2B5EF4-FFF2-40B4-BE49-F238E27FC236}">
                <a16:creationId xmlns:a16="http://schemas.microsoft.com/office/drawing/2014/main" id="{84603071-DD5A-45EB-8FAE-8041B14E3935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6981825" y="5186363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235F0C6-5F6B-451F-BFC6-05C419A803B1}" type="datetime'20''''''''''''''''''''''''2''''''''''3'''''''''''''''''''''">
              <a:rPr lang="ru-RU" altLang="en-US" sz="1400" smtClean="0"/>
              <a:pPr/>
              <a:t>2023</a:t>
            </a:fld>
            <a:endParaRPr lang="ru-RU" sz="1400" dirty="0"/>
          </a:p>
        </p:txBody>
      </p:sp>
      <p:sp>
        <p:nvSpPr>
          <p:cNvPr id="7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gray">
          <a:xfrm>
            <a:off x="8002588" y="3902075"/>
            <a:ext cx="317500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E0158C92-7E6E-4C81-AA2F-BD94D95EA1BC}" type="datetime'''''''''''''''''''''2'''',''''''3'''''''''">
              <a:rPr lang="ru-RU" altLang="en-US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2,3</a:t>
            </a:fld>
            <a:endParaRPr lang="ru-RU" dirty="0">
              <a:latin typeface="+mn-lt"/>
            </a:endParaRPr>
          </a:p>
        </p:txBody>
      </p:sp>
      <p:sp>
        <p:nvSpPr>
          <p:cNvPr id="127" name="Текст 4">
            <a:extLst>
              <a:ext uri="{FF2B5EF4-FFF2-40B4-BE49-F238E27FC236}">
                <a16:creationId xmlns:a16="http://schemas.microsoft.com/office/drawing/2014/main" id="{D988315B-CD83-4EE7-800C-ED4020BA21A8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7935913" y="5186363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8E00984-4BA6-4709-A9D3-8FA5D8B62F21}" type="datetime'''2''''''0''24'''''''''''''''''''''''''''''''''''''''">
              <a:rPr lang="ru-RU" altLang="en-US" sz="1400" smtClean="0"/>
              <a:pPr/>
              <a:t>2024</a:t>
            </a:fld>
            <a:endParaRPr lang="ru-RU" sz="1400" dirty="0"/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gray">
          <a:xfrm>
            <a:off x="8963025" y="3578225"/>
            <a:ext cx="307975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AB3BC782-B61D-4954-964A-178D3C5CAA6C}" type="datetime'''''''''''''2'''''''''''''''''''''''''''''',''7'''''''''">
              <a:rPr lang="ru-RU" altLang="en-US" smtClean="0">
                <a:effectLst/>
                <a:latin typeface="+mn-lt"/>
              </a:rPr>
              <a:pPr/>
              <a:t>2,7</a:t>
            </a:fld>
            <a:endParaRPr lang="ru-RU" dirty="0">
              <a:latin typeface="+mn-lt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68408238-5637-4509-B957-6EA6C251DCAE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8894763" y="5186363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31010C4-092A-403A-A43D-2D4D854DBFB3}" type="datetime'''''''20''''''''''2''''''''''''''''5'''">
              <a:rPr lang="ru-RU" altLang="en-US" sz="1400" smtClean="0"/>
              <a:pPr/>
              <a:t>2025</a:t>
            </a:fld>
            <a:endParaRPr lang="ru-RU" sz="1400" dirty="0"/>
          </a:p>
        </p:txBody>
      </p:sp>
      <p:sp>
        <p:nvSpPr>
          <p:cNvPr id="139" name="Текст 4">
            <a:extLst>
              <a:ext uri="{FF2B5EF4-FFF2-40B4-BE49-F238E27FC236}">
                <a16:creationId xmlns:a16="http://schemas.microsoft.com/office/drawing/2014/main" id="{280F28E9-198A-4997-AC7D-46FDA1601F6E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gray">
          <a:xfrm>
            <a:off x="9929813" y="3289300"/>
            <a:ext cx="290513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783322FD-B5C5-46EE-886D-E2FAEA19B3A7}" type="datetime'''''''''''''''''''''''3'''''''''''''',''''''''1'">
              <a:rPr lang="ru-RU" altLang="en-US" smtClean="0">
                <a:effectLst/>
                <a:latin typeface="+mn-lt"/>
              </a:rPr>
              <a:pPr/>
              <a:t>3,1</a:t>
            </a:fld>
            <a:endParaRPr lang="ru-RU" dirty="0">
              <a:latin typeface="+mn-lt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50FC2C2C-BBE0-4D12-A051-55E413F9A933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9850438" y="5186363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D73A0FF-FEFD-4C6D-801B-D55E404EA427}" type="datetime'''''''2''0''''''''''''''''''''''''''''''''''''26'''''''''">
              <a:rPr lang="ru-RU" altLang="en-US" sz="1400" smtClean="0"/>
              <a:pPr/>
              <a:t>2026</a:t>
            </a:fld>
            <a:endParaRPr lang="ru-RU" sz="1400" dirty="0"/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8BD8E297-9F41-DF86-2627-D3F80FD1F62B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10871200" y="3025775"/>
            <a:ext cx="322263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82DE7A5-5998-4B68-A055-6ED868FAFA09}" type="datetime'''''''3'''''',''''''''''''''''6''''''''''''''''''''''''''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3,6</a:t>
            </a:fld>
            <a:endParaRPr lang="ru-RU" dirty="0">
              <a:latin typeface="+mn-lt"/>
            </a:endParaRPr>
          </a:p>
        </p:txBody>
      </p:sp>
      <p:sp>
        <p:nvSpPr>
          <p:cNvPr id="130" name="Текст 4">
            <a:extLst>
              <a:ext uri="{FF2B5EF4-FFF2-40B4-BE49-F238E27FC236}">
                <a16:creationId xmlns:a16="http://schemas.microsoft.com/office/drawing/2014/main" id="{321D505A-005C-4272-8288-6702548137D4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10814050" y="5186363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5F38C9B-584D-4F82-A449-A8D5D68E238B}" type="datetime'''''''''''20''''''''''''''''''''2''''7'''''''''''''''''''">
              <a:rPr lang="ru-RU" altLang="en-US" sz="1400" smtClean="0"/>
              <a:pPr/>
              <a:t>2027</a:t>
            </a:fld>
            <a:endParaRPr lang="ru-RU" sz="1400" dirty="0"/>
          </a:p>
        </p:txBody>
      </p:sp>
      <p:sp>
        <p:nvSpPr>
          <p:cNvPr id="131" name="Текст 4">
            <a:extLst>
              <a:ext uri="{FF2B5EF4-FFF2-40B4-BE49-F238E27FC236}">
                <a16:creationId xmlns:a16="http://schemas.microsoft.com/office/drawing/2014/main" id="{41070A4A-8103-4785-8C7F-C48A82BACAD2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gray">
          <a:xfrm>
            <a:off x="6986588" y="392747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427544-345D-4AA6-A69E-DC62F03F9F87}" type="datetime'''''2''''''''''4'',''''''''''4'''''''''''''''''''''''''''''''">
              <a:rPr lang="ru-RU" altLang="en-US" sz="1400" smtClean="0"/>
              <a:pPr/>
              <a:t>24,4</a:t>
            </a:fld>
            <a:endParaRPr lang="ru-RU" sz="1400" dirty="0"/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DA406097-5B25-4A7E-91EE-F3B0451FDD0A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gray">
          <a:xfrm>
            <a:off x="7962900" y="3667125"/>
            <a:ext cx="3968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DE1D4D-516D-4C93-86E1-E2C2C1A150F4}" type="datetime'''''''''''3''''''''2'''''',''''''1'''''''''''''''''''''''">
              <a:rPr lang="ru-RU" altLang="en-US" sz="1400" smtClean="0"/>
              <a:pPr/>
              <a:t>32,1</a:t>
            </a:fld>
            <a:endParaRPr lang="ru-RU" sz="1400" dirty="0"/>
          </a:p>
        </p:txBody>
      </p:sp>
      <p:sp>
        <p:nvSpPr>
          <p:cNvPr id="133" name="Текст 4">
            <a:extLst>
              <a:ext uri="{FF2B5EF4-FFF2-40B4-BE49-F238E27FC236}">
                <a16:creationId xmlns:a16="http://schemas.microsoft.com/office/drawing/2014/main" id="{64BBCD43-7FE9-4E74-A0BA-B4E517792D6B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gray">
          <a:xfrm>
            <a:off x="8915401" y="3343275"/>
            <a:ext cx="4048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5376F28-0249-4D8C-BE3E-4C9A9C5CDE45}" type="datetime'''''''''''''4''''''''''''''''''1'''''''''''''',5'''''''''">
              <a:rPr lang="ru-RU" altLang="en-US" sz="1400" smtClean="0"/>
              <a:pPr/>
              <a:t>41,5</a:t>
            </a:fld>
            <a:endParaRPr lang="ru-RU" sz="1400" dirty="0"/>
          </a:p>
        </p:txBody>
      </p:sp>
      <p:sp>
        <p:nvSpPr>
          <p:cNvPr id="134" name="Текст 4">
            <a:extLst>
              <a:ext uri="{FF2B5EF4-FFF2-40B4-BE49-F238E27FC236}">
                <a16:creationId xmlns:a16="http://schemas.microsoft.com/office/drawing/2014/main" id="{F0551531-40C2-40B9-90B2-9EB6749ADB50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gray">
          <a:xfrm>
            <a:off x="9858375" y="3054350"/>
            <a:ext cx="4333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247D22B-910A-4B9A-9960-68799DA42693}" type="datetime'''50'''''''''''''',''''0'''''''''''''''''''''''''''''">
              <a:rPr lang="ru-RU" altLang="en-US" sz="1400" smtClean="0"/>
              <a:pPr/>
              <a:t>50,0</a:t>
            </a:fld>
            <a:endParaRPr lang="ru-RU" sz="1400" dirty="0"/>
          </a:p>
        </p:txBody>
      </p:sp>
      <p:sp>
        <p:nvSpPr>
          <p:cNvPr id="135" name="Текст 4">
            <a:extLst>
              <a:ext uri="{FF2B5EF4-FFF2-40B4-BE49-F238E27FC236}">
                <a16:creationId xmlns:a16="http://schemas.microsoft.com/office/drawing/2014/main" id="{1A964065-9727-49D0-AA6A-6E2D6C3DC127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gray">
          <a:xfrm>
            <a:off x="10820400" y="2790825"/>
            <a:ext cx="4222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233E612-417C-4869-8A0A-DD33001DF26F}" type="datetime'57,''''9'''''''''''''''''''''''''''''''''''''''''''''''''">
              <a:rPr lang="ru-RU" altLang="en-US" sz="1400" smtClean="0"/>
              <a:pPr/>
              <a:t>57,9</a:t>
            </a:fld>
            <a:endParaRPr lang="ru-RU" sz="1400" baseline="30000" dirty="0"/>
          </a:p>
        </p:txBody>
      </p:sp>
      <p:sp>
        <p:nvSpPr>
          <p:cNvPr id="20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auto">
          <a:xfrm>
            <a:off x="7369175" y="3201988"/>
            <a:ext cx="627063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5C66E099-DFE4-4D4B-A49B-0D5F2BAA81D2}" type="datetime'+''''''3''''''''''1%'''''''''''">
              <a:rPr lang="ru-RU" altLang="en-US" b="1" smtClean="0">
                <a:effectLst/>
                <a:latin typeface="+mn-lt"/>
              </a:rPr>
              <a:pPr/>
              <a:t>+31%</a:t>
            </a:fld>
            <a:endParaRPr lang="ru-RU" b="1" dirty="0">
              <a:latin typeface="+mn-lt"/>
            </a:endParaRPr>
          </a:p>
        </p:txBody>
      </p:sp>
      <p:sp>
        <p:nvSpPr>
          <p:cNvPr id="142" name="Текст 4">
            <a:extLst>
              <a:ext uri="{FF2B5EF4-FFF2-40B4-BE49-F238E27FC236}">
                <a16:creationId xmlns:a16="http://schemas.microsoft.com/office/drawing/2014/main" id="{ED5387ED-97EF-4115-9FCA-A5C8FC9C3890}"/>
              </a:ext>
            </a:extLst>
          </p:cNvPr>
          <p:cNvSpPr>
            <a:spLocks noGrp="1"/>
          </p:cNvSpPr>
          <p:nvPr>
            <p:custDataLst>
              <p:tags r:id="rId56"/>
            </p:custDataLst>
          </p:nvPr>
        </p:nvSpPr>
        <p:spPr bwMode="auto">
          <a:xfrm>
            <a:off x="9266238" y="2619375"/>
            <a:ext cx="660400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AB7F71A6-8576-47ED-8544-BE2952981709}" type="datetime'''+''2''''''''''''''''''''''2''''''''''''''''''''''%'''''''">
              <a:rPr lang="ru-RU" altLang="en-US" b="1" smtClean="0">
                <a:effectLst/>
                <a:latin typeface="+mn-lt"/>
              </a:rPr>
              <a:pPr/>
              <a:t>+22%</a:t>
            </a:fld>
            <a:endParaRPr lang="ru-RU" b="1" dirty="0">
              <a:latin typeface="+mn-lt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EF59253-EF24-4775-929B-00301C9E8483}"/>
              </a:ext>
            </a:extLst>
          </p:cNvPr>
          <p:cNvSpPr/>
          <p:nvPr/>
        </p:nvSpPr>
        <p:spPr>
          <a:xfrm>
            <a:off x="677334" y="1780548"/>
            <a:ext cx="5223404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ru-RU" sz="1400" b="1" dirty="0">
                <a:solidFill>
                  <a:schemeClr val="tx1"/>
                </a:solidFill>
              </a:rPr>
              <a:t>Рынок </a:t>
            </a:r>
            <a:r>
              <a:rPr lang="en-US" sz="1400" b="1" dirty="0">
                <a:solidFill>
                  <a:schemeClr val="tx1"/>
                </a:solidFill>
              </a:rPr>
              <a:t>Communication &amp; Collaboration, </a:t>
            </a:r>
            <a:r>
              <a:rPr lang="ru-RU" sz="1400" b="1" dirty="0">
                <a:solidFill>
                  <a:schemeClr val="tx1"/>
                </a:solidFill>
              </a:rPr>
              <a:t>млрд руб.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98568C1-21FA-43C3-BFE7-86E2299B5DF6}"/>
              </a:ext>
            </a:extLst>
          </p:cNvPr>
          <p:cNvSpPr/>
          <p:nvPr/>
        </p:nvSpPr>
        <p:spPr>
          <a:xfrm>
            <a:off x="6309784" y="1780548"/>
            <a:ext cx="5223404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ru-RU" sz="1400" b="1" dirty="0">
                <a:solidFill>
                  <a:schemeClr val="tx1"/>
                </a:solidFill>
              </a:rPr>
              <a:t>Рынок </a:t>
            </a:r>
            <a:r>
              <a:rPr lang="en-US" sz="1400" b="1" dirty="0">
                <a:solidFill>
                  <a:schemeClr val="tx1"/>
                </a:solidFill>
              </a:rPr>
              <a:t>Communication &amp; Collaboration, </a:t>
            </a:r>
            <a:r>
              <a:rPr lang="ru-RU" sz="1400" b="1" dirty="0">
                <a:solidFill>
                  <a:schemeClr val="tx2"/>
                </a:solidFill>
              </a:rPr>
              <a:t>российские игроки</a:t>
            </a:r>
            <a:r>
              <a:rPr lang="ru-RU" sz="1400" b="1" dirty="0">
                <a:solidFill>
                  <a:schemeClr val="tx1"/>
                </a:solidFill>
              </a:rPr>
              <a:t>, млрд руб.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2B5E365-5A25-4D65-83F6-CC8B22A55743}"/>
              </a:ext>
            </a:extLst>
          </p:cNvPr>
          <p:cNvCxnSpPr/>
          <p:nvPr/>
        </p:nvCxnSpPr>
        <p:spPr>
          <a:xfrm flipH="1">
            <a:off x="6096000" y="1777434"/>
            <a:ext cx="0" cy="3564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8261449C-8FD7-4BBA-BE28-BD38918476D0}"/>
              </a:ext>
            </a:extLst>
          </p:cNvPr>
          <p:cNvSpPr/>
          <p:nvPr/>
        </p:nvSpPr>
        <p:spPr>
          <a:xfrm>
            <a:off x="6741886" y="5466877"/>
            <a:ext cx="979714" cy="49356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47%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sz="1000" dirty="0">
                <a:solidFill>
                  <a:schemeClr val="tx1"/>
                </a:solidFill>
              </a:rPr>
              <a:t>рынка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EB67B796-A140-4B04-A1B0-C86D952D7243}"/>
              </a:ext>
            </a:extLst>
          </p:cNvPr>
          <p:cNvSpPr/>
          <p:nvPr/>
        </p:nvSpPr>
        <p:spPr>
          <a:xfrm>
            <a:off x="10553474" y="5466877"/>
            <a:ext cx="979714" cy="49356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84%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sz="1000" dirty="0">
                <a:solidFill>
                  <a:schemeClr val="tx1"/>
                </a:solidFill>
              </a:rPr>
              <a:t>рынка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FDAE32C-49AC-470F-8FCA-3BE8D69A6F36}"/>
              </a:ext>
            </a:extLst>
          </p:cNvPr>
          <p:cNvCxnSpPr>
            <a:stCxn id="183" idx="3"/>
            <a:endCxn id="184" idx="1"/>
          </p:cNvCxnSpPr>
          <p:nvPr/>
        </p:nvCxnSpPr>
        <p:spPr>
          <a:xfrm>
            <a:off x="7850322" y="5713662"/>
            <a:ext cx="2574431" cy="0"/>
          </a:xfrm>
          <a:prstGeom prst="straightConnector1">
            <a:avLst/>
          </a:prstGeom>
          <a:ln w="1270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Oval 200">
            <a:extLst>
              <a:ext uri="{FF2B5EF4-FFF2-40B4-BE49-F238E27FC236}">
                <a16:creationId xmlns:a16="http://schemas.microsoft.com/office/drawing/2014/main" id="{33C20051-4C98-453D-B6C1-6AF3099F77A8}"/>
              </a:ext>
            </a:extLst>
          </p:cNvPr>
          <p:cNvSpPr/>
          <p:nvPr/>
        </p:nvSpPr>
        <p:spPr>
          <a:xfrm>
            <a:off x="746161" y="6010817"/>
            <a:ext cx="609527" cy="20610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AD3B4A2F-D7B3-4AA5-A18B-9A4D92FD70A4}"/>
              </a:ext>
            </a:extLst>
          </p:cNvPr>
          <p:cNvSpPr/>
          <p:nvPr/>
        </p:nvSpPr>
        <p:spPr>
          <a:xfrm>
            <a:off x="1379538" y="6006145"/>
            <a:ext cx="2208212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i="1" dirty="0">
                <a:solidFill>
                  <a:schemeClr val="tx1"/>
                </a:solidFill>
              </a:rPr>
              <a:t>CAGR, %</a:t>
            </a:r>
            <a:endParaRPr lang="ru-RU" sz="1400" i="1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C64CDF0-224E-41A0-BA8A-B43EBFE876A6}"/>
              </a:ext>
            </a:extLst>
          </p:cNvPr>
          <p:cNvSpPr/>
          <p:nvPr/>
        </p:nvSpPr>
        <p:spPr>
          <a:xfrm>
            <a:off x="2343701" y="6006145"/>
            <a:ext cx="8623299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en-US" sz="1400" i="1" dirty="0">
                <a:solidFill>
                  <a:schemeClr val="tx1"/>
                </a:solidFill>
              </a:rPr>
              <a:t>* </a:t>
            </a:r>
            <a:r>
              <a:rPr lang="ru-RU" sz="1400" i="1" dirty="0">
                <a:solidFill>
                  <a:schemeClr val="tx1"/>
                </a:solidFill>
              </a:rPr>
              <a:t>Офисное ПО здесь и далее – редакторы документов и облачное хранилище (диск)</a:t>
            </a:r>
          </a:p>
        </p:txBody>
      </p:sp>
    </p:spTree>
    <p:extLst>
      <p:ext uri="{BB962C8B-B14F-4D97-AF65-F5344CB8AC3E}">
        <p14:creationId xmlns:p14="http://schemas.microsoft.com/office/powerpoint/2010/main" val="27753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02238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think-cell Slide" r:id="rId32" imgW="405" imgH="405" progId="TCLayout.ActiveDocument.1">
                  <p:embed/>
                </p:oleObj>
              </mc:Choice>
              <mc:Fallback>
                <p:oleObj name="think-cell Slide" r:id="rId32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Ставим себе амбициозную цель – быть одним из лидеров</a:t>
            </a:r>
            <a:br>
              <a:rPr lang="ru-RU" sz="2800" dirty="0"/>
            </a:br>
            <a:r>
              <a:rPr lang="ru-RU" sz="2800" dirty="0"/>
              <a:t>на всех рынках присутствия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1B9BC-03B2-49BF-8FD2-BF33F75D0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DE1744-803E-4708-8F85-3A4872A0B160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70" name="Chart 69">
            <a:extLst>
              <a:ext uri="{FF2B5EF4-FFF2-40B4-BE49-F238E27FC236}">
                <a16:creationId xmlns:a16="http://schemas.microsoft.com/office/drawing/2014/main" id="{1B06D984-0BF2-40F6-BDC2-6D237782392A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287742267"/>
              </p:ext>
            </p:extLst>
          </p:nvPr>
        </p:nvGraphicFramePr>
        <p:xfrm>
          <a:off x="595313" y="2484438"/>
          <a:ext cx="4997450" cy="3090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A33562C4-A3ED-4D3D-BB41-7D5EA6A074A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851275" y="5195888"/>
            <a:ext cx="96839" cy="14605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2C7F46-3F67-44EA-B37E-193F1922A47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51275" y="5195888"/>
            <a:ext cx="39689" cy="14605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282C66-15E2-45D4-AAA4-276A2BA24D8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908425" y="5195888"/>
            <a:ext cx="39689" cy="14605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203CF6-2B12-4EF1-A2CB-D92E774EB2B9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 flipV="1">
            <a:off x="1482725" y="4086226"/>
            <a:ext cx="1611313" cy="1571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0B0366F-0996-47DB-BAF0-C609D740131D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 flipV="1">
            <a:off x="3094038" y="2151063"/>
            <a:ext cx="1609725" cy="19351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Прямая соединительная линия 90">
            <a:extLst>
              <a:ext uri="{FF2B5EF4-FFF2-40B4-BE49-F238E27FC236}">
                <a16:creationId xmlns:a16="http://schemas.microsoft.com/office/drawing/2014/main" id="{94EF6C07-A056-A967-299B-1389639860E1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H="1">
            <a:off x="1854200" y="4899025"/>
            <a:ext cx="984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Текст 4">
            <a:extLst>
              <a:ext uri="{FF2B5EF4-FFF2-40B4-BE49-F238E27FC236}">
                <a16:creationId xmlns:a16="http://schemas.microsoft.com/office/drawing/2014/main" id="{CB32527C-7C85-1E8F-D975-4F6E31CB0CD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1547813" y="4814888"/>
            <a:ext cx="319088" cy="234950"/>
          </a:xfrm>
          <a:prstGeom prst="rect">
            <a:avLst/>
          </a:prstGeom>
          <a:solidFill>
            <a:srgbClr val="00747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C60E4D7-DFF2-4A65-AF11-DDB700F81FA0}" type="datetime'''''''''''''''''''''''''''''''0'''''''',''''''''''''''2'">
              <a:rPr lang="ru-RU" altLang="en-US" smtClean="0">
                <a:solidFill>
                  <a:schemeClr val="bg1"/>
                </a:solidFill>
                <a:effectLst/>
                <a:latin typeface="+mn-lt"/>
              </a:rPr>
              <a:pPr/>
              <a:t>0,2</a:t>
            </a:fld>
            <a:endParaRPr lang="ru-RU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FCBDD6D3-C325-4BB9-8F81-D90E64FA215B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996950" y="5432425"/>
            <a:ext cx="9731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A9A5E1-9D53-4D23-BD5A-4466EC8443FC}" type="datetime'2''''''''''''0''2''''3,'' ''''Ф''''акт'''''''''''''''''''">
              <a:rPr lang="ru-RU" altLang="en-US" sz="1400" smtClean="0"/>
              <a:pPr/>
              <a:t>2023, Факт</a:t>
            </a:fld>
            <a:endParaRPr lang="ru-RU" sz="1400" dirty="0"/>
          </a:p>
        </p:txBody>
      </p:sp>
      <p:sp>
        <p:nvSpPr>
          <p:cNvPr id="78" name="Текст 4">
            <a:extLst>
              <a:ext uri="{FF2B5EF4-FFF2-40B4-BE49-F238E27FC236}">
                <a16:creationId xmlns:a16="http://schemas.microsoft.com/office/drawing/2014/main" id="{10A7ABC3-FDAD-FD6E-B0B6-4CBBE6B953E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3157538" y="4627563"/>
            <a:ext cx="322263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346E74A7-C34E-4709-B3C6-4F7CDA5198BB}" type="datetime'''''''''''''''''''0'''''''''''',''''3'''''''''''''''">
              <a:rPr lang="ru-RU" altLang="en-US" smtClean="0">
                <a:effectLst/>
                <a:latin typeface="+mn-lt"/>
              </a:rPr>
              <a:pPr/>
              <a:t>0,3</a:t>
            </a:fld>
            <a:endParaRPr lang="ru-RU" dirty="0">
              <a:latin typeface="+mn-lt"/>
            </a:endParaRPr>
          </a:p>
        </p:txBody>
      </p:sp>
      <p:sp>
        <p:nvSpPr>
          <p:cNvPr id="79" name="Текст 4">
            <a:extLst>
              <a:ext uri="{FF2B5EF4-FFF2-40B4-BE49-F238E27FC236}">
                <a16:creationId xmlns:a16="http://schemas.microsoft.com/office/drawing/2014/main" id="{FED66D11-32A4-5A29-3E20-E25F99243A8A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2709863" y="4668838"/>
            <a:ext cx="322263" cy="234950"/>
          </a:xfrm>
          <a:prstGeom prst="rect">
            <a:avLst/>
          </a:prstGeom>
          <a:solidFill>
            <a:srgbClr val="00747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BE9336EC-3245-456C-AACE-A58F5E9FAFFE}" type="datetime'0'''''''''''',''''''''''''''3'''''''''''''''">
              <a:rPr lang="ru-RU" altLang="en-US" smtClean="0">
                <a:solidFill>
                  <a:schemeClr val="bg1"/>
                </a:solidFill>
                <a:effectLst/>
                <a:latin typeface="+mn-lt"/>
              </a:rPr>
              <a:pPr/>
              <a:t>0,3</a:t>
            </a:fld>
            <a:endParaRPr lang="ru-RU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24872B49-0EF0-46A6-8C21-69F0DEED4B46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2473325" y="5432425"/>
            <a:ext cx="12430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400" dirty="0"/>
              <a:t>202</a:t>
            </a:r>
            <a:r>
              <a:rPr lang="en-US" sz="1400" dirty="0"/>
              <a:t>4, </a:t>
            </a:r>
            <a:r>
              <a:rPr lang="ru-RU" sz="1400" dirty="0"/>
              <a:t>Бюджет</a:t>
            </a:r>
          </a:p>
        </p:txBody>
      </p:sp>
      <p:sp>
        <p:nvSpPr>
          <p:cNvPr id="82" name="Текст 4">
            <a:extLst>
              <a:ext uri="{FF2B5EF4-FFF2-40B4-BE49-F238E27FC236}">
                <a16:creationId xmlns:a16="http://schemas.microsoft.com/office/drawing/2014/main" id="{9D1E7B2B-91C7-24FD-2462-A3D5DB1D9320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541838" y="2741613"/>
            <a:ext cx="323850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5171C084-B344-48B0-BE6A-C7D9269A708D}" type="datetime'''''''''0'''''''''''''''''''''''''''''''''''',''9'''''''''''''">
              <a:rPr lang="ru-RU" altLang="en-US" smtClean="0">
                <a:effectLst/>
                <a:latin typeface="+mn-lt"/>
              </a:rPr>
              <a:pPr/>
              <a:t>0,9</a:t>
            </a:fld>
            <a:endParaRPr lang="ru-RU" dirty="0">
              <a:latin typeface="+mn-lt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2E3AF87F-C311-4DAA-9D0A-C903D23B96D4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4221163" y="5432425"/>
            <a:ext cx="9667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BFBBA5-D9A9-4374-8918-4DA395AFBC3D}" type="datetime'2''''02''''''''''7'''''','' ''''''''''''''''''Ц''е''ль'''''''">
              <a:rPr lang="ru-RU" altLang="en-US" sz="1400" smtClean="0"/>
              <a:pPr/>
              <a:t>2027, Цель</a:t>
            </a:fld>
            <a:endParaRPr lang="ru-RU" sz="1400" dirty="0"/>
          </a:p>
        </p:txBody>
      </p:sp>
      <p:sp>
        <p:nvSpPr>
          <p:cNvPr id="87" name="Текст 4">
            <a:extLst>
              <a:ext uri="{FF2B5EF4-FFF2-40B4-BE49-F238E27FC236}">
                <a16:creationId xmlns:a16="http://schemas.microsoft.com/office/drawing/2014/main" id="{5519FC92-B672-4465-11FF-82FA23A0BBD6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1323975" y="4579938"/>
            <a:ext cx="319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AE5BCB3-5478-4735-A0F9-AC94BA8107AD}" type="datetime'''''''''''''2'''''''''''''''''''''''''',''''6'''''''''''''''''">
              <a:rPr lang="ru-RU" altLang="en-US" sz="1400" smtClean="0"/>
              <a:pPr/>
              <a:t>2,6</a:t>
            </a:fld>
            <a:endParaRPr lang="ru-RU" sz="1400" dirty="0"/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D8EB5680-80E2-43A8-B5EB-4055E3CAE358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2933700" y="4392613"/>
            <a:ext cx="3222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3404555-D95F-4FBC-B69A-9FD23E8049BB}" type="datetime'''3'''''',''''''''''''''''''''''''''''''''''''6'''''''">
              <a:rPr lang="ru-RU" altLang="en-US" sz="1400" smtClean="0"/>
              <a:pPr/>
              <a:t>3,6</a:t>
            </a:fld>
            <a:endParaRPr lang="ru-RU" sz="1400" baseline="30000" dirty="0"/>
          </a:p>
        </p:txBody>
      </p:sp>
      <p:sp>
        <p:nvSpPr>
          <p:cNvPr id="85" name="Текст 4">
            <a:extLst>
              <a:ext uri="{FF2B5EF4-FFF2-40B4-BE49-F238E27FC236}">
                <a16:creationId xmlns:a16="http://schemas.microsoft.com/office/drawing/2014/main" id="{443E6414-3D77-79F3-BF84-BA2A9C51E864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4500563" y="2506663"/>
            <a:ext cx="4064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DF0734D3-FC9B-4C2B-B487-B01C6B263913}" type="datetime'''1''''''''6'',''''''''''4''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16,4</a:t>
            </a:fld>
            <a:endParaRPr lang="ru-RU" dirty="0">
              <a:latin typeface="+mn-lt"/>
            </a:endParaRPr>
          </a:p>
        </p:txBody>
      </p:sp>
      <p:sp>
        <p:nvSpPr>
          <p:cNvPr id="67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2935288" y="5138738"/>
            <a:ext cx="319088" cy="234950"/>
          </a:xfrm>
          <a:prstGeom prst="rect">
            <a:avLst/>
          </a:prstGeom>
          <a:solidFill>
            <a:srgbClr val="3D454E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ADC48FD7-586D-4A27-866A-88289510AB72}" type="datetime'''''''''''''''0,''''2'''">
              <a:rPr lang="ru-RU" altLang="en-US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0,2</a:t>
            </a:fld>
            <a:endParaRPr lang="ru-RU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7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1971675" y="3997325"/>
            <a:ext cx="633413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A4DAB609-426E-45E9-AC8D-68C5084BA27A}" type="datetime'''''''''''''''''+''''''''41''''''%'''''''''''''''''''''''''">
              <a:rPr lang="ru-RU" altLang="en-US" b="1" smtClean="0">
                <a:effectLst/>
                <a:latin typeface="+mn-lt"/>
              </a:rPr>
              <a:pPr/>
              <a:t>+41%</a:t>
            </a:fld>
            <a:endParaRPr lang="ru-RU" b="1" dirty="0">
              <a:latin typeface="+mn-lt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3565525" y="2951163"/>
            <a:ext cx="668338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+mn-lt"/>
              </a:rPr>
              <a:t>+62%</a:t>
            </a:r>
            <a:endParaRPr lang="ru-RU" b="1" dirty="0">
              <a:latin typeface="+mn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D80976-A257-4A5B-ABA2-A192A3B99A37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749300" y="57038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F77B8C-3882-4A4A-A25B-F2DE1384435A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2408238" y="5703888"/>
            <a:ext cx="250825" cy="187325"/>
          </a:xfrm>
          <a:prstGeom prst="rect">
            <a:avLst/>
          </a:prstGeom>
          <a:solidFill>
            <a:srgbClr val="0074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949978C-E3E3-476F-B58E-FF8E9C147517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535363" y="570388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952D332-A695-44B1-AA43-60F231E707CC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62463" y="5703888"/>
            <a:ext cx="250825" cy="187325"/>
          </a:xfrm>
          <a:prstGeom prst="rect">
            <a:avLst/>
          </a:prstGeom>
          <a:solidFill>
            <a:srgbClr val="3D454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AAC7108E-4C41-42BF-BE8F-6F5C26E876EF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1050925" y="5683250"/>
            <a:ext cx="12557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93AABFC-2B22-47CF-AFF2-4344916E61C2}" type="datetime'''''''М''ес''с''''''е''н''''джер''''''''''''''''''ы'''">
              <a:rPr lang="ru-RU" altLang="en-US" sz="1400" smtClean="0"/>
              <a:pPr/>
              <a:t>Мессенджеры</a:t>
            </a:fld>
            <a:endParaRPr lang="ru-RU" sz="1400" dirty="0"/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F305A63E-E673-44DB-A911-C38943C37029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2709863" y="5683250"/>
            <a:ext cx="7239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B27B99B-66E0-47E9-8C53-6F0E5A4B24E9}" type="datetime'''В''К''''''''С'''','''''''''''''''' ''П''''''''''О'">
              <a:rPr lang="ru-RU" altLang="en-US" sz="1400" smtClean="0"/>
              <a:pPr/>
              <a:t>ВКС, ПО</a:t>
            </a:fld>
            <a:endParaRPr lang="ru-RU" sz="1400" dirty="0"/>
          </a:p>
        </p:txBody>
      </p:sp>
      <p:sp>
        <p:nvSpPr>
          <p:cNvPr id="170" name="Текст 4">
            <a:extLst>
              <a:ext uri="{FF2B5EF4-FFF2-40B4-BE49-F238E27FC236}">
                <a16:creationId xmlns:a16="http://schemas.microsoft.com/office/drawing/2014/main" id="{006CA52B-94BA-45FA-8752-D35EA5BA765E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3836988" y="5683250"/>
            <a:ext cx="5238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7F5263D-FBBC-4D50-9A9B-B132C4886F7B}" type="datetime'По''''''''''''''''''ч''''''''''та'''''''''''''">
              <a:rPr lang="ru-RU" altLang="en-US" sz="1400" smtClean="0"/>
              <a:pPr/>
              <a:t>Почта</a:t>
            </a:fld>
            <a:endParaRPr lang="ru-RU" sz="1400" dirty="0"/>
          </a:p>
        </p:txBody>
      </p:sp>
      <p:sp>
        <p:nvSpPr>
          <p:cNvPr id="178" name="Текст 4">
            <a:extLst>
              <a:ext uri="{FF2B5EF4-FFF2-40B4-BE49-F238E27FC236}">
                <a16:creationId xmlns:a16="http://schemas.microsoft.com/office/drawing/2014/main" id="{7414C600-A30C-419F-8B76-AA89BB8F44BB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4764088" y="5683250"/>
            <a:ext cx="11033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8E37D3E-B74A-4CEF-AFB9-F2B68D51BEDB}" type="datetime'О''''''''''''''''''ф''и''с''''н''''''''ое'''''' ''ПО'''''">
              <a:rPr lang="ru-RU" altLang="en-US" sz="1400" smtClean="0"/>
              <a:pPr/>
              <a:t>Офисное ПО</a:t>
            </a:fld>
            <a:endParaRPr lang="ru-RU" sz="14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7A9830-7BB8-4A99-BA60-41FD5F7196A2}"/>
              </a:ext>
            </a:extLst>
          </p:cNvPr>
          <p:cNvSpPr/>
          <p:nvPr/>
        </p:nvSpPr>
        <p:spPr>
          <a:xfrm>
            <a:off x="677334" y="6312252"/>
            <a:ext cx="11062888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tx1"/>
                </a:solidFill>
              </a:rPr>
              <a:t>Источники: 1. Данные о фактической выручке 2023 г.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EF59253-EF24-4775-929B-00301C9E8483}"/>
              </a:ext>
            </a:extLst>
          </p:cNvPr>
          <p:cNvSpPr/>
          <p:nvPr/>
        </p:nvSpPr>
        <p:spPr>
          <a:xfrm>
            <a:off x="677334" y="1780547"/>
            <a:ext cx="4997450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ru-RU" sz="1400" b="1" dirty="0">
                <a:solidFill>
                  <a:schemeClr val="tx1"/>
                </a:solidFill>
              </a:rPr>
              <a:t>Выручка</a:t>
            </a:r>
            <a:r>
              <a:rPr lang="en-US" sz="1400" b="1" dirty="0">
                <a:solidFill>
                  <a:schemeClr val="tx1"/>
                </a:solidFill>
              </a:rPr>
              <a:t> VK </a:t>
            </a:r>
            <a:r>
              <a:rPr lang="en-US" sz="1400" b="1" dirty="0" err="1">
                <a:solidFill>
                  <a:schemeClr val="tx1"/>
                </a:solidFill>
              </a:rPr>
              <a:t>WorkSpace</a:t>
            </a:r>
            <a:r>
              <a:rPr lang="en-US" sz="1400" b="1" dirty="0">
                <a:solidFill>
                  <a:schemeClr val="tx1"/>
                </a:solidFill>
              </a:rPr>
              <a:t>, </a:t>
            </a:r>
            <a:r>
              <a:rPr lang="ru-RU" sz="1400" b="1" dirty="0">
                <a:solidFill>
                  <a:schemeClr val="tx1"/>
                </a:solidFill>
              </a:rPr>
              <a:t>млрд руб.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98568C1-21FA-43C3-BFE7-86E2299B5DF6}"/>
              </a:ext>
            </a:extLst>
          </p:cNvPr>
          <p:cNvSpPr/>
          <p:nvPr/>
        </p:nvSpPr>
        <p:spPr>
          <a:xfrm>
            <a:off x="5772150" y="1780548"/>
            <a:ext cx="335914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ru-RU" sz="1400" b="1" dirty="0">
                <a:solidFill>
                  <a:schemeClr val="tx1"/>
                </a:solidFill>
              </a:rPr>
              <a:t>Целевая доля и позиция </a:t>
            </a:r>
            <a:br>
              <a:rPr lang="ru-RU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VK </a:t>
            </a:r>
            <a:r>
              <a:rPr lang="en-US" sz="1400" b="1" dirty="0" err="1">
                <a:solidFill>
                  <a:schemeClr val="tx1"/>
                </a:solidFill>
              </a:rPr>
              <a:t>WorkSpace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2C40295-B83C-449D-8ED6-4ECE7BD72BD5}"/>
              </a:ext>
            </a:extLst>
          </p:cNvPr>
          <p:cNvSpPr/>
          <p:nvPr/>
        </p:nvSpPr>
        <p:spPr>
          <a:xfrm>
            <a:off x="5772151" y="2312477"/>
            <a:ext cx="3359149" cy="493569"/>
          </a:xfrm>
          <a:prstGeom prst="roundRect">
            <a:avLst/>
          </a:prstGeom>
          <a:noFill/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400" b="1" dirty="0">
                <a:solidFill>
                  <a:schemeClr val="tx1"/>
                </a:solidFill>
              </a:rPr>
              <a:t>2023 г. </a:t>
            </a:r>
            <a:r>
              <a:rPr lang="en-US" sz="1400" b="1" dirty="0">
                <a:solidFill>
                  <a:schemeClr val="tx1"/>
                </a:solidFill>
              </a:rPr>
              <a:t>→ </a:t>
            </a:r>
            <a:r>
              <a:rPr lang="ru-RU" sz="1400" b="1" dirty="0">
                <a:solidFill>
                  <a:schemeClr val="tx1"/>
                </a:solidFill>
              </a:rPr>
              <a:t>2027 г.</a:t>
            </a:r>
            <a:endParaRPr lang="ru-RU" sz="800" b="1" dirty="0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29B27FA2-087F-4AA6-B9A9-E7C8FC2767CC}"/>
              </a:ext>
            </a:extLst>
          </p:cNvPr>
          <p:cNvSpPr/>
          <p:nvPr/>
        </p:nvSpPr>
        <p:spPr>
          <a:xfrm>
            <a:off x="9378950" y="1780548"/>
            <a:ext cx="2154238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ru-RU" sz="1400" b="1" dirty="0">
                <a:solidFill>
                  <a:schemeClr val="tx1"/>
                </a:solidFill>
              </a:rPr>
              <a:t>Лидер на 2023 г. среди РФ решений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br>
              <a:rPr lang="ru-RU" sz="1400" b="1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ru-RU" sz="1400" dirty="0">
                <a:solidFill>
                  <a:schemeClr val="tx1"/>
                </a:solidFill>
              </a:rPr>
              <a:t>% рынка, включая зарубежные решения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ru-RU" sz="1400" dirty="0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084F0CC-CE79-4F05-9211-F4903A2CC218}"/>
              </a:ext>
            </a:extLst>
          </p:cNvPr>
          <p:cNvGrpSpPr/>
          <p:nvPr/>
        </p:nvGrpSpPr>
        <p:grpSpPr>
          <a:xfrm>
            <a:off x="9370787" y="2907088"/>
            <a:ext cx="2162401" cy="2277544"/>
            <a:chOff x="9370787" y="2907088"/>
            <a:chExt cx="3359149" cy="2277544"/>
          </a:xfrm>
        </p:grpSpPr>
        <p:sp>
          <p:nvSpPr>
            <p:cNvPr id="197" name="Rectangle: Rounded Corners 196">
              <a:extLst>
                <a:ext uri="{FF2B5EF4-FFF2-40B4-BE49-F238E27FC236}">
                  <a16:creationId xmlns:a16="http://schemas.microsoft.com/office/drawing/2014/main" id="{0C119FE2-0362-4D1E-92F2-DB7FDA49339D}"/>
                </a:ext>
              </a:extLst>
            </p:cNvPr>
            <p:cNvSpPr/>
            <p:nvPr/>
          </p:nvSpPr>
          <p:spPr>
            <a:xfrm>
              <a:off x="9370787" y="2907088"/>
              <a:ext cx="3359149" cy="493569"/>
            </a:xfrm>
            <a:prstGeom prst="roundRect">
              <a:avLst/>
            </a:prstGeom>
            <a:solidFill>
              <a:srgbClr val="00E9FF">
                <a:alpha val="20000"/>
              </a:srgbClr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err="1">
                  <a:solidFill>
                    <a:schemeClr val="tx1"/>
                  </a:solidFill>
                </a:rPr>
                <a:t>eXpress</a:t>
              </a:r>
              <a:r>
                <a:rPr lang="en-US" sz="1600" dirty="0">
                  <a:solidFill>
                    <a:schemeClr val="tx1"/>
                  </a:solidFill>
                </a:rPr>
                <a:t> (45%)</a:t>
              </a:r>
              <a:r>
                <a:rPr lang="ru-RU" sz="1600" baseline="30000" dirty="0">
                  <a:solidFill>
                    <a:schemeClr val="tx1"/>
                  </a:solidFill>
                </a:rPr>
                <a:t>(1)</a:t>
              </a:r>
              <a:endParaRPr lang="ru-RU" sz="1400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50C3D563-EBAA-4FE1-B3E5-D5F5F2E99167}"/>
                </a:ext>
              </a:extLst>
            </p:cNvPr>
            <p:cNvSpPr/>
            <p:nvPr/>
          </p:nvSpPr>
          <p:spPr>
            <a:xfrm>
              <a:off x="9370787" y="3501699"/>
              <a:ext cx="3359149" cy="493569"/>
            </a:xfrm>
            <a:prstGeom prst="roundRect">
              <a:avLst/>
            </a:prstGeom>
            <a:solidFill>
              <a:srgbClr val="00747F">
                <a:alpha val="20000"/>
              </a:srgbClr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err="1">
                  <a:solidFill>
                    <a:schemeClr val="tx1"/>
                  </a:solidFill>
                </a:rPr>
                <a:t>TrueConf</a:t>
              </a:r>
              <a:r>
                <a:rPr lang="en-US" sz="1600" dirty="0">
                  <a:solidFill>
                    <a:schemeClr val="tx1"/>
                  </a:solidFill>
                </a:rPr>
                <a:t> (</a:t>
              </a:r>
              <a:r>
                <a:rPr lang="ru-RU" sz="1600" dirty="0">
                  <a:solidFill>
                    <a:schemeClr val="tx1"/>
                  </a:solidFill>
                </a:rPr>
                <a:t>28</a:t>
              </a:r>
              <a:r>
                <a:rPr lang="en-US" sz="1600" dirty="0">
                  <a:solidFill>
                    <a:schemeClr val="tx1"/>
                  </a:solidFill>
                </a:rPr>
                <a:t>%)</a:t>
              </a:r>
              <a:r>
                <a:rPr lang="ru-RU" sz="1600" baseline="30000" dirty="0">
                  <a:solidFill>
                    <a:schemeClr val="tx1"/>
                  </a:solidFill>
                </a:rPr>
                <a:t>(1)</a:t>
              </a:r>
              <a:endParaRPr lang="ru-RU" sz="1400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33E68616-D1B4-4A3C-AAD3-D2FDD3C1D8AF}"/>
                </a:ext>
              </a:extLst>
            </p:cNvPr>
            <p:cNvSpPr/>
            <p:nvPr/>
          </p:nvSpPr>
          <p:spPr>
            <a:xfrm>
              <a:off x="9370787" y="4691063"/>
              <a:ext cx="3359149" cy="493569"/>
            </a:xfrm>
            <a:prstGeom prst="roundRect">
              <a:avLst/>
            </a:prstGeom>
            <a:solidFill>
              <a:srgbClr val="3D454E">
                <a:alpha val="20000"/>
              </a:srgbClr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600" dirty="0">
                  <a:solidFill>
                    <a:schemeClr val="tx1"/>
                  </a:solidFill>
                </a:rPr>
                <a:t>Р7 (12%)</a:t>
              </a:r>
              <a:r>
                <a:rPr lang="ru-RU" sz="1600" baseline="30000" dirty="0">
                  <a:solidFill>
                    <a:schemeClr val="tx1"/>
                  </a:solidFill>
                </a:rPr>
                <a:t>(1)</a:t>
              </a:r>
              <a:endParaRPr lang="ru-RU" sz="1400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200" name="Rectangle: Rounded Corners 199">
              <a:extLst>
                <a:ext uri="{FF2B5EF4-FFF2-40B4-BE49-F238E27FC236}">
                  <a16:creationId xmlns:a16="http://schemas.microsoft.com/office/drawing/2014/main" id="{3A1FCE0F-D147-4682-A298-5011C7EA3B0A}"/>
                </a:ext>
              </a:extLst>
            </p:cNvPr>
            <p:cNvSpPr/>
            <p:nvPr/>
          </p:nvSpPr>
          <p:spPr>
            <a:xfrm>
              <a:off x="9370787" y="4096310"/>
              <a:ext cx="3359149" cy="493713"/>
            </a:xfrm>
            <a:prstGeom prst="roundRect">
              <a:avLst/>
            </a:prstGeom>
            <a:solidFill>
              <a:srgbClr val="7C8A9A">
                <a:alpha val="20000"/>
              </a:srgbClr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600" dirty="0">
                  <a:solidFill>
                    <a:schemeClr val="tx1"/>
                  </a:solidFill>
                </a:rPr>
                <a:t>Яндекс</a:t>
              </a:r>
              <a:r>
                <a:rPr lang="en-US" sz="1600" dirty="0">
                  <a:solidFill>
                    <a:schemeClr val="tx1"/>
                  </a:solidFill>
                </a:rPr>
                <a:t> (</a:t>
              </a:r>
              <a:r>
                <a:rPr lang="ru-RU" sz="1600" dirty="0">
                  <a:solidFill>
                    <a:schemeClr val="tx1"/>
                  </a:solidFill>
                </a:rPr>
                <a:t>1</a:t>
              </a:r>
              <a:r>
                <a:rPr lang="en-US" sz="1600" dirty="0">
                  <a:solidFill>
                    <a:schemeClr val="tx1"/>
                  </a:solidFill>
                </a:rPr>
                <a:t>6%)</a:t>
              </a:r>
              <a:endParaRPr lang="ru-RU" sz="1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A0298940-D028-44FE-9370-4E75761F0126}"/>
              </a:ext>
            </a:extLst>
          </p:cNvPr>
          <p:cNvSpPr/>
          <p:nvPr/>
        </p:nvSpPr>
        <p:spPr>
          <a:xfrm>
            <a:off x="5772151" y="2907088"/>
            <a:ext cx="3359149" cy="493569"/>
          </a:xfrm>
          <a:prstGeom prst="roundRect">
            <a:avLst/>
          </a:prstGeom>
          <a:solidFill>
            <a:srgbClr val="00E9FF">
              <a:alpha val="20000"/>
            </a:srgbClr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8% → </a:t>
            </a:r>
            <a:r>
              <a:rPr lang="ru-RU" sz="1400" dirty="0">
                <a:solidFill>
                  <a:schemeClr val="tx1"/>
                </a:solidFill>
              </a:rPr>
              <a:t>2</a:t>
            </a:r>
            <a:r>
              <a:rPr lang="en-US" sz="1400" dirty="0">
                <a:solidFill>
                  <a:schemeClr val="tx1"/>
                </a:solidFill>
              </a:rPr>
              <a:t>4</a:t>
            </a:r>
            <a:r>
              <a:rPr lang="ru-RU" sz="1400" dirty="0">
                <a:solidFill>
                  <a:schemeClr val="tx1"/>
                </a:solidFill>
              </a:rPr>
              <a:t>% рынка</a:t>
            </a:r>
          </a:p>
          <a:p>
            <a:pPr algn="r"/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ru-RU" sz="1400" dirty="0">
                <a:solidFill>
                  <a:schemeClr val="tx1"/>
                </a:solidFill>
              </a:rPr>
              <a:t>Топ-10 </a:t>
            </a: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ru-RU" sz="1400" dirty="0">
                <a:solidFill>
                  <a:schemeClr val="tx1"/>
                </a:solidFill>
              </a:rPr>
              <a:t>топ-2 игрок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1AE37A0A-EC11-A613-B8B6-28703E61AB63}"/>
              </a:ext>
            </a:extLst>
          </p:cNvPr>
          <p:cNvSpPr/>
          <p:nvPr/>
        </p:nvSpPr>
        <p:spPr>
          <a:xfrm>
            <a:off x="5867401" y="2938429"/>
            <a:ext cx="1351164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ru-RU" sz="1400" b="1" dirty="0" err="1">
                <a:solidFill>
                  <a:schemeClr val="tx1"/>
                </a:solidFill>
              </a:rPr>
              <a:t>Мессен</a:t>
            </a:r>
            <a:r>
              <a:rPr lang="ru-RU" sz="1400" b="1" dirty="0">
                <a:solidFill>
                  <a:schemeClr val="tx1"/>
                </a:solidFill>
              </a:rPr>
              <a:t>-</a:t>
            </a:r>
          </a:p>
          <a:p>
            <a:r>
              <a:rPr lang="ru-RU" sz="1400" b="1" dirty="0" err="1">
                <a:solidFill>
                  <a:schemeClr val="tx1"/>
                </a:solidFill>
              </a:rPr>
              <a:t>джеры</a:t>
            </a:r>
            <a:endParaRPr lang="ru-RU" sz="1400" b="1" dirty="0">
              <a:solidFill>
                <a:schemeClr val="tx1"/>
              </a:solidFill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AD0EB14-2857-E3D6-9170-A1D73FD91D5F}"/>
              </a:ext>
            </a:extLst>
          </p:cNvPr>
          <p:cNvGrpSpPr/>
          <p:nvPr/>
        </p:nvGrpSpPr>
        <p:grpSpPr>
          <a:xfrm>
            <a:off x="5772151" y="3501699"/>
            <a:ext cx="3359149" cy="493569"/>
            <a:chOff x="5772151" y="3501699"/>
            <a:chExt cx="3359149" cy="493569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E31F7A03-FD0A-4A1D-BEC3-9655CC2865CA}"/>
                </a:ext>
              </a:extLst>
            </p:cNvPr>
            <p:cNvSpPr/>
            <p:nvPr/>
          </p:nvSpPr>
          <p:spPr>
            <a:xfrm>
              <a:off x="5772151" y="3501699"/>
              <a:ext cx="3359149" cy="493569"/>
            </a:xfrm>
            <a:prstGeom prst="roundRect">
              <a:avLst/>
            </a:prstGeom>
            <a:solidFill>
              <a:srgbClr val="00747F">
                <a:alpha val="20000"/>
              </a:srgbClr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2% → </a:t>
              </a:r>
              <a:r>
                <a:rPr lang="ru-RU" sz="1400" dirty="0">
                  <a:solidFill>
                    <a:schemeClr val="tx1"/>
                  </a:solidFill>
                </a:rPr>
                <a:t>1</a:t>
              </a:r>
              <a:r>
                <a:rPr lang="en-US" sz="1400" dirty="0">
                  <a:solidFill>
                    <a:schemeClr val="tx1"/>
                  </a:solidFill>
                </a:rPr>
                <a:t>4</a:t>
              </a:r>
              <a:r>
                <a:rPr lang="ru-RU" sz="1400" dirty="0">
                  <a:solidFill>
                    <a:schemeClr val="tx1"/>
                  </a:solidFill>
                </a:rPr>
                <a:t>% рынка</a:t>
              </a:r>
              <a:br>
                <a:rPr lang="ru-RU" sz="1400" dirty="0">
                  <a:solidFill>
                    <a:schemeClr val="tx1"/>
                  </a:solidFill>
                </a:rPr>
              </a:br>
              <a:r>
                <a:rPr lang="ru-RU" sz="1400" dirty="0">
                  <a:solidFill>
                    <a:schemeClr val="tx1"/>
                  </a:solidFill>
                </a:rPr>
                <a:t>Топ-10 </a:t>
              </a:r>
              <a:r>
                <a:rPr lang="en-US" sz="1400" dirty="0">
                  <a:solidFill>
                    <a:schemeClr val="tx1"/>
                  </a:solidFill>
                </a:rPr>
                <a:t>→</a:t>
              </a:r>
              <a:r>
                <a:rPr lang="ru-RU" sz="1400" dirty="0">
                  <a:solidFill>
                    <a:schemeClr val="tx1"/>
                  </a:solidFill>
                </a:rPr>
                <a:t> топ-3 игрок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71">
              <a:extLst>
                <a:ext uri="{FF2B5EF4-FFF2-40B4-BE49-F238E27FC236}">
                  <a16:creationId xmlns:a16="http://schemas.microsoft.com/office/drawing/2014/main" id="{D3AACF0A-C72E-F54A-AA31-B06C1D9FD0B5}"/>
                </a:ext>
              </a:extLst>
            </p:cNvPr>
            <p:cNvSpPr/>
            <p:nvPr/>
          </p:nvSpPr>
          <p:spPr>
            <a:xfrm>
              <a:off x="5858528" y="3641301"/>
              <a:ext cx="819244" cy="2154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r>
                <a:rPr lang="ru-RU" sz="1400" b="1" dirty="0">
                  <a:solidFill>
                    <a:schemeClr val="tx1"/>
                  </a:solidFill>
                </a:rPr>
                <a:t>ВКС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39AC9FF-0001-226F-AEF8-CEAE9A7069D6}"/>
              </a:ext>
            </a:extLst>
          </p:cNvPr>
          <p:cNvGrpSpPr/>
          <p:nvPr/>
        </p:nvGrpSpPr>
        <p:grpSpPr>
          <a:xfrm>
            <a:off x="5772151" y="4096310"/>
            <a:ext cx="3359149" cy="493713"/>
            <a:chOff x="5772151" y="4096310"/>
            <a:chExt cx="3359149" cy="493713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D9EED55A-BB68-49C8-8A97-7477C3BAF879}"/>
                </a:ext>
              </a:extLst>
            </p:cNvPr>
            <p:cNvSpPr/>
            <p:nvPr/>
          </p:nvSpPr>
          <p:spPr>
            <a:xfrm>
              <a:off x="5772151" y="4096310"/>
              <a:ext cx="3359149" cy="493713"/>
            </a:xfrm>
            <a:prstGeom prst="roundRect">
              <a:avLst/>
            </a:prstGeom>
            <a:solidFill>
              <a:srgbClr val="7C8A9A">
                <a:alpha val="20000"/>
              </a:srgbClr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15%</a:t>
              </a:r>
              <a:r>
                <a:rPr lang="ru-RU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→ </a:t>
              </a:r>
              <a:r>
                <a:rPr lang="ru-RU" sz="1400" dirty="0">
                  <a:solidFill>
                    <a:schemeClr val="tx1"/>
                  </a:solidFill>
                </a:rPr>
                <a:t>40% рынка</a:t>
              </a:r>
            </a:p>
            <a:p>
              <a:pPr algn="r"/>
              <a:r>
                <a:rPr lang="ru-RU" sz="1400" dirty="0">
                  <a:solidFill>
                    <a:schemeClr val="tx1"/>
                  </a:solidFill>
                </a:rPr>
                <a:t>Топ-</a:t>
              </a:r>
              <a:r>
                <a:rPr lang="en-US" sz="1400" dirty="0">
                  <a:solidFill>
                    <a:schemeClr val="tx1"/>
                  </a:solidFill>
                </a:rPr>
                <a:t>2/</a:t>
              </a:r>
              <a:r>
                <a:rPr lang="ru-RU" sz="1400" dirty="0">
                  <a:solidFill>
                    <a:schemeClr val="tx1"/>
                  </a:solidFill>
                </a:rPr>
                <a:t>3</a:t>
              </a:r>
              <a:r>
                <a:rPr lang="en-US" sz="1400" dirty="0">
                  <a:solidFill>
                    <a:schemeClr val="tx1"/>
                  </a:solidFill>
                </a:rPr>
                <a:t> → </a:t>
              </a:r>
              <a:r>
                <a:rPr lang="ru-RU" sz="1400" dirty="0">
                  <a:solidFill>
                    <a:schemeClr val="tx1"/>
                  </a:solidFill>
                </a:rPr>
                <a:t>Топ-1 игрок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71">
              <a:extLst>
                <a:ext uri="{FF2B5EF4-FFF2-40B4-BE49-F238E27FC236}">
                  <a16:creationId xmlns:a16="http://schemas.microsoft.com/office/drawing/2014/main" id="{A37A7676-7C7C-B8E2-0420-D87E4D27C8AD}"/>
                </a:ext>
              </a:extLst>
            </p:cNvPr>
            <p:cNvSpPr/>
            <p:nvPr/>
          </p:nvSpPr>
          <p:spPr>
            <a:xfrm>
              <a:off x="5867401" y="4240089"/>
              <a:ext cx="819244" cy="2154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r>
                <a:rPr lang="ru-RU" sz="1400" b="1" dirty="0">
                  <a:solidFill>
                    <a:schemeClr val="tx1"/>
                  </a:solidFill>
                </a:rPr>
                <a:t>Почта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E129204-55E9-24A9-8AA6-8FD7FEDC0A41}"/>
              </a:ext>
            </a:extLst>
          </p:cNvPr>
          <p:cNvGrpSpPr/>
          <p:nvPr/>
        </p:nvGrpSpPr>
        <p:grpSpPr>
          <a:xfrm>
            <a:off x="5772151" y="4691063"/>
            <a:ext cx="3359149" cy="493569"/>
            <a:chOff x="5772151" y="4691063"/>
            <a:chExt cx="3359149" cy="493569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6B7462F4-96FB-4646-9FC6-FF4B7E93B269}"/>
                </a:ext>
              </a:extLst>
            </p:cNvPr>
            <p:cNvSpPr/>
            <p:nvPr/>
          </p:nvSpPr>
          <p:spPr>
            <a:xfrm>
              <a:off x="5772151" y="4691063"/>
              <a:ext cx="3359149" cy="493569"/>
            </a:xfrm>
            <a:prstGeom prst="roundRect">
              <a:avLst/>
            </a:prstGeom>
            <a:solidFill>
              <a:srgbClr val="3D454E">
                <a:alpha val="20000"/>
              </a:srgbClr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&lt;1% → 20</a:t>
              </a:r>
              <a:r>
                <a:rPr lang="ru-RU" sz="1400" dirty="0">
                  <a:solidFill>
                    <a:schemeClr val="tx1"/>
                  </a:solidFill>
                </a:rPr>
                <a:t>% рынка</a:t>
              </a:r>
            </a:p>
            <a:p>
              <a:pPr algn="r"/>
              <a:r>
                <a:rPr lang="ru-RU" sz="1400" dirty="0">
                  <a:solidFill>
                    <a:schemeClr val="tx1"/>
                  </a:solidFill>
                </a:rPr>
                <a:t>Топ-10 </a:t>
              </a:r>
              <a:r>
                <a:rPr lang="en-US" sz="1400" dirty="0">
                  <a:solidFill>
                    <a:schemeClr val="tx1"/>
                  </a:solidFill>
                </a:rPr>
                <a:t>→ </a:t>
              </a:r>
              <a:r>
                <a:rPr lang="ru-RU" sz="1400" dirty="0">
                  <a:solidFill>
                    <a:schemeClr val="tx1"/>
                  </a:solidFill>
                </a:rPr>
                <a:t>Топ 2 игрок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71">
              <a:extLst>
                <a:ext uri="{FF2B5EF4-FFF2-40B4-BE49-F238E27FC236}">
                  <a16:creationId xmlns:a16="http://schemas.microsoft.com/office/drawing/2014/main" id="{70DDB12B-18AE-6EB8-D0FB-06EDBD7E902A}"/>
                </a:ext>
              </a:extLst>
            </p:cNvPr>
            <p:cNvSpPr/>
            <p:nvPr/>
          </p:nvSpPr>
          <p:spPr>
            <a:xfrm>
              <a:off x="5873217" y="4722404"/>
              <a:ext cx="819244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r>
                <a:rPr lang="ru-RU" sz="1400" b="1" dirty="0">
                  <a:solidFill>
                    <a:schemeClr val="tx1"/>
                  </a:solidFill>
                </a:rPr>
                <a:t>Офисное ПО</a:t>
              </a:r>
            </a:p>
          </p:txBody>
        </p:sp>
      </p:grpSp>
      <p:sp>
        <p:nvSpPr>
          <p:cNvPr id="219" name="Oval 200">
            <a:extLst>
              <a:ext uri="{FF2B5EF4-FFF2-40B4-BE49-F238E27FC236}">
                <a16:creationId xmlns:a16="http://schemas.microsoft.com/office/drawing/2014/main" id="{F77E9ADF-B925-EA8E-F7ED-CBF1CB6DEF50}"/>
              </a:ext>
            </a:extLst>
          </p:cNvPr>
          <p:cNvSpPr/>
          <p:nvPr/>
        </p:nvSpPr>
        <p:spPr>
          <a:xfrm>
            <a:off x="746161" y="6001221"/>
            <a:ext cx="609527" cy="20610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0" name="Rectangle 201">
            <a:extLst>
              <a:ext uri="{FF2B5EF4-FFF2-40B4-BE49-F238E27FC236}">
                <a16:creationId xmlns:a16="http://schemas.microsoft.com/office/drawing/2014/main" id="{E7B87A4E-5736-C375-B9C3-05D4AD79E689}"/>
              </a:ext>
            </a:extLst>
          </p:cNvPr>
          <p:cNvSpPr/>
          <p:nvPr/>
        </p:nvSpPr>
        <p:spPr>
          <a:xfrm>
            <a:off x="1379538" y="5989098"/>
            <a:ext cx="2208212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i="1" dirty="0">
                <a:solidFill>
                  <a:schemeClr val="tx1"/>
                </a:solidFill>
              </a:rPr>
              <a:t>CAGR, %</a:t>
            </a:r>
            <a:endParaRPr lang="ru-RU" sz="14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313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9036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think-cell Slide" r:id="rId42" imgW="405" imgH="405" progId="TCLayout.ActiveDocument.1">
                  <p:embed/>
                </p:oleObj>
              </mc:Choice>
              <mc:Fallback>
                <p:oleObj name="think-cell Slide" r:id="rId42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97C0CB-E602-4D7F-AE50-DE3BBE8C030F}"/>
              </a:ext>
            </a:extLst>
          </p:cNvPr>
          <p:cNvCxnSpPr>
            <a:cxnSpLocks/>
          </p:cNvCxnSpPr>
          <p:nvPr/>
        </p:nvCxnSpPr>
        <p:spPr>
          <a:xfrm flipH="1">
            <a:off x="9310255" y="3607922"/>
            <a:ext cx="2565222" cy="161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92150"/>
            <a:ext cx="10936587" cy="644241"/>
          </a:xfrm>
        </p:spPr>
        <p:txBody>
          <a:bodyPr vert="horz"/>
          <a:lstStyle/>
          <a:p>
            <a:r>
              <a:rPr lang="ru-RU" sz="2800" dirty="0"/>
              <a:t>Прогноз:  выручка от </a:t>
            </a:r>
            <a:r>
              <a:rPr lang="en-US" sz="2800" dirty="0"/>
              <a:t>VK WorkSpace SaaS </a:t>
            </a:r>
            <a:r>
              <a:rPr lang="ru-RU" sz="2800" dirty="0"/>
              <a:t>будет расти быстрее, чем от </a:t>
            </a:r>
            <a:r>
              <a:rPr lang="en-US" sz="2800" dirty="0"/>
              <a:t>on-prem</a:t>
            </a:r>
            <a:endParaRPr lang="ru-RU" sz="2800" dirty="0"/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fld id="{68DE1744-803E-4708-8F85-3A4872A0B160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6" name="Rectangle 114">
            <a:extLst>
              <a:ext uri="{FF2B5EF4-FFF2-40B4-BE49-F238E27FC236}">
                <a16:creationId xmlns:a16="http://schemas.microsoft.com/office/drawing/2014/main" id="{3B7E6B05-50E1-4D9D-9DA3-7D3498AEEA0C}"/>
              </a:ext>
            </a:extLst>
          </p:cNvPr>
          <p:cNvSpPr/>
          <p:nvPr/>
        </p:nvSpPr>
        <p:spPr>
          <a:xfrm>
            <a:off x="677334" y="1788789"/>
            <a:ext cx="5040000" cy="430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400" b="1" dirty="0">
                <a:solidFill>
                  <a:schemeClr val="tx1"/>
                </a:solidFill>
              </a:rPr>
              <a:t>Объемы рынка, </a:t>
            </a:r>
            <a:r>
              <a:rPr lang="en-US" sz="1400" b="1" dirty="0">
                <a:solidFill>
                  <a:schemeClr val="tx1"/>
                </a:solidFill>
              </a:rPr>
              <a:t>Communication &amp; Collaboration </a:t>
            </a:r>
            <a:r>
              <a:rPr lang="ru-RU" sz="1400" b="1" dirty="0">
                <a:solidFill>
                  <a:schemeClr val="tx1"/>
                </a:solidFill>
              </a:rPr>
              <a:t>по модели поставки, млрд руб. 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823CCD2-95A3-4B09-9028-C12C45C8141A}"/>
              </a:ext>
            </a:extLst>
          </p:cNvPr>
          <p:cNvSpPr/>
          <p:nvPr/>
        </p:nvSpPr>
        <p:spPr>
          <a:xfrm>
            <a:off x="3255963" y="5941237"/>
            <a:ext cx="609527" cy="20634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5CA2B4-9CDD-4269-95C6-DC95F268A1E4}"/>
              </a:ext>
            </a:extLst>
          </p:cNvPr>
          <p:cNvSpPr/>
          <p:nvPr/>
        </p:nvSpPr>
        <p:spPr>
          <a:xfrm>
            <a:off x="3938620" y="5949950"/>
            <a:ext cx="1588754" cy="187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i="1" dirty="0">
                <a:solidFill>
                  <a:schemeClr val="tx1"/>
                </a:solidFill>
              </a:rPr>
              <a:t>CAGR 2024-2027,</a:t>
            </a:r>
            <a:r>
              <a:rPr lang="ru-RU" sz="1200" i="1" dirty="0">
                <a:solidFill>
                  <a:schemeClr val="tx1"/>
                </a:solidFill>
              </a:rPr>
              <a:t> </a:t>
            </a:r>
            <a:r>
              <a:rPr lang="en-US" sz="1200" i="1" dirty="0">
                <a:solidFill>
                  <a:schemeClr val="tx1"/>
                </a:solidFill>
              </a:rPr>
              <a:t>%</a:t>
            </a:r>
            <a:endParaRPr lang="ru-RU" sz="1200" i="1" dirty="0">
              <a:solidFill>
                <a:schemeClr val="tx1"/>
              </a:solidFill>
            </a:endParaRP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BF33D25C-9409-4ED4-99C2-E31873F46B8B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657225" y="2657475"/>
          <a:ext cx="4241800" cy="2935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8A30E84A-94E2-4A8B-AF3E-CBDCCA75C42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409950" y="5437188"/>
            <a:ext cx="96839" cy="14605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89D5777-C148-4340-A715-66CBD6A0742B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467100" y="5437188"/>
            <a:ext cx="39689" cy="14605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D6E55E8-9F32-4167-BF07-7F934F2CBBD1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409950" y="5437188"/>
            <a:ext cx="39689" cy="14605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1A9480FB-28D0-4B3D-8A11-1C5AD5879030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2508249" y="456565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592FDD9-51F2-4FDA-8FBD-66BE4CC60F92}" type="datetime'''3''''''''''''''''''''''''''5'''''''''''',''4'''''">
              <a:rPr lang="ru-RU" altLang="en-US" sz="1400" smtClean="0">
                <a:solidFill>
                  <a:schemeClr val="bg1"/>
                </a:solidFill>
              </a:rPr>
              <a:pPr/>
              <a:t>35,4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BCEAB67C-0B29-4B5C-AEF1-6259669400D7}" type="datetime'''''''''''''''''''''''''6''''''''''''''3''%'''''">
              <a:rPr lang="ru-RU" altLang="en-US" sz="1400" smtClean="0">
                <a:solidFill>
                  <a:schemeClr val="bg1"/>
                </a:solidFill>
              </a:rPr>
              <a:pPr/>
              <a:t>63%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D18ECA8B-CCC4-46E8-8361-C673110998E7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2552700" y="556895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D4EBAD1-8257-4184-A224-08CAB560A9B8}" type="datetime'''''''''''''''''2''''''''0''''''''''''''''''''2''4'''''''''">
              <a:rPr lang="ru-RU" altLang="en-US" sz="1400" smtClean="0"/>
              <a:pPr/>
              <a:t>2024</a:t>
            </a:fld>
            <a:endParaRPr lang="ru-RU" sz="1400" dirty="0"/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EBB4F989-6C1A-4AA9-9CF8-1A3B180E0F2B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3863975" y="3054350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7B022DF-3E03-4C8E-8078-E6FC5E19A50B}" type="datetime'2''''''7,''''4'''''''''''''''''''''''''">
              <a:rPr lang="ru-RU" altLang="en-US" sz="1400" smtClean="0">
                <a:solidFill>
                  <a:schemeClr val="bg1"/>
                </a:solidFill>
              </a:rPr>
              <a:pPr/>
              <a:t>27,4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EA725C6D-B3EC-4797-A966-78ED456F3254}" type="datetime'''''''''''4''0%'''''''''''''">
              <a:rPr lang="ru-RU" altLang="en-US" sz="1400" smtClean="0">
                <a:solidFill>
                  <a:schemeClr val="bg1"/>
                </a:solidFill>
              </a:rPr>
              <a:pPr/>
              <a:t>40%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B7FEEADF-B356-4555-A3AE-F39BD1F0D8F3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3865563" y="4440238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57DD0CE-3446-4E6E-9CC1-86C375217B1E}" type="datetime'''''''''4''''''''1'''''',''''''''''''''''''7'''''''''''''''''">
              <a:rPr lang="ru-RU" altLang="en-US" sz="1400" smtClean="0">
                <a:solidFill>
                  <a:schemeClr val="bg1"/>
                </a:solidFill>
              </a:rPr>
              <a:pPr/>
              <a:t>41,7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FA4D720F-8A43-4A8B-9111-45842A136FF4}" type="datetime'''''''''''''''6''''''''''0''''''%'">
              <a:rPr lang="ru-RU" altLang="en-US" sz="1400" smtClean="0">
                <a:solidFill>
                  <a:schemeClr val="bg1"/>
                </a:solidFill>
              </a:rPr>
              <a:pPr/>
              <a:t>60%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BA3E791C-AE07-405A-A9E6-8EB32DF3104B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1149349" y="3557588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3808908-DA8B-4ACC-B168-711B3DC0D448}" type="datetime'''''''''''''''''''''''''19'''''''''''',''0'''">
              <a:rPr lang="ru-RU" altLang="en-US" sz="1400" smtClean="0">
                <a:solidFill>
                  <a:schemeClr val="bg1"/>
                </a:solidFill>
              </a:rPr>
              <a:pPr/>
              <a:t>19,0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66C8A540-D76E-403F-9D49-DEA033720511}" type="datetime'''''''3''''''''''''''''''6''''''''''''''''''''''''''%'">
              <a:rPr lang="ru-RU" altLang="en-US" sz="1400" smtClean="0">
                <a:solidFill>
                  <a:schemeClr val="bg1"/>
                </a:solidFill>
              </a:rPr>
              <a:pPr/>
              <a:t>36%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A912E3CF-6E26-4EB3-BC40-E13FCDE7E5C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206500" y="3152775"/>
            <a:ext cx="4270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BF076E0-5288-46C7-93B0-9DFB3FAD0B98}" type="datetime'''''''''''''''''''5''''''''''''''''2'''''''''''',''''''''3'">
              <a:rPr lang="ru-RU" altLang="en-US" sz="1400" smtClean="0"/>
              <a:pPr/>
              <a:t>52,3</a:t>
            </a:fld>
            <a:endParaRPr lang="ru-RU" sz="1400" dirty="0"/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4F16A745-25EB-423C-B9C5-EF771696D41B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gray">
          <a:xfrm>
            <a:off x="2513013" y="3438525"/>
            <a:ext cx="5302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BDF6522-2B76-4C1C-880A-9E050D43E151}" type="datetime'''''''2''''''''''''0,''9'''''''''''''''''''''''''''''''">
              <a:rPr lang="ru-RU" altLang="en-US" sz="1400" smtClean="0">
                <a:solidFill>
                  <a:schemeClr val="bg1"/>
                </a:solidFill>
              </a:rPr>
              <a:pPr/>
              <a:t>20,9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F72A8E19-29B0-4A25-A34C-397BEEE7186D}" type="datetime'''3''''''''''''''''''''''''''''''7''''%'''">
              <a:rPr lang="ru-RU" altLang="en-US" sz="1400" smtClean="0">
                <a:solidFill>
                  <a:schemeClr val="bg1"/>
                </a:solidFill>
              </a:rPr>
              <a:pPr/>
              <a:t>37%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6E7AA5B7-0F61-4C9D-90C2-DCF06A72B601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1196975" y="556895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A9772B6-F75E-49D2-8F72-CCD48F248415}" type="datetime'2''''''''''''''''0''''''''''''''''''2''''3'''''''''''''">
              <a:rPr lang="ru-RU" altLang="en-US" sz="1400" smtClean="0"/>
              <a:pPr/>
              <a:t>2023</a:t>
            </a:fld>
            <a:endParaRPr lang="ru-RU" sz="1400" dirty="0"/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6682BFFC-856A-4BCE-949A-2E1EB86CCD5E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1146175" y="4606925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7707604-A7BF-45DF-BEDB-846B17B6EBEA}" type="datetime'''''''''''''''33'''''''''''''''''''''''''''''''''',3'''''">
              <a:rPr lang="ru-RU" altLang="en-US" sz="1400" smtClean="0">
                <a:solidFill>
                  <a:schemeClr val="bg1"/>
                </a:solidFill>
              </a:rPr>
              <a:pPr/>
              <a:t>33,3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9209837A-0182-4D74-9DF4-E585F884CFBD}" type="datetime'''''6''''''''''''''4%'''''''''''''''''''''''">
              <a:rPr lang="ru-RU" altLang="en-US" sz="1400" smtClean="0">
                <a:solidFill>
                  <a:schemeClr val="bg1"/>
                </a:solidFill>
              </a:rPr>
              <a:pPr/>
              <a:t>64%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D46FDF32-2650-44C8-914F-DCC908E5FD21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gray">
          <a:xfrm>
            <a:off x="2563813" y="2995613"/>
            <a:ext cx="4286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60E5158-4722-42BD-A9B3-6C311FC3022E}" type="datetime'''5''''''''''''''''''''''''''''''''''''''''''''6'''''',2'''''">
              <a:rPr lang="ru-RU" altLang="en-US" sz="1400" smtClean="0"/>
              <a:pPr/>
              <a:t>56,2</a:t>
            </a:fld>
            <a:endParaRPr lang="ru-RU" sz="1400" dirty="0"/>
          </a:p>
        </p:txBody>
      </p:sp>
      <p:sp>
        <p:nvSpPr>
          <p:cNvPr id="45" name="Текст 4">
            <a:extLst>
              <a:ext uri="{FF2B5EF4-FFF2-40B4-BE49-F238E27FC236}">
                <a16:creationId xmlns:a16="http://schemas.microsoft.com/office/drawing/2014/main" id="{ACD4AAF1-8881-4B54-A8CB-44EC5C4BE359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935413" y="2479675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68F570F-4286-4354-AFC7-89255EE7357C}" type="datetime'''''''6''9'''''''''''''''''',''''1'''''''''''''''''''">
              <a:rPr lang="ru-RU" altLang="en-US" sz="1400" smtClean="0"/>
              <a:pPr/>
              <a:t>69,1</a:t>
            </a:fld>
            <a:endParaRPr lang="ru-RU" sz="1400" dirty="0"/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6FD5B398-4180-46BF-B120-3CC7070F719D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3919538" y="556895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1BB2C0D-29D1-4C1E-9361-49147899E53F}" type="datetime'''2''''''''''0''''''''''''''''''27'''''''''">
              <a:rPr lang="ru-RU" altLang="en-US" sz="1400" smtClean="0"/>
              <a:pPr/>
              <a:t>2027</a:t>
            </a:fld>
            <a:endParaRPr lang="ru-RU" sz="14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F3A7B8E-36AA-43B9-B5B1-51AB279866E3}"/>
              </a:ext>
            </a:extLst>
          </p:cNvPr>
          <p:cNvSpPr/>
          <p:nvPr/>
        </p:nvSpPr>
        <p:spPr>
          <a:xfrm>
            <a:off x="4781913" y="3113047"/>
            <a:ext cx="886494" cy="361317"/>
          </a:xfrm>
          <a:prstGeom prst="ellipse">
            <a:avLst/>
          </a:prstGeom>
          <a:solidFill>
            <a:srgbClr val="7C8A9A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9,6</a:t>
            </a:r>
            <a:r>
              <a:rPr lang="ru-RU" sz="16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73B8025-82AA-4755-B65A-16312EDFE9C6}"/>
              </a:ext>
            </a:extLst>
          </p:cNvPr>
          <p:cNvSpPr/>
          <p:nvPr/>
        </p:nvSpPr>
        <p:spPr>
          <a:xfrm>
            <a:off x="4778193" y="4496101"/>
            <a:ext cx="889942" cy="361317"/>
          </a:xfrm>
          <a:prstGeom prst="ellipse">
            <a:avLst/>
          </a:prstGeom>
          <a:solidFill>
            <a:srgbClr val="3D454E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5,</a:t>
            </a:r>
            <a:r>
              <a:rPr lang="ru-RU" sz="1600" dirty="0">
                <a:solidFill>
                  <a:schemeClr val="bg1"/>
                </a:solidFill>
              </a:rPr>
              <a:t>6%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6AFA060-CF5E-42E9-81A0-62A077366CE7}"/>
              </a:ext>
            </a:extLst>
          </p:cNvPr>
          <p:cNvCxnSpPr>
            <a:cxnSpLocks/>
          </p:cNvCxnSpPr>
          <p:nvPr/>
        </p:nvCxnSpPr>
        <p:spPr>
          <a:xfrm>
            <a:off x="6091808" y="1755775"/>
            <a:ext cx="0" cy="413226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86508B96-C1B0-44AB-B163-59CF04D32E7B}"/>
              </a:ext>
            </a:extLst>
          </p:cNvPr>
          <p:cNvSpPr/>
          <p:nvPr/>
        </p:nvSpPr>
        <p:spPr>
          <a:xfrm rot="5400000">
            <a:off x="5847870" y="3644900"/>
            <a:ext cx="524332" cy="14763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B8BEB8C-C07F-4A0C-8876-0B4D008D74A8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11213" y="5967413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2B1D322-896F-47DF-8701-03026C1F97E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633538" y="5967413"/>
            <a:ext cx="250825" cy="187325"/>
          </a:xfrm>
          <a:prstGeom prst="rect">
            <a:avLst/>
          </a:prstGeom>
          <a:solidFill>
            <a:srgbClr val="3D454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F8B7FC9D-A0F1-499B-B98D-5DD017F2F712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1112838" y="5946775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6737951-F939-42C0-A80B-631B1CB0D7E5}" type="datetime'''''''''''''''''''''''''''''''''''''S''a''''''''a''''S'''">
              <a:rPr lang="en-US" altLang="en-US" sz="1400" smtClean="0"/>
              <a:pPr/>
              <a:t>SaaS</a:t>
            </a:fld>
            <a:endParaRPr lang="ru-RU" sz="1400" dirty="0"/>
          </a:p>
        </p:txBody>
      </p:sp>
      <p:sp>
        <p:nvSpPr>
          <p:cNvPr id="67" name="Текст 4">
            <a:extLst>
              <a:ext uri="{FF2B5EF4-FFF2-40B4-BE49-F238E27FC236}">
                <a16:creationId xmlns:a16="http://schemas.microsoft.com/office/drawing/2014/main" id="{EFDFF34A-7F33-4CDC-B5B2-E29FA95E836D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1935163" y="5946775"/>
            <a:ext cx="8429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6E98DC1-DB12-45EE-8408-5D107C4FFA3F}" type="datetime'''O''''''''''''n''-''''''''''''''p''''''''''''r''em'''''">
              <a:rPr lang="en-US" altLang="en-US" sz="1400" smtClean="0"/>
              <a:pPr/>
              <a:t>On-prem</a:t>
            </a:fld>
            <a:r>
              <a:rPr lang="ru-RU" altLang="en-US" sz="1400"/>
              <a:t>*</a:t>
            </a:r>
            <a:endParaRPr lang="ru-RU" sz="1400" dirty="0"/>
          </a:p>
        </p:txBody>
      </p:sp>
      <p:sp>
        <p:nvSpPr>
          <p:cNvPr id="77" name="Rectangle 114">
            <a:extLst>
              <a:ext uri="{FF2B5EF4-FFF2-40B4-BE49-F238E27FC236}">
                <a16:creationId xmlns:a16="http://schemas.microsoft.com/office/drawing/2014/main" id="{BC94E989-7214-42A6-853E-F131B561C130}"/>
              </a:ext>
            </a:extLst>
          </p:cNvPr>
          <p:cNvSpPr/>
          <p:nvPr/>
        </p:nvSpPr>
        <p:spPr>
          <a:xfrm>
            <a:off x="6493188" y="1781175"/>
            <a:ext cx="50400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400" b="1" dirty="0">
                <a:solidFill>
                  <a:schemeClr val="tx1"/>
                </a:solidFill>
              </a:rPr>
              <a:t>Целевая выручка </a:t>
            </a:r>
            <a:r>
              <a:rPr lang="pl-PL" sz="1400" b="1" dirty="0">
                <a:solidFill>
                  <a:schemeClr val="tx1"/>
                </a:solidFill>
              </a:rPr>
              <a:t>VK Tech 2027 г. </a:t>
            </a:r>
            <a:r>
              <a:rPr lang="ru-RU" sz="1400" b="1" dirty="0">
                <a:solidFill>
                  <a:schemeClr val="tx1"/>
                </a:solidFill>
              </a:rPr>
              <a:t>по модели поставки</a:t>
            </a:r>
            <a:r>
              <a:rPr lang="pl-PL" sz="1400" b="1" dirty="0">
                <a:solidFill>
                  <a:schemeClr val="tx1"/>
                </a:solidFill>
              </a:rPr>
              <a:t>, млрд руб.</a:t>
            </a:r>
          </a:p>
        </p:txBody>
      </p:sp>
      <p:sp>
        <p:nvSpPr>
          <p:cNvPr id="80" name="Rectangle 66">
            <a:extLst>
              <a:ext uri="{FF2B5EF4-FFF2-40B4-BE49-F238E27FC236}">
                <a16:creationId xmlns:a16="http://schemas.microsoft.com/office/drawing/2014/main" id="{21B425B1-EDC2-41B3-8D9B-9D3E432326AD}"/>
              </a:ext>
            </a:extLst>
          </p:cNvPr>
          <p:cNvSpPr/>
          <p:nvPr/>
        </p:nvSpPr>
        <p:spPr>
          <a:xfrm>
            <a:off x="667408" y="6488815"/>
            <a:ext cx="100800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000" i="1" dirty="0">
                <a:solidFill>
                  <a:schemeClr val="tx1"/>
                </a:solidFill>
              </a:rPr>
              <a:t>Источники: оценки </a:t>
            </a:r>
            <a:r>
              <a:rPr lang="en-US" sz="1000" i="1" dirty="0">
                <a:solidFill>
                  <a:schemeClr val="tx1"/>
                </a:solidFill>
              </a:rPr>
              <a:t>on-prem </a:t>
            </a:r>
            <a:r>
              <a:rPr lang="ru-RU" sz="1000" i="1" dirty="0">
                <a:solidFill>
                  <a:schemeClr val="tx1"/>
                </a:solidFill>
              </a:rPr>
              <a:t>и </a:t>
            </a:r>
            <a:r>
              <a:rPr lang="en-US" sz="1000" i="1" dirty="0">
                <a:solidFill>
                  <a:schemeClr val="tx1"/>
                </a:solidFill>
              </a:rPr>
              <a:t>SaaS </a:t>
            </a:r>
            <a:r>
              <a:rPr lang="ru-RU" sz="1000" i="1" dirty="0">
                <a:solidFill>
                  <a:schemeClr val="tx1"/>
                </a:solidFill>
              </a:rPr>
              <a:t>на рынках Почты; мессенджерах; ВКС; офисного ПО/</a:t>
            </a:r>
            <a:endParaRPr lang="en-US" sz="1000" i="1" dirty="0">
              <a:solidFill>
                <a:schemeClr val="tx1"/>
              </a:solidFill>
            </a:endParaRPr>
          </a:p>
        </p:txBody>
      </p:sp>
      <p:sp>
        <p:nvSpPr>
          <p:cNvPr id="81" name="Rectangle 66">
            <a:extLst>
              <a:ext uri="{FF2B5EF4-FFF2-40B4-BE49-F238E27FC236}">
                <a16:creationId xmlns:a16="http://schemas.microsoft.com/office/drawing/2014/main" id="{9B9520E5-0684-4FBF-988E-B8D88A220523}"/>
              </a:ext>
            </a:extLst>
          </p:cNvPr>
          <p:cNvSpPr/>
          <p:nvPr/>
        </p:nvSpPr>
        <p:spPr>
          <a:xfrm>
            <a:off x="677334" y="6297712"/>
            <a:ext cx="100800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000" i="1" dirty="0">
                <a:solidFill>
                  <a:schemeClr val="tx1"/>
                </a:solidFill>
              </a:rPr>
              <a:t>* Рынок ВКС </a:t>
            </a:r>
            <a:r>
              <a:rPr lang="en-US" sz="1000" i="1" dirty="0">
                <a:solidFill>
                  <a:schemeClr val="tx1"/>
                </a:solidFill>
              </a:rPr>
              <a:t>on-prem </a:t>
            </a:r>
            <a:r>
              <a:rPr lang="ru-RU" sz="1000" i="1" dirty="0">
                <a:solidFill>
                  <a:schemeClr val="tx1"/>
                </a:solidFill>
              </a:rPr>
              <a:t>включает оборудование – 1</a:t>
            </a:r>
            <a:r>
              <a:rPr lang="en-US" sz="1000" i="1" dirty="0">
                <a:solidFill>
                  <a:schemeClr val="tx1"/>
                </a:solidFill>
              </a:rPr>
              <a:t>,0</a:t>
            </a:r>
            <a:r>
              <a:rPr lang="ru-RU" sz="1000" i="1" dirty="0">
                <a:solidFill>
                  <a:schemeClr val="tx1"/>
                </a:solidFill>
              </a:rPr>
              <a:t> млрд руб. в 2023 г.; </a:t>
            </a:r>
            <a:r>
              <a:rPr lang="en-US" sz="1000" i="1" dirty="0">
                <a:solidFill>
                  <a:schemeClr val="tx1"/>
                </a:solidFill>
              </a:rPr>
              <a:t>1,2</a:t>
            </a:r>
            <a:r>
              <a:rPr lang="ru-RU" sz="1000" i="1" dirty="0">
                <a:solidFill>
                  <a:schemeClr val="tx1"/>
                </a:solidFill>
              </a:rPr>
              <a:t> млрд руб. в 2027 г.</a:t>
            </a:r>
            <a:endParaRPr lang="en-US" sz="1000" i="1" dirty="0">
              <a:solidFill>
                <a:schemeClr val="tx1"/>
              </a:solidFill>
            </a:endParaRPr>
          </a:p>
        </p:txBody>
      </p:sp>
      <p:graphicFrame>
        <p:nvGraphicFramePr>
          <p:cNvPr id="59" name="Chart 3">
            <a:extLst>
              <a:ext uri="{FF2B5EF4-FFF2-40B4-BE49-F238E27FC236}">
                <a16:creationId xmlns:a16="http://schemas.microsoft.com/office/drawing/2014/main" id="{026FE3D2-9342-41E4-0E04-1E20459E8F89}"/>
              </a:ext>
            </a:extLst>
          </p:cNvPr>
          <p:cNvGraphicFramePr/>
          <p:nvPr>
            <p:custDataLst>
              <p:tags r:id="rId23"/>
            </p:custDataLst>
          </p:nvPr>
        </p:nvGraphicFramePr>
        <p:xfrm>
          <a:off x="6410325" y="2657475"/>
          <a:ext cx="4241800" cy="2935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 useBgFill="1">
        <p:nvSpPr>
          <p:cNvPr id="7" name="Полилиния 6">
            <a:extLst>
              <a:ext uri="{FF2B5EF4-FFF2-40B4-BE49-F238E27FC236}">
                <a16:creationId xmlns:a16="http://schemas.microsoft.com/office/drawing/2014/main" id="{3C27516D-1C3C-FA84-F8D5-32AD695D8B93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63050" y="5437188"/>
            <a:ext cx="96839" cy="14605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EA4BB088-1FE7-FF5D-ABC2-53D92D6E2530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220200" y="5437188"/>
            <a:ext cx="39689" cy="14605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7E49C32-DA27-EAA8-AA09-79430786A537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163050" y="5437188"/>
            <a:ext cx="39689" cy="14605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AD705E17-FD94-D577-815B-4F3C2977CFBA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 flipH="1">
            <a:off x="7473950" y="5106988"/>
            <a:ext cx="984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35B76E5-ABDA-472B-8FEB-D88FF9BE9AC6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 flipH="1">
            <a:off x="8832850" y="4957763"/>
            <a:ext cx="984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Текст 4">
            <a:extLst>
              <a:ext uri="{FF2B5EF4-FFF2-40B4-BE49-F238E27FC236}">
                <a16:creationId xmlns:a16="http://schemas.microsoft.com/office/drawing/2014/main" id="{0C8E4F8E-0C68-43CD-8125-49BC2C615EEF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gray">
          <a:xfrm>
            <a:off x="9636125" y="2936875"/>
            <a:ext cx="5095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A26F430-250A-4C1E-B4E9-596ECF9BE7BE}" type="datetime'''5'''''',''''''''1'''''''''''''''''''">
              <a:rPr lang="ru-RU" altLang="en-US" sz="1400" smtClean="0">
                <a:solidFill>
                  <a:schemeClr val="bg1"/>
                </a:solidFill>
              </a:rPr>
              <a:pPr/>
              <a:t>5,1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2F379742-C817-4245-AFF9-D0198ABC53CC}" type="datetime'''''''''''''''''''''''31''%'''''''''''''''">
              <a:rPr lang="ru-RU" altLang="en-US" sz="1400" smtClean="0">
                <a:solidFill>
                  <a:schemeClr val="bg1"/>
                </a:solidFill>
              </a:rPr>
              <a:pPr/>
              <a:t>31%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93" name="Текст 4">
            <a:extLst>
              <a:ext uri="{FF2B5EF4-FFF2-40B4-BE49-F238E27FC236}">
                <a16:creationId xmlns:a16="http://schemas.microsoft.com/office/drawing/2014/main" id="{DFC15D53-00A2-417C-85E8-3C9BF8ECE367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gray">
          <a:xfrm>
            <a:off x="9618663" y="4321175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D454E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B82BF63-F31C-478D-9834-2F82C5E454DD}" type="datetime'''''''''''''''''''''''''11'''''''''''''''''',3'''''''''''''''">
              <a:rPr lang="ru-RU" altLang="en-US" sz="1400" smtClean="0">
                <a:solidFill>
                  <a:schemeClr val="bg1"/>
                </a:solidFill>
              </a:rPr>
              <a:pPr/>
              <a:t>11,3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0C7D795F-3017-4441-BE24-DDE865A16F98}" type="datetime'''''''''69''''''''''''''''''''''%'''''''''''''''''''">
              <a:rPr lang="ru-RU" altLang="en-US" sz="1400" smtClean="0">
                <a:solidFill>
                  <a:schemeClr val="bg1"/>
                </a:solidFill>
              </a:rPr>
              <a:pPr/>
              <a:t>69%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94" name="Текст 4">
            <a:extLst>
              <a:ext uri="{FF2B5EF4-FFF2-40B4-BE49-F238E27FC236}">
                <a16:creationId xmlns:a16="http://schemas.microsoft.com/office/drawing/2014/main" id="{6A4E35A0-BF4A-41BE-98EB-9267B8E20B68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9672638" y="5614988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46F46EE-36BF-4014-94E7-6655D4A27703}" type="datetime'''''''''''''''''''''''''2''''''''''0''2''''''7'">
              <a:rPr lang="ru-RU" altLang="en-US" sz="1400" smtClean="0"/>
              <a:pPr/>
              <a:t>2027</a:t>
            </a:fld>
            <a:endParaRPr lang="ru-RU" sz="1400" dirty="0"/>
          </a:p>
        </p:txBody>
      </p:sp>
      <p:sp>
        <p:nvSpPr>
          <p:cNvPr id="86" name="Текст 4">
            <a:extLst>
              <a:ext uri="{FF2B5EF4-FFF2-40B4-BE49-F238E27FC236}">
                <a16:creationId xmlns:a16="http://schemas.microsoft.com/office/drawing/2014/main" id="{85A052FC-30B9-47BF-8DB9-8283A628BD0B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gray">
          <a:xfrm>
            <a:off x="7572375" y="4872038"/>
            <a:ext cx="5095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3BA81C4-A3B1-4000-9B7A-AB0AA221B44B}" type="datetime'''0'''''''''''''''''''''''',''''''''''''''''''''3'''''''''''">
              <a:rPr lang="ru-RU" altLang="en-US" sz="1400" smtClean="0"/>
              <a:pPr lvl="0">
                <a:spcBef>
                  <a:spcPct val="0"/>
                </a:spcBef>
                <a:spcAft>
                  <a:spcPct val="0"/>
                </a:spcAft>
              </a:pPr>
              <a:t>0,3</a:t>
            </a:fld>
            <a:br>
              <a:rPr lang="ru-RU" altLang="en-US" sz="1400"/>
            </a:br>
            <a:r>
              <a:rPr lang="ru-RU" altLang="en-US" sz="1400"/>
              <a:t>(</a:t>
            </a:r>
            <a:fld id="{89FEF922-5054-4550-B063-F52A8EBB17C2}" type="datetime'''''''''''''''''''''''''''''''1''''''''''''''''''''3''%'''''''">
              <a:rPr lang="ru-RU" altLang="en-US" sz="1400" smtClean="0">
                <a:effectLst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13%</a:t>
            </a:fld>
            <a:r>
              <a:rPr lang="ru-RU" sz="1400"/>
              <a:t>)</a:t>
            </a:r>
            <a:endParaRPr lang="ru-RU" sz="1400" dirty="0"/>
          </a:p>
        </p:txBody>
      </p:sp>
      <p:sp>
        <p:nvSpPr>
          <p:cNvPr id="96" name="Текст 4">
            <a:extLst>
              <a:ext uri="{FF2B5EF4-FFF2-40B4-BE49-F238E27FC236}">
                <a16:creationId xmlns:a16="http://schemas.microsoft.com/office/drawing/2014/main" id="{CA3FA8AE-34A2-49B9-8B91-2BEEBE40457E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8370889" y="4643438"/>
            <a:ext cx="3222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31A2529-CBC2-4531-BD2F-142B840F500B}" type="datetime'''''''''''''''''''''''''''''3'''''',''6'''">
              <a:rPr lang="ru-RU" altLang="en-US" sz="1400" smtClean="0"/>
              <a:pPr/>
              <a:t>3,6</a:t>
            </a:fld>
            <a:endParaRPr lang="ru-RU" sz="1400" dirty="0"/>
          </a:p>
        </p:txBody>
      </p:sp>
      <p:sp>
        <p:nvSpPr>
          <p:cNvPr id="97" name="Текст 4">
            <a:extLst>
              <a:ext uri="{FF2B5EF4-FFF2-40B4-BE49-F238E27FC236}">
                <a16:creationId xmlns:a16="http://schemas.microsoft.com/office/drawing/2014/main" id="{B1CBAD90-CD99-425A-B7EB-BA748C319741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9686924" y="2479675"/>
            <a:ext cx="4064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EF9B72E-9AB6-47DF-8EEE-44B449974901}" type="datetime'1''''6'''''''''',''''4'''''''''''''''">
              <a:rPr lang="ru-RU" altLang="en-US" sz="1400" smtClean="0"/>
              <a:pPr/>
              <a:t>16,4</a:t>
            </a:fld>
            <a:endParaRPr lang="ru-RU" sz="1400" dirty="0"/>
          </a:p>
        </p:txBody>
      </p:sp>
      <p:sp>
        <p:nvSpPr>
          <p:cNvPr id="91" name="Текст 4">
            <a:extLst>
              <a:ext uri="{FF2B5EF4-FFF2-40B4-BE49-F238E27FC236}">
                <a16:creationId xmlns:a16="http://schemas.microsoft.com/office/drawing/2014/main" id="{84673B99-32E5-42A1-BB98-35EC174949ED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8305800" y="5614988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D2AB2F5-F9B8-4D76-B9E2-51A08C5C91F7}" type="datetime'''''2''''0''''''''''''2''''''''''''''4'''''''''''''''">
              <a:rPr lang="ru-RU" altLang="en-US" sz="1400" smtClean="0"/>
              <a:pPr/>
              <a:t>2024</a:t>
            </a:fld>
            <a:endParaRPr lang="ru-RU" sz="1400" dirty="0"/>
          </a:p>
        </p:txBody>
      </p:sp>
      <p:sp>
        <p:nvSpPr>
          <p:cNvPr id="90" name="Текст 4">
            <a:extLst>
              <a:ext uri="{FF2B5EF4-FFF2-40B4-BE49-F238E27FC236}">
                <a16:creationId xmlns:a16="http://schemas.microsoft.com/office/drawing/2014/main" id="{AE6CAE07-B065-4A91-857F-03EE1F28783E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8261350" y="5026025"/>
            <a:ext cx="5397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D454E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0362CC-831E-458B-A0C8-7E78B43EE8F5}" type="datetime'''3,''''''''''''''''0'''''''''''''''''''''''''">
              <a:rPr lang="ru-RU" altLang="en-US" sz="1400" smtClean="0">
                <a:solidFill>
                  <a:schemeClr val="bg1"/>
                </a:solidFill>
              </a:rPr>
              <a:pPr/>
              <a:t>3,0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1AA6961F-5D41-4CA6-A119-BF9ABEB82C71}" type="datetime'''''8''''''''''''''''''''''''''''''''''''''''''2''''%'''">
              <a:rPr lang="ru-RU" altLang="en-US" sz="1400" smtClean="0">
                <a:solidFill>
                  <a:schemeClr val="bg1"/>
                </a:solidFill>
              </a:rPr>
              <a:pPr/>
              <a:t>82%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89" name="Текст 4">
            <a:extLst>
              <a:ext uri="{FF2B5EF4-FFF2-40B4-BE49-F238E27FC236}">
                <a16:creationId xmlns:a16="http://schemas.microsoft.com/office/drawing/2014/main" id="{AEE6D000-3CB8-4B7A-A139-B160ECF607D0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gray">
          <a:xfrm>
            <a:off x="8931276" y="4722813"/>
            <a:ext cx="5127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14505D8-D3F7-4CCF-BD37-DE55F3AFDD9E}" type="datetime'''''''0'''''''''''',''''''''''''''''''''''''''''6'''''''''''''">
              <a:rPr lang="ru-RU" altLang="en-US" sz="1400" smtClean="0"/>
              <a:pPr lvl="0">
                <a:spcBef>
                  <a:spcPct val="0"/>
                </a:spcBef>
                <a:spcAft>
                  <a:spcPct val="0"/>
                </a:spcAft>
              </a:pPr>
              <a:t>0,6</a:t>
            </a:fld>
            <a:br>
              <a:rPr lang="ru-RU" altLang="en-US" sz="1400"/>
            </a:br>
            <a:r>
              <a:rPr lang="ru-RU" altLang="en-US" sz="1400"/>
              <a:t>(</a:t>
            </a:r>
            <a:fld id="{3078342D-886A-4908-A396-1E45DBFF6717}" type="datetime'''''''''''''''''''''''''''''''''''''1''''''8''''''''%'''''''">
              <a:rPr lang="ru-RU" altLang="en-US" sz="1400" smtClean="0"/>
              <a:pPr lvl="0">
                <a:spcBef>
                  <a:spcPct val="0"/>
                </a:spcBef>
                <a:spcAft>
                  <a:spcPct val="0"/>
                </a:spcAft>
              </a:pPr>
              <a:t>18%</a:t>
            </a:fld>
            <a:r>
              <a:rPr lang="ru-RU" sz="1400"/>
              <a:t>)</a:t>
            </a:r>
            <a:endParaRPr lang="ru-RU" sz="1400" dirty="0"/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F4C2AF6C-622E-94D9-0C9E-C528078E1EDA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6905625" y="5086350"/>
            <a:ext cx="533400" cy="469900"/>
          </a:xfrm>
          <a:prstGeom prst="rect">
            <a:avLst/>
          </a:prstGeom>
          <a:solidFill>
            <a:srgbClr val="3D454E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69C8DA-5DED-4191-AA3A-99FAF532FB89}" type="datetime'''''''''''''''''''''''''''''''2'''''''''''''''',''''''''2'">
              <a:rPr lang="ru-RU" altLang="en-US" sz="1400" smtClean="0">
                <a:solidFill>
                  <a:schemeClr val="bg1"/>
                </a:solidFill>
              </a:rPr>
              <a:pPr/>
              <a:t>2,2</a:t>
            </a:fld>
            <a:br>
              <a:rPr lang="ru-RU" altLang="en-US" sz="1400">
                <a:solidFill>
                  <a:schemeClr val="bg1"/>
                </a:solidFill>
              </a:rPr>
            </a:br>
            <a:r>
              <a:rPr lang="ru-RU" altLang="en-US" sz="1400">
                <a:solidFill>
                  <a:schemeClr val="bg1"/>
                </a:solidFill>
              </a:rPr>
              <a:t>(</a:t>
            </a:r>
            <a:fld id="{90C85AC7-D3E4-4FE5-8211-3705C23E08BA}" type="datetime'''''''''''8''''''''''''''''''''''''''7''''''''''''%'">
              <a:rPr lang="ru-RU" altLang="en-US" sz="1400" smtClean="0">
                <a:solidFill>
                  <a:schemeClr val="bg1"/>
                </a:solidFill>
              </a:rPr>
              <a:pPr/>
              <a:t>87%</a:t>
            </a:fld>
            <a:r>
              <a:rPr lang="ru-RU" sz="1400">
                <a:solidFill>
                  <a:schemeClr val="bg1"/>
                </a:solidFill>
              </a:rPr>
              <a:t>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88" name="Текст 4">
            <a:extLst>
              <a:ext uri="{FF2B5EF4-FFF2-40B4-BE49-F238E27FC236}">
                <a16:creationId xmlns:a16="http://schemas.microsoft.com/office/drawing/2014/main" id="{F3565B16-2AB6-48B5-8306-33E142713C39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6950075" y="5614988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9C7AE7-B61A-45F1-B7BC-A2CFA2A2F481}" type="datetime'2''''''0''''''''''''23'''''''''''''''''''''''''">
              <a:rPr lang="ru-RU" altLang="en-US" sz="1400" smtClean="0"/>
              <a:pPr/>
              <a:t>2023</a:t>
            </a:fld>
            <a:endParaRPr lang="ru-RU" sz="1400" dirty="0"/>
          </a:p>
        </p:txBody>
      </p:sp>
      <p:sp>
        <p:nvSpPr>
          <p:cNvPr id="95" name="Текст 4">
            <a:extLst>
              <a:ext uri="{FF2B5EF4-FFF2-40B4-BE49-F238E27FC236}">
                <a16:creationId xmlns:a16="http://schemas.microsoft.com/office/drawing/2014/main" id="{AEA1A891-6548-4D3C-91C9-6142AF4C94A5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7013575" y="4819650"/>
            <a:ext cx="3175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03BB6A4-EC27-457B-8AB4-B830D65F1D58}" type="datetime'''2'''''''''',''''''5'''''''''''''''''''''''''''''''''''">
              <a:rPr lang="ru-RU" altLang="en-US" sz="1400" smtClean="0"/>
              <a:pPr/>
              <a:t>2,5</a:t>
            </a:fld>
            <a:endParaRPr lang="ru-RU" sz="14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3A1E88B-AA4D-4C60-9BC8-093E1CB5170A}"/>
              </a:ext>
            </a:extLst>
          </p:cNvPr>
          <p:cNvSpPr/>
          <p:nvPr/>
        </p:nvSpPr>
        <p:spPr>
          <a:xfrm>
            <a:off x="10541793" y="2936780"/>
            <a:ext cx="887413" cy="361317"/>
          </a:xfrm>
          <a:prstGeom prst="ellipse">
            <a:avLst/>
          </a:prstGeom>
          <a:solidFill>
            <a:srgbClr val="7C8A9A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100</a:t>
            </a:r>
            <a:r>
              <a:rPr lang="ru-RU" sz="16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0268422-D979-4D7F-B5C2-706A286418E1}"/>
              </a:ext>
            </a:extLst>
          </p:cNvPr>
          <p:cNvSpPr/>
          <p:nvPr/>
        </p:nvSpPr>
        <p:spPr>
          <a:xfrm>
            <a:off x="10540206" y="4125119"/>
            <a:ext cx="889000" cy="361317"/>
          </a:xfrm>
          <a:prstGeom prst="ellipse">
            <a:avLst/>
          </a:prstGeom>
          <a:solidFill>
            <a:srgbClr val="3D454E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56</a:t>
            </a:r>
            <a:r>
              <a:rPr lang="ru-RU" sz="1600" dirty="0">
                <a:solidFill>
                  <a:schemeClr val="bg1"/>
                </a:solidFill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839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366925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think-cell Slide" r:id="rId28" imgW="405" imgH="405" progId="TCLayout.ActiveDocument.1">
                  <p:embed/>
                </p:oleObj>
              </mc:Choice>
              <mc:Fallback>
                <p:oleObj name="think-cell Slide" r:id="rId28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Заработаем в 2027 г., сохранив долю рынка – 7,3 млрд руб.; дополнительно необходимы инициативы на 9,1 млрд руб.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fld id="{68DE1744-803E-4708-8F85-3A4872A0B160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80" name="Rectangle 66">
            <a:extLst>
              <a:ext uri="{FF2B5EF4-FFF2-40B4-BE49-F238E27FC236}">
                <a16:creationId xmlns:a16="http://schemas.microsoft.com/office/drawing/2014/main" id="{21B425B1-EDC2-41B3-8D9B-9D3E432326AD}"/>
              </a:ext>
            </a:extLst>
          </p:cNvPr>
          <p:cNvSpPr/>
          <p:nvPr/>
        </p:nvSpPr>
        <p:spPr>
          <a:xfrm>
            <a:off x="667408" y="6488815"/>
            <a:ext cx="100800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000" i="1" dirty="0">
                <a:solidFill>
                  <a:schemeClr val="tx1"/>
                </a:solidFill>
              </a:rPr>
              <a:t>Источники: оценки </a:t>
            </a:r>
            <a:r>
              <a:rPr lang="en-US" sz="1000" i="1" dirty="0">
                <a:solidFill>
                  <a:schemeClr val="tx1"/>
                </a:solidFill>
              </a:rPr>
              <a:t>on-prem </a:t>
            </a:r>
            <a:r>
              <a:rPr lang="ru-RU" sz="1000" i="1" dirty="0">
                <a:solidFill>
                  <a:schemeClr val="tx1"/>
                </a:solidFill>
              </a:rPr>
              <a:t>и </a:t>
            </a:r>
            <a:r>
              <a:rPr lang="en-US" sz="1000" i="1" dirty="0">
                <a:solidFill>
                  <a:schemeClr val="tx1"/>
                </a:solidFill>
              </a:rPr>
              <a:t>SaaS </a:t>
            </a:r>
            <a:r>
              <a:rPr lang="ru-RU" sz="1000" i="1" dirty="0">
                <a:solidFill>
                  <a:schemeClr val="tx1"/>
                </a:solidFill>
              </a:rPr>
              <a:t>на рынках Почты; мессенджерах; ВКС; офисного ПО </a:t>
            </a:r>
            <a:endParaRPr lang="en-US" sz="1000" i="1" dirty="0">
              <a:solidFill>
                <a:schemeClr val="tx1"/>
              </a:solidFill>
            </a:endParaRPr>
          </a:p>
        </p:txBody>
      </p:sp>
      <p:cxnSp>
        <p:nvCxnSpPr>
          <p:cNvPr id="158" name="Прямая соединительная линия 157">
            <a:extLst>
              <a:ext uri="{FF2B5EF4-FFF2-40B4-BE49-F238E27FC236}">
                <a16:creationId xmlns:a16="http://schemas.microsoft.com/office/drawing/2014/main" id="{29B99B19-A473-C62E-319E-1E25B167332A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578099" y="4462463"/>
            <a:ext cx="16271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Прямая соединительная линия 158">
            <a:extLst>
              <a:ext uri="{FF2B5EF4-FFF2-40B4-BE49-F238E27FC236}">
                <a16:creationId xmlns:a16="http://schemas.microsoft.com/office/drawing/2014/main" id="{C481851C-17C8-DDF4-E307-01AA4725739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5291138" y="3900488"/>
            <a:ext cx="16287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9">
            <a:extLst>
              <a:ext uri="{FF2B5EF4-FFF2-40B4-BE49-F238E27FC236}">
                <a16:creationId xmlns:a16="http://schemas.microsoft.com/office/drawing/2014/main" id="{6F6E6D82-9EF6-15C9-4451-4405D487FE0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005762" y="2498725"/>
            <a:ext cx="16271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D8D6D68B-CDE5-4010-A900-5F99A2E492E6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97926985"/>
              </p:ext>
            </p:extLst>
          </p:nvPr>
        </p:nvGraphicFramePr>
        <p:xfrm>
          <a:off x="595313" y="2054225"/>
          <a:ext cx="11020425" cy="3268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73F97FD8-89C8-9BBF-E827-D46C439F0A52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2501900" y="4873625"/>
            <a:ext cx="98425" cy="130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5DF8A9E9-EDA8-03CA-AFFF-156D803A4E5B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 flipH="1">
            <a:off x="5214938" y="4437063"/>
            <a:ext cx="984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Текст 4">
            <a:extLst>
              <a:ext uri="{FF2B5EF4-FFF2-40B4-BE49-F238E27FC236}">
                <a16:creationId xmlns:a16="http://schemas.microsoft.com/office/drawing/2014/main" id="{9F91674B-2A9B-9E2B-3BF2-2B413482085E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2146300" y="4365625"/>
            <a:ext cx="322263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F1E980AC-402C-423F-8A30-33786DB87E43}" type="datetime'''''''''0'''''''''',''''''''''''''''3''''''''''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0,3</a:t>
            </a:fld>
            <a:endParaRPr lang="ru-RU" dirty="0">
              <a:latin typeface="+mn-lt"/>
            </a:endParaRPr>
          </a:p>
        </p:txBody>
      </p:sp>
      <p:sp>
        <p:nvSpPr>
          <p:cNvPr id="162" name="Текст 4">
            <a:extLst>
              <a:ext uri="{FF2B5EF4-FFF2-40B4-BE49-F238E27FC236}">
                <a16:creationId xmlns:a16="http://schemas.microsoft.com/office/drawing/2014/main" id="{9A317ED3-8AC8-D76F-381A-374DD9F9E5C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1603375" y="4406900"/>
            <a:ext cx="322263" cy="234950"/>
          </a:xfrm>
          <a:prstGeom prst="rect">
            <a:avLst/>
          </a:prstGeom>
          <a:solidFill>
            <a:srgbClr val="00747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1C2D6C34-B64C-4B5A-A24C-77058FA551F6}" type="datetime'''''0'''''''''''''''''',3'''''''''''">
              <a:rPr lang="ru-RU" altLang="en-US" smtClean="0">
                <a:solidFill>
                  <a:schemeClr val="bg1"/>
                </a:solidFill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0,3</a:t>
            </a:fld>
            <a:endParaRPr lang="ru-RU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1325563" y="5075238"/>
            <a:ext cx="1419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C4463D98-DD1D-42A0-8691-30FFA72CF06C}" type="datetime'''''2''''''''''0''''24 ''''''г.,'''' ''''''б''юдж''ет'">
              <a:rPr lang="ru-RU" altLang="en-US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 г., бюджет</a:t>
            </a:fld>
            <a:endParaRPr lang="ru-RU" dirty="0">
              <a:latin typeface="+mn-lt"/>
            </a:endParaRPr>
          </a:p>
        </p:txBody>
      </p:sp>
      <p:sp>
        <p:nvSpPr>
          <p:cNvPr id="178" name="Текст 4">
            <a:extLst>
              <a:ext uri="{FF2B5EF4-FFF2-40B4-BE49-F238E27FC236}">
                <a16:creationId xmlns:a16="http://schemas.microsoft.com/office/drawing/2014/main" id="{055057B0-46FC-5264-CF6B-DCD5D7FF02F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4857750" y="3784600"/>
            <a:ext cx="323850" cy="234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0F2E6777-327A-4F23-B735-1C0B13315FD1}" type="datetime'0'''''''''''''''''',''''''''''''''''''''''''''0''''''''''''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ru-RU" dirty="0">
              <a:latin typeface="+mn-lt"/>
            </a:endParaRPr>
          </a:p>
        </p:txBody>
      </p:sp>
      <p:sp>
        <p:nvSpPr>
          <p:cNvPr id="163" name="Текст 4">
            <a:extLst>
              <a:ext uri="{FF2B5EF4-FFF2-40B4-BE49-F238E27FC236}">
                <a16:creationId xmlns:a16="http://schemas.microsoft.com/office/drawing/2014/main" id="{B85D9CB4-F84F-D7B7-53E9-8D5DAB527EC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4314825" y="3789363"/>
            <a:ext cx="323850" cy="234950"/>
          </a:xfrm>
          <a:prstGeom prst="rect">
            <a:avLst/>
          </a:prstGeom>
          <a:solidFill>
            <a:srgbClr val="00747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A9A0B5D3-7FDA-45E5-8843-8C71A1989290}" type="datetime'''''''''''''''''''''''''''0,0'''''''''''''''">
              <a:rPr lang="ru-RU" altLang="en-US" smtClean="0">
                <a:solidFill>
                  <a:schemeClr val="bg1"/>
                </a:solidFill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ru-RU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1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3416300" y="5075238"/>
            <a:ext cx="2665413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AF30DA15-EAE7-401A-85E6-7539B9593420}" type="thinkcell&lt;?xml version=&quot;1.0&quot; encoding=&quot;UTF-16&quot; standalone=&quot;yes&quot;?&gt;&lt;root reqver=&quot;28224&quot;&gt;&lt;version val=&quot;35490&quot;/&gt;&lt;PersistentType&gt;&lt;m_guid val=&quot;9942b0a0-92da-4ed8-9337-9cb0516b2c8e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ru-RU" altLang="en-US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Выручка за счет роста 
рынка РФ-решений 
при сохраненнии доли 2024 г.</a:t>
            </a:fld>
            <a:endParaRPr lang="ru-RU" dirty="0">
              <a:latin typeface="+mn-lt"/>
            </a:endParaRPr>
          </a:p>
        </p:txBody>
      </p:sp>
      <p:sp>
        <p:nvSpPr>
          <p:cNvPr id="62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6786563" y="5075238"/>
            <a:ext cx="1354138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18672457-664C-480E-99F8-897704E85101}" type="datetime'Нео''бходимо'''' &#10;доп''олните''л''ьн''''''о&#10;зар''аб''отать '''">
              <a:rPr lang="ru-RU" altLang="en-US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Необходимо 
дополнительно
заработать </a:t>
            </a:fld>
            <a:endParaRPr lang="ru-RU" dirty="0">
              <a:latin typeface="+mn-lt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9636508" y="5075238"/>
            <a:ext cx="11223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>
                <a:latin typeface="+mn-lt"/>
              </a:rPr>
              <a:t>2027, амбиции</a:t>
            </a:r>
          </a:p>
        </p:txBody>
      </p:sp>
      <p:sp>
        <p:nvSpPr>
          <p:cNvPr id="116" name="Текст 4">
            <a:extLst>
              <a:ext uri="{FF2B5EF4-FFF2-40B4-BE49-F238E27FC236}">
                <a16:creationId xmlns:a16="http://schemas.microsoft.com/office/drawing/2014/main" id="{8EBA7FD0-6714-B45B-FFE4-477FECEDF82D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1874838" y="4130675"/>
            <a:ext cx="3222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2CAEF0C3-DD45-4AA3-921E-317FE9BE3C79}" type="datetime'3'''''''''',''''6'''''''''''''''''''''''''''''">
              <a:rPr lang="ru-RU" altLang="en-US" smtClean="0">
                <a:effectLst/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3,6</a:t>
            </a:fld>
            <a:endParaRPr lang="ru-RU" dirty="0">
              <a:latin typeface="+mn-lt"/>
            </a:endParaRP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30B203F9-C50B-4B66-F45C-4768870E8F87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4592638" y="3549650"/>
            <a:ext cx="311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17C54C60-E4B8-44F1-B01D-E78EB7283505}" type="datetime'''''''''''''''''''''3'''''''''''''''',''''''''''''7'''''''''">
              <a:rPr lang="ru-RU" altLang="en-US" smtClean="0">
                <a:latin typeface="+mn-lt"/>
              </a:rPr>
              <a:pPr/>
              <a:t>3,7</a:t>
            </a:fld>
            <a:endParaRPr lang="ru-RU" dirty="0">
              <a:latin typeface="+mn-lt"/>
            </a:endParaRPr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98D6735B-2988-87EB-1940-D1F47EE5DCC2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749300" y="5929313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Rectangle 33">
            <a:extLst>
              <a:ext uri="{FF2B5EF4-FFF2-40B4-BE49-F238E27FC236}">
                <a16:creationId xmlns:a16="http://schemas.microsoft.com/office/drawing/2014/main" id="{28AEA49D-569D-1B6B-F932-6EE110B30212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2408238" y="5929313"/>
            <a:ext cx="250825" cy="187325"/>
          </a:xfrm>
          <a:prstGeom prst="rect">
            <a:avLst/>
          </a:prstGeom>
          <a:solidFill>
            <a:srgbClr val="0074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493D5BA4-0652-3B28-95DB-B84227D24BC8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3535363" y="5929313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9E7E7037-4878-5B4F-BAE7-BBCE20D5455B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462463" y="5929313"/>
            <a:ext cx="250825" cy="187325"/>
          </a:xfrm>
          <a:prstGeom prst="rect">
            <a:avLst/>
          </a:prstGeom>
          <a:solidFill>
            <a:srgbClr val="3D454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C8FF76E3-251F-A162-91D3-5DD6F518EBCE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1050925" y="5908675"/>
            <a:ext cx="12557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A2D2C794-BD81-45FD-9C34-6CCA2CF64327}" type="datetime'''''М''''''''е''''с''с''''ен''''д''''ж''''ер''ы'''">
              <a:rPr lang="ru-RU" altLang="en-US" smtClean="0">
                <a:latin typeface="+mn-lt"/>
              </a:rPr>
              <a:pPr/>
              <a:t>Мессенджеры</a:t>
            </a:fld>
            <a:endParaRPr lang="ru-RU" dirty="0">
              <a:latin typeface="+mn-lt"/>
            </a:endParaRP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2DC1638B-E062-5403-F995-28418C0FE722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2709863" y="5908675"/>
            <a:ext cx="7239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38FBBC32-1B12-464F-8237-17B33ADD584A}" type="datetime'''''''''В''К''С'''''''', П''''''''''''О'">
              <a:rPr lang="ru-RU" altLang="en-US" smtClean="0">
                <a:latin typeface="+mn-lt"/>
              </a:rPr>
              <a:pPr/>
              <a:t>ВКС, ПО</a:t>
            </a:fld>
            <a:endParaRPr lang="ru-RU" dirty="0">
              <a:latin typeface="+mn-lt"/>
            </a:endParaRPr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DF295EDC-1C30-74D3-47C2-DDE3ADF55F46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3836988" y="5908675"/>
            <a:ext cx="5238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EC1D8035-083B-4A39-AD4A-B32B02D63D40}" type="datetime'П''''''''''''''''''о''''ч''т''''''''''''''''''''''''а'''''''">
              <a:rPr lang="ru-RU" altLang="en-US" smtClean="0">
                <a:latin typeface="+mn-lt"/>
              </a:rPr>
              <a:pPr/>
              <a:t>Почта</a:t>
            </a:fld>
            <a:endParaRPr lang="ru-RU" dirty="0">
              <a:latin typeface="+mn-lt"/>
            </a:endParaRPr>
          </a:p>
        </p:txBody>
      </p:sp>
      <p:sp>
        <p:nvSpPr>
          <p:cNvPr id="47" name="Текст 4">
            <a:extLst>
              <a:ext uri="{FF2B5EF4-FFF2-40B4-BE49-F238E27FC236}">
                <a16:creationId xmlns:a16="http://schemas.microsoft.com/office/drawing/2014/main" id="{BB756DB1-7761-C225-BD45-860DDBCFF4C9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4764088" y="5908675"/>
            <a:ext cx="11033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DEE18E8D-A181-4CFF-B425-2293D6FE2393}" type="datetime'''''''Оф''''''и''''''''''''''''''''сно''''''е ПО'''''">
              <a:rPr lang="ru-RU" altLang="en-US" smtClean="0">
                <a:latin typeface="+mn-lt"/>
              </a:rPr>
              <a:pPr/>
              <a:t>Офисное ПО</a:t>
            </a:fld>
            <a:endParaRPr lang="ru-RU" dirty="0">
              <a:latin typeface="+mn-lt"/>
            </a:endParaRPr>
          </a:p>
        </p:txBody>
      </p:sp>
      <p:sp>
        <p:nvSpPr>
          <p:cNvPr id="49" name="Rectangle 13">
            <a:extLst>
              <a:ext uri="{FF2B5EF4-FFF2-40B4-BE49-F238E27FC236}">
                <a16:creationId xmlns:a16="http://schemas.microsoft.com/office/drawing/2014/main" id="{64ACD5D3-A6A4-5655-6F6C-C82BD3F1ECB4}"/>
              </a:ext>
            </a:extLst>
          </p:cNvPr>
          <p:cNvSpPr/>
          <p:nvPr/>
        </p:nvSpPr>
        <p:spPr>
          <a:xfrm>
            <a:off x="666750" y="1793609"/>
            <a:ext cx="6046788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400" b="1" dirty="0">
                <a:solidFill>
                  <a:schemeClr val="tx1"/>
                </a:solidFill>
              </a:rPr>
              <a:t>Выручка </a:t>
            </a:r>
            <a:r>
              <a:rPr lang="en-US" sz="1400" b="1" dirty="0">
                <a:solidFill>
                  <a:schemeClr val="tx1"/>
                </a:solidFill>
              </a:rPr>
              <a:t>VK </a:t>
            </a:r>
            <a:r>
              <a:rPr lang="en-US" sz="1400" b="1" dirty="0" err="1">
                <a:solidFill>
                  <a:schemeClr val="tx1"/>
                </a:solidFill>
              </a:rPr>
              <a:t>WorkSpace</a:t>
            </a:r>
            <a:r>
              <a:rPr lang="ru-RU" sz="1400" b="1" dirty="0">
                <a:solidFill>
                  <a:schemeClr val="tx1"/>
                </a:solidFill>
              </a:rPr>
              <a:t> 2027 по продуктам</a:t>
            </a:r>
            <a:r>
              <a:rPr lang="en-US" sz="1400" b="1" dirty="0">
                <a:solidFill>
                  <a:schemeClr val="tx1"/>
                </a:solidFill>
              </a:rPr>
              <a:t>,</a:t>
            </a:r>
            <a:r>
              <a:rPr lang="ru-RU" sz="1400" b="1" dirty="0">
                <a:solidFill>
                  <a:schemeClr val="tx1"/>
                </a:solidFill>
              </a:rPr>
              <a:t> млрд руб.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80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90548" y="609967"/>
            <a:ext cx="5562571" cy="59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3749"/>
              </a:lnSpc>
            </a:pPr>
            <a:r>
              <a:rPr lang="en-US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VK </a:t>
            </a:r>
            <a:r>
              <a:rPr lang="en-US" sz="2800" dirty="0" err="1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WorkSpace</a:t>
            </a:r>
            <a:r>
              <a:rPr lang="en-US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 202</a:t>
            </a:r>
            <a:r>
              <a:rPr lang="ru-RU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7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7" y="6000415"/>
            <a:ext cx="718931" cy="222221"/>
          </a:xfrm>
          <a:prstGeom prst="rect">
            <a:avLst/>
          </a:prstGeom>
        </p:spPr>
      </p:pic>
      <p:pic>
        <p:nvPicPr>
          <p:cNvPr id="8" name="Image 2" descr=" 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97" y="6000415"/>
            <a:ext cx="222249" cy="222221"/>
          </a:xfrm>
          <a:prstGeom prst="rect">
            <a:avLst/>
          </a:prstGeom>
        </p:spPr>
      </p:pic>
      <p:pic>
        <p:nvPicPr>
          <p:cNvPr id="9" name="Image 3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391" y="6028948"/>
            <a:ext cx="408668" cy="14009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69352" y="660760"/>
            <a:ext cx="2355838" cy="371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4" descr=" 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69353" y="660761"/>
            <a:ext cx="2347089" cy="371373"/>
          </a:xfrm>
          <a:prstGeom prst="rect">
            <a:avLst/>
          </a:prstGeom>
        </p:spPr>
      </p:pic>
      <p:sp>
        <p:nvSpPr>
          <p:cNvPr id="34" name="Rectangle 26">
            <a:extLst>
              <a:ext uri="{FF2B5EF4-FFF2-40B4-BE49-F238E27FC236}">
                <a16:creationId xmlns:a16="http://schemas.microsoft.com/office/drawing/2014/main" id="{7E79D293-5D41-42E3-AE54-FBFD4A3D66E2}"/>
              </a:ext>
            </a:extLst>
          </p:cNvPr>
          <p:cNvSpPr/>
          <p:nvPr/>
        </p:nvSpPr>
        <p:spPr bwMode="auto">
          <a:xfrm>
            <a:off x="677334" y="1649947"/>
            <a:ext cx="10652818" cy="3939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b="1" dirty="0">
                <a:solidFill>
                  <a:schemeClr val="tx1"/>
                </a:solidFill>
              </a:rPr>
              <a:t>VK </a:t>
            </a:r>
            <a:r>
              <a:rPr lang="en-US" sz="2400" b="1" dirty="0" err="1">
                <a:solidFill>
                  <a:schemeClr val="tx1"/>
                </a:solidFill>
              </a:rPr>
              <a:t>WorkSpace</a:t>
            </a:r>
            <a:r>
              <a:rPr lang="en-US" sz="2400" b="1" dirty="0">
                <a:solidFill>
                  <a:schemeClr val="tx1"/>
                </a:solidFill>
              </a:rPr>
              <a:t> – </a:t>
            </a:r>
            <a:r>
              <a:rPr lang="ru-RU" sz="2400" b="1" dirty="0">
                <a:solidFill>
                  <a:schemeClr val="tx1"/>
                </a:solidFill>
              </a:rPr>
              <a:t>безопасная платформа для эффективной совместной работы</a:t>
            </a:r>
            <a:br>
              <a:rPr lang="ru-RU" sz="2400" b="1" dirty="0">
                <a:solidFill>
                  <a:schemeClr val="tx1"/>
                </a:solidFill>
              </a:rPr>
            </a:br>
            <a:r>
              <a:rPr lang="ru-RU" sz="2400" b="1" dirty="0">
                <a:solidFill>
                  <a:schemeClr val="tx1"/>
                </a:solidFill>
              </a:rPr>
              <a:t>и коммуникаций</a:t>
            </a:r>
            <a:endParaRPr sz="2400" dirty="0"/>
          </a:p>
          <a:p>
            <a:pPr marL="742950" lvl="1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ru-RU" sz="2000" dirty="0">
                <a:solidFill>
                  <a:schemeClr val="tx1"/>
                </a:solidFill>
              </a:rPr>
              <a:t>Почта </a:t>
            </a:r>
            <a:r>
              <a:rPr lang="en-US" sz="2000" dirty="0">
                <a:solidFill>
                  <a:schemeClr val="tx1"/>
                </a:solidFill>
              </a:rPr>
              <a:t>VK </a:t>
            </a:r>
            <a:r>
              <a:rPr lang="en-US" sz="2000" dirty="0" err="1">
                <a:solidFill>
                  <a:schemeClr val="tx1"/>
                </a:solidFill>
              </a:rPr>
              <a:t>WorkSpace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ru-RU" sz="2000" dirty="0">
                <a:solidFill>
                  <a:schemeClr val="tx1"/>
                </a:solidFill>
              </a:rPr>
              <a:t>лидер в сегменте корпоративных почтовых систем класса </a:t>
            </a:r>
            <a:r>
              <a:rPr lang="en-US" sz="2000" dirty="0">
                <a:solidFill>
                  <a:schemeClr val="tx1"/>
                </a:solidFill>
              </a:rPr>
              <a:t>Enterprise</a:t>
            </a:r>
          </a:p>
          <a:p>
            <a:pPr marL="742950" lvl="1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ru-RU" sz="2000" dirty="0">
                <a:solidFill>
                  <a:schemeClr val="tx1"/>
                </a:solidFill>
              </a:rPr>
              <a:t>Диск </a:t>
            </a:r>
            <a:r>
              <a:rPr lang="en-US" sz="2000" dirty="0">
                <a:solidFill>
                  <a:schemeClr val="tx1"/>
                </a:solidFill>
              </a:rPr>
              <a:t>VK </a:t>
            </a:r>
            <a:r>
              <a:rPr lang="en-US" sz="2000" dirty="0" err="1">
                <a:solidFill>
                  <a:schemeClr val="tx1"/>
                </a:solidFill>
              </a:rPr>
              <a:t>WorkSpace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ru-RU" sz="2000" dirty="0">
                <a:solidFill>
                  <a:schemeClr val="tx1"/>
                </a:solidFill>
              </a:rPr>
              <a:t>файловое хранилище для бизнеса</a:t>
            </a:r>
          </a:p>
          <a:p>
            <a:pPr marL="742950" lvl="1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ru-RU" sz="2000" dirty="0">
                <a:solidFill>
                  <a:schemeClr val="tx1"/>
                </a:solidFill>
              </a:rPr>
              <a:t>ВКС и мессенджер </a:t>
            </a:r>
            <a:r>
              <a:rPr lang="en-US" sz="2000" dirty="0">
                <a:solidFill>
                  <a:schemeClr val="tx1"/>
                </a:solidFill>
              </a:rPr>
              <a:t>VK </a:t>
            </a:r>
            <a:r>
              <a:rPr lang="en-US" sz="2000" dirty="0" err="1">
                <a:solidFill>
                  <a:schemeClr val="tx1"/>
                </a:solidFill>
              </a:rPr>
              <a:t>WorkSpace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интегрированы в инфраструктуру компаний</a:t>
            </a:r>
          </a:p>
          <a:p>
            <a:pPr marL="742950" lvl="1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ru-RU" sz="2000" dirty="0">
                <a:solidFill>
                  <a:schemeClr val="tx1"/>
                </a:solidFill>
              </a:rPr>
              <a:t>Совместное редактирование документов, досок, заметок</a:t>
            </a:r>
          </a:p>
          <a:p>
            <a:pPr marL="742950" lvl="1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ru-RU" sz="2000" dirty="0">
                <a:solidFill>
                  <a:schemeClr val="tx1"/>
                </a:solidFill>
              </a:rPr>
              <a:t>Новые сервисы совместной работы (</a:t>
            </a:r>
            <a:r>
              <a:rPr lang="en-US" sz="2000" dirty="0">
                <a:solidFill>
                  <a:schemeClr val="tx1"/>
                </a:solidFill>
              </a:rPr>
              <a:t>Discovery &amp; Launch</a:t>
            </a:r>
            <a:r>
              <a:rPr lang="ru-RU" sz="20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ru-RU" sz="2400" b="1" dirty="0">
                <a:solidFill>
                  <a:schemeClr val="tx1"/>
                </a:solidFill>
              </a:rPr>
              <a:t>Сервис </a:t>
            </a:r>
            <a:r>
              <a:rPr lang="en-US" sz="2400" b="1" dirty="0">
                <a:solidFill>
                  <a:schemeClr val="tx1"/>
                </a:solidFill>
              </a:rPr>
              <a:t>VK </a:t>
            </a:r>
            <a:r>
              <a:rPr lang="en-US" sz="2400" b="1" dirty="0" err="1">
                <a:solidFill>
                  <a:schemeClr val="tx1"/>
                </a:solidFill>
              </a:rPr>
              <a:t>WorkSpace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–  </a:t>
            </a:r>
            <a:r>
              <a:rPr lang="ru-RU" sz="2400" dirty="0">
                <a:solidFill>
                  <a:schemeClr val="tx1"/>
                </a:solidFill>
              </a:rPr>
              <a:t>в Топ-2 в сегменте комплексных </a:t>
            </a:r>
            <a:r>
              <a:rPr lang="en-US" sz="2400" dirty="0">
                <a:solidFill>
                  <a:schemeClr val="tx1"/>
                </a:solidFill>
              </a:rPr>
              <a:t>SaaS </a:t>
            </a:r>
            <a:r>
              <a:rPr lang="ru-RU" sz="2400" dirty="0">
                <a:solidFill>
                  <a:schemeClr val="tx1"/>
                </a:solidFill>
              </a:rPr>
              <a:t>для эффективной работы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792" y="2775444"/>
            <a:ext cx="24841" cy="15896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4997" y="2229006"/>
            <a:ext cx="5359372" cy="612673"/>
          </a:xfrm>
          <a:prstGeom prst="roundRect">
            <a:avLst>
              <a:gd name="adj" fmla="val 49991"/>
            </a:avLst>
          </a:prstGeom>
          <a:solidFill>
            <a:srgbClr val="3375F6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1"/>
          <p:cNvSpPr/>
          <p:nvPr/>
        </p:nvSpPr>
        <p:spPr>
          <a:xfrm>
            <a:off x="634997" y="2229006"/>
            <a:ext cx="828039" cy="612673"/>
          </a:xfrm>
          <a:prstGeom prst="roundRect">
            <a:avLst>
              <a:gd name="adj" fmla="val 49991"/>
            </a:avLst>
          </a:prstGeom>
          <a:solidFill>
            <a:srgbClr val="FFFFFF">
              <a:alpha val="100000"/>
            </a:srgbClr>
          </a:solidFill>
          <a:ln w="17018">
            <a:solidFill>
              <a:srgbClr val="3375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634997" y="3238525"/>
            <a:ext cx="5359372" cy="596822"/>
          </a:xfrm>
          <a:prstGeom prst="roundRect">
            <a:avLst>
              <a:gd name="adj" fmla="val 27574"/>
            </a:avLst>
          </a:prstGeom>
          <a:solidFill>
            <a:srgbClr val="FFFFFF">
              <a:alpha val="100000"/>
            </a:srgbClr>
          </a:solidFill>
          <a:ln w="17018">
            <a:solidFill>
              <a:srgbClr val="3375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590548" y="609967"/>
            <a:ext cx="5562571" cy="111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3749"/>
              </a:lnSpc>
            </a:pPr>
            <a:r>
              <a:rPr lang="en-US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Направления развития 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457109">
              <a:lnSpc>
                <a:spcPts val="3749"/>
              </a:lnSpc>
            </a:pPr>
            <a:r>
              <a:rPr lang="en-US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Productivity сервисов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1" descr="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97" y="6000415"/>
            <a:ext cx="718931" cy="222221"/>
          </a:xfrm>
          <a:prstGeom prst="rect">
            <a:avLst/>
          </a:prstGeom>
        </p:spPr>
      </p:pic>
      <p:pic>
        <p:nvPicPr>
          <p:cNvPr id="8" name="Image 2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997" y="6000415"/>
            <a:ext cx="222249" cy="222221"/>
          </a:xfrm>
          <a:prstGeom prst="rect">
            <a:avLst/>
          </a:prstGeom>
        </p:spPr>
      </p:pic>
      <p:pic>
        <p:nvPicPr>
          <p:cNvPr id="9" name="Image 3" descr=" 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1391" y="6028948"/>
            <a:ext cx="408668" cy="14009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69352" y="660760"/>
            <a:ext cx="2355838" cy="371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4" descr=" 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69353" y="660761"/>
            <a:ext cx="2347089" cy="37137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52543" y="3343159"/>
            <a:ext cx="2444992" cy="38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57109">
              <a:lnSpc>
                <a:spcPts val="2347"/>
              </a:lnSpc>
            </a:pPr>
            <a:r>
              <a:rPr lang="en-US" sz="1956" dirty="0">
                <a:solidFill>
                  <a:srgbClr val="000000">
                    <a:alpha val="100000"/>
                  </a:srgbClr>
                </a:solidFill>
                <a:latin typeface="VK Sans Display Light" pitchFamily="34" charset="0"/>
                <a:ea typeface="VK Sans Display Light" pitchFamily="34" charset="-122"/>
                <a:cs typeface="VK Sans Display Light" pitchFamily="34" charset="-120"/>
              </a:rPr>
              <a:t>Зрелость продуктов</a:t>
            </a:r>
            <a:endParaRPr lang="en-US" sz="19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634997" y="3994077"/>
            <a:ext cx="5359372" cy="596822"/>
          </a:xfrm>
          <a:prstGeom prst="roundRect">
            <a:avLst>
              <a:gd name="adj" fmla="val 27574"/>
            </a:avLst>
          </a:prstGeom>
          <a:solidFill>
            <a:srgbClr val="FFFFFF">
              <a:alpha val="100000"/>
            </a:srgbClr>
          </a:solidFill>
          <a:ln w="17018">
            <a:solidFill>
              <a:srgbClr val="3375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7"/>
          <p:cNvSpPr/>
          <p:nvPr/>
        </p:nvSpPr>
        <p:spPr>
          <a:xfrm>
            <a:off x="1352543" y="4098711"/>
            <a:ext cx="4496031" cy="38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57109">
              <a:lnSpc>
                <a:spcPts val="2347"/>
              </a:lnSpc>
            </a:pPr>
            <a:r>
              <a:rPr lang="en-US" sz="1956" dirty="0">
                <a:solidFill>
                  <a:srgbClr val="000000">
                    <a:alpha val="100000"/>
                  </a:srgbClr>
                </a:solidFill>
                <a:latin typeface="VK Sans Display Light" pitchFamily="34" charset="0"/>
                <a:ea typeface="VK Sans Display Light" pitchFamily="34" charset="-122"/>
                <a:cs typeface="VK Sans Display Light" pitchFamily="34" charset="-120"/>
              </a:rPr>
              <a:t>Обязательства перед пользователями</a:t>
            </a:r>
            <a:endParaRPr lang="en-US" sz="19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600366" y="2305371"/>
            <a:ext cx="3688983" cy="46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57109">
              <a:lnSpc>
                <a:spcPts val="2869"/>
              </a:lnSpc>
            </a:pPr>
            <a:r>
              <a:rPr lang="en-US" sz="2392" dirty="0">
                <a:solidFill>
                  <a:srgbClr val="FFFFFF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Реализация «ожиданий»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9"/>
          <p:cNvSpPr/>
          <p:nvPr/>
        </p:nvSpPr>
        <p:spPr>
          <a:xfrm>
            <a:off x="939970" y="2305371"/>
            <a:ext cx="215550" cy="46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57109">
              <a:lnSpc>
                <a:spcPts val="2869"/>
              </a:lnSpc>
            </a:pPr>
            <a:r>
              <a:rPr lang="en-US" sz="2392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1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5" descr=" 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15356" y="2775444"/>
            <a:ext cx="28430" cy="20821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598356" y="2229006"/>
            <a:ext cx="4926834" cy="612673"/>
          </a:xfrm>
          <a:prstGeom prst="roundRect">
            <a:avLst>
              <a:gd name="adj" fmla="val 49991"/>
            </a:avLst>
          </a:prstGeom>
          <a:solidFill>
            <a:srgbClr val="7F8A98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1"/>
          <p:cNvSpPr/>
          <p:nvPr/>
        </p:nvSpPr>
        <p:spPr>
          <a:xfrm>
            <a:off x="6598356" y="2229006"/>
            <a:ext cx="828039" cy="612673"/>
          </a:xfrm>
          <a:prstGeom prst="roundRect">
            <a:avLst>
              <a:gd name="adj" fmla="val 49991"/>
            </a:avLst>
          </a:prstGeom>
          <a:solidFill>
            <a:srgbClr val="FFFFFF">
              <a:alpha val="100000"/>
            </a:srgbClr>
          </a:solidFill>
          <a:ln w="17018">
            <a:solidFill>
              <a:srgbClr val="7F8A9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2"/>
          <p:cNvSpPr/>
          <p:nvPr/>
        </p:nvSpPr>
        <p:spPr>
          <a:xfrm>
            <a:off x="6597615" y="3238525"/>
            <a:ext cx="4918825" cy="596822"/>
          </a:xfrm>
          <a:prstGeom prst="roundRect">
            <a:avLst>
              <a:gd name="adj" fmla="val 27574"/>
            </a:avLst>
          </a:prstGeom>
          <a:solidFill>
            <a:srgbClr val="FFFFFF">
              <a:alpha val="100000"/>
            </a:srgbClr>
          </a:solidFill>
          <a:ln w="17018">
            <a:solidFill>
              <a:srgbClr val="7F8A9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3"/>
          <p:cNvSpPr/>
          <p:nvPr/>
        </p:nvSpPr>
        <p:spPr>
          <a:xfrm>
            <a:off x="7315162" y="3343159"/>
            <a:ext cx="1879845" cy="38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57109">
              <a:lnSpc>
                <a:spcPts val="2347"/>
              </a:lnSpc>
            </a:pPr>
            <a:r>
              <a:rPr lang="en-US" sz="1956" dirty="0">
                <a:solidFill>
                  <a:srgbClr val="000000">
                    <a:alpha val="100000"/>
                  </a:srgbClr>
                </a:solidFill>
                <a:latin typeface="VK Sans Display Light" pitchFamily="34" charset="0"/>
                <a:ea typeface="VK Sans Display Light" pitchFamily="34" charset="-122"/>
                <a:cs typeface="VK Sans Display Light" pitchFamily="34" charset="-120"/>
              </a:rPr>
              <a:t>Новые функции</a:t>
            </a:r>
            <a:endParaRPr lang="en-US" sz="19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597616" y="3994077"/>
            <a:ext cx="4918824" cy="596822"/>
          </a:xfrm>
          <a:prstGeom prst="roundRect">
            <a:avLst>
              <a:gd name="adj" fmla="val 27574"/>
            </a:avLst>
          </a:prstGeom>
          <a:solidFill>
            <a:srgbClr val="FFFFFF">
              <a:alpha val="100000"/>
            </a:srgbClr>
          </a:solidFill>
          <a:ln w="17018">
            <a:solidFill>
              <a:srgbClr val="7F8A9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15"/>
          <p:cNvSpPr/>
          <p:nvPr/>
        </p:nvSpPr>
        <p:spPr>
          <a:xfrm>
            <a:off x="7315162" y="4098711"/>
            <a:ext cx="1994144" cy="38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57109">
              <a:lnSpc>
                <a:spcPts val="2347"/>
              </a:lnSpc>
            </a:pPr>
            <a:r>
              <a:rPr lang="en-US" sz="1956" dirty="0">
                <a:solidFill>
                  <a:srgbClr val="000000">
                    <a:alpha val="100000"/>
                  </a:srgbClr>
                </a:solidFill>
                <a:latin typeface="VK Sans Display Light" pitchFamily="34" charset="0"/>
                <a:ea typeface="VK Sans Display Light" pitchFamily="34" charset="-122"/>
                <a:cs typeface="VK Sans Display Light" pitchFamily="34" charset="-120"/>
              </a:rPr>
              <a:t>Новые продукты</a:t>
            </a:r>
            <a:endParaRPr lang="en-US" sz="19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597616" y="4743279"/>
            <a:ext cx="4918824" cy="596822"/>
          </a:xfrm>
          <a:prstGeom prst="roundRect">
            <a:avLst>
              <a:gd name="adj" fmla="val 27574"/>
            </a:avLst>
          </a:prstGeom>
          <a:solidFill>
            <a:srgbClr val="FFFFFF">
              <a:alpha val="100000"/>
            </a:srgbClr>
          </a:solidFill>
          <a:ln w="17018">
            <a:solidFill>
              <a:srgbClr val="7F8A9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17"/>
          <p:cNvSpPr/>
          <p:nvPr/>
        </p:nvSpPr>
        <p:spPr>
          <a:xfrm>
            <a:off x="7315162" y="4847913"/>
            <a:ext cx="2432292" cy="38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57109">
              <a:lnSpc>
                <a:spcPts val="2347"/>
              </a:lnSpc>
            </a:pPr>
            <a:r>
              <a:rPr lang="en-US" sz="1956" dirty="0">
                <a:solidFill>
                  <a:srgbClr val="000000">
                    <a:alpha val="100000"/>
                  </a:srgbClr>
                </a:solidFill>
                <a:latin typeface="VK Sans Display Light" pitchFamily="34" charset="0"/>
                <a:ea typeface="VK Sans Display Light" pitchFamily="34" charset="-122"/>
                <a:cs typeface="VK Sans Display Light" pitchFamily="34" charset="-120"/>
              </a:rPr>
              <a:t>Инициативы продаж</a:t>
            </a:r>
            <a:endParaRPr lang="en-US" sz="19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128132" y="2305371"/>
            <a:ext cx="2450739" cy="46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57109">
              <a:lnSpc>
                <a:spcPts val="2869"/>
              </a:lnSpc>
            </a:pPr>
            <a:r>
              <a:rPr lang="en-US" sz="2392" dirty="0">
                <a:solidFill>
                  <a:srgbClr val="FFFFFF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«Новые деньги»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870839" y="2305371"/>
            <a:ext cx="272700" cy="46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57109">
              <a:lnSpc>
                <a:spcPts val="2869"/>
              </a:lnSpc>
            </a:pPr>
            <a:r>
              <a:rPr lang="en-US" sz="2392" dirty="0">
                <a:solidFill>
                  <a:srgbClr val="7F8A98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2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8" name="Image 6" descr=" 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245" y="3397254"/>
            <a:ext cx="263403" cy="273698"/>
          </a:xfrm>
          <a:prstGeom prst="rect">
            <a:avLst/>
          </a:prstGeom>
        </p:spPr>
      </p:pic>
      <p:pic>
        <p:nvPicPr>
          <p:cNvPr id="29" name="Image 7" descr=" 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8115" y="3397254"/>
            <a:ext cx="263403" cy="273698"/>
          </a:xfrm>
          <a:prstGeom prst="rect">
            <a:avLst/>
          </a:prstGeom>
        </p:spPr>
      </p:pic>
      <p:pic>
        <p:nvPicPr>
          <p:cNvPr id="30" name="Image 8" descr=" 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94465" y="4152806"/>
            <a:ext cx="263403" cy="273698"/>
          </a:xfrm>
          <a:prstGeom prst="rect">
            <a:avLst/>
          </a:prstGeom>
        </p:spPr>
      </p:pic>
      <p:pic>
        <p:nvPicPr>
          <p:cNvPr id="31" name="Image 9" descr=" 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94465" y="4902008"/>
            <a:ext cx="263403" cy="273698"/>
          </a:xfrm>
          <a:prstGeom prst="rect">
            <a:avLst/>
          </a:prstGeom>
        </p:spPr>
      </p:pic>
      <p:pic>
        <p:nvPicPr>
          <p:cNvPr id="32" name="Image 10" descr=" 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7245" y="4152806"/>
            <a:ext cx="263403" cy="27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3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47" y="609967"/>
            <a:ext cx="6769065" cy="111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3749"/>
              </a:lnSpc>
            </a:pPr>
            <a:r>
              <a:rPr lang="en-US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5 кластеров инициатив сегмента Productivity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7" y="6000415"/>
            <a:ext cx="718931" cy="222221"/>
          </a:xfrm>
          <a:prstGeom prst="rect">
            <a:avLst/>
          </a:prstGeom>
        </p:spPr>
      </p:pic>
      <p:pic>
        <p:nvPicPr>
          <p:cNvPr id="4" name="Image 1" descr=" 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97" y="6000415"/>
            <a:ext cx="222249" cy="222221"/>
          </a:xfrm>
          <a:prstGeom prst="rect">
            <a:avLst/>
          </a:prstGeom>
        </p:spPr>
      </p:pic>
      <p:pic>
        <p:nvPicPr>
          <p:cNvPr id="5" name="Image 2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392" y="6028948"/>
            <a:ext cx="408668" cy="14009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169352" y="660760"/>
            <a:ext cx="2355838" cy="371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3" descr=" 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69353" y="660761"/>
            <a:ext cx="2347089" cy="371373"/>
          </a:xfrm>
          <a:prstGeom prst="rect">
            <a:avLst/>
          </a:prstGeom>
        </p:spPr>
      </p:pic>
      <p:pic>
        <p:nvPicPr>
          <p:cNvPr id="8" name="Image 4" descr=" 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9248" y="2248054"/>
            <a:ext cx="3860780" cy="2330147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91112" y="2889321"/>
            <a:ext cx="2777052" cy="62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57109">
              <a:lnSpc>
                <a:spcPts val="2000"/>
              </a:lnSpc>
              <a:spcAft>
                <a:spcPts val="224"/>
              </a:spcAft>
            </a:pPr>
            <a:r>
              <a:rPr lang="en-US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Стабильность 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57109">
              <a:lnSpc>
                <a:spcPts val="2000"/>
              </a:lnSpc>
              <a:spcAft>
                <a:spcPts val="224"/>
              </a:spcAft>
            </a:pPr>
            <a:r>
              <a:rPr lang="en-US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и эксплуатируемость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1911341" y="1930595"/>
            <a:ext cx="730246" cy="730155"/>
          </a:xfrm>
          <a:prstGeom prst="roundRect">
            <a:avLst>
              <a:gd name="adj" fmla="val 27548"/>
            </a:avLst>
          </a:prstGeom>
          <a:solidFill>
            <a:srgbClr val="3375F6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5" descr=" 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10941" y="2123681"/>
            <a:ext cx="331045" cy="343984"/>
          </a:xfrm>
          <a:prstGeom prst="rect">
            <a:avLst/>
          </a:prstGeom>
        </p:spPr>
      </p:pic>
      <p:pic>
        <p:nvPicPr>
          <p:cNvPr id="12" name="Image 6" descr=" 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65579" y="2248054"/>
            <a:ext cx="3860780" cy="2330147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4707443" y="2889321"/>
            <a:ext cx="2777052" cy="59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57109">
              <a:lnSpc>
                <a:spcPts val="2000"/>
              </a:lnSpc>
              <a:spcAft>
                <a:spcPts val="224"/>
              </a:spcAft>
            </a:pPr>
            <a:r>
              <a:rPr lang="en-US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Информационная безопасность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5727671" y="1930595"/>
            <a:ext cx="730246" cy="730155"/>
          </a:xfrm>
          <a:prstGeom prst="roundRect">
            <a:avLst>
              <a:gd name="adj" fmla="val 27548"/>
            </a:avLst>
          </a:prstGeom>
          <a:solidFill>
            <a:srgbClr val="3375F6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7" descr=" 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7271" y="2123681"/>
            <a:ext cx="331045" cy="343984"/>
          </a:xfrm>
          <a:prstGeom prst="rect">
            <a:avLst/>
          </a:prstGeom>
        </p:spPr>
      </p:pic>
      <p:pic>
        <p:nvPicPr>
          <p:cNvPr id="16" name="Image 8" descr=" 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81909" y="2248054"/>
            <a:ext cx="3860780" cy="2330147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8711097" y="2889321"/>
            <a:ext cx="2446854" cy="59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57109">
              <a:lnSpc>
                <a:spcPts val="2000"/>
              </a:lnSpc>
              <a:spcAft>
                <a:spcPts val="224"/>
              </a:spcAft>
            </a:pPr>
            <a:r>
              <a:rPr lang="en-US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Новые функции           в наших продуктах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9544001" y="1930595"/>
            <a:ext cx="730246" cy="730155"/>
          </a:xfrm>
          <a:prstGeom prst="roundRect">
            <a:avLst>
              <a:gd name="adj" fmla="val 27548"/>
            </a:avLst>
          </a:prstGeom>
          <a:solidFill>
            <a:srgbClr val="3375F6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9" descr=" 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43601" y="2123681"/>
            <a:ext cx="331045" cy="343984"/>
          </a:xfrm>
          <a:prstGeom prst="rect">
            <a:avLst/>
          </a:prstGeom>
        </p:spPr>
      </p:pic>
      <p:pic>
        <p:nvPicPr>
          <p:cNvPr id="20" name="Image 10" descr=" 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03439" y="4419471"/>
            <a:ext cx="3860780" cy="2330147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2745303" y="5060738"/>
            <a:ext cx="2732602" cy="59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57109">
              <a:lnSpc>
                <a:spcPts val="2000"/>
              </a:lnSpc>
              <a:spcAft>
                <a:spcPts val="224"/>
              </a:spcAft>
            </a:pPr>
            <a:r>
              <a:rPr lang="en-US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Новые продукты         в линейке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3765531" y="4102012"/>
            <a:ext cx="730246" cy="730155"/>
          </a:xfrm>
          <a:prstGeom prst="roundRect">
            <a:avLst>
              <a:gd name="adj" fmla="val 27548"/>
            </a:avLst>
          </a:prstGeom>
          <a:solidFill>
            <a:srgbClr val="3375F6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11" descr=" 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65131" y="4295098"/>
            <a:ext cx="331045" cy="343984"/>
          </a:xfrm>
          <a:prstGeom prst="rect">
            <a:avLst/>
          </a:prstGeom>
        </p:spPr>
      </p:pic>
      <p:pic>
        <p:nvPicPr>
          <p:cNvPr id="24" name="Image 12" descr=" 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19769" y="4419471"/>
            <a:ext cx="3860780" cy="2330147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6643123" y="5060738"/>
            <a:ext cx="2607719" cy="59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57109">
              <a:lnSpc>
                <a:spcPts val="2000"/>
              </a:lnSpc>
              <a:spcAft>
                <a:spcPts val="224"/>
              </a:spcAft>
            </a:pPr>
            <a:r>
              <a:rPr lang="ru-RU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Развитие</a:t>
            </a:r>
            <a:br>
              <a:rPr lang="ru-RU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</a:br>
            <a:r>
              <a:rPr lang="ru-RU" sz="2000" dirty="0">
                <a:solidFill>
                  <a:srgbClr val="3375F6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продаж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7581861" y="4102012"/>
            <a:ext cx="730246" cy="730155"/>
          </a:xfrm>
          <a:prstGeom prst="roundRect">
            <a:avLst>
              <a:gd name="adj" fmla="val 27548"/>
            </a:avLst>
          </a:prstGeom>
          <a:solidFill>
            <a:srgbClr val="3375F6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7" name="Image 13" descr=" 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81461" y="4295098"/>
            <a:ext cx="331045" cy="343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692150"/>
            <a:ext cx="10855854" cy="644241"/>
          </a:xfrm>
        </p:spPr>
        <p:txBody>
          <a:bodyPr vert="horz"/>
          <a:lstStyle/>
          <a:p>
            <a:pPr>
              <a:defRPr/>
            </a:pPr>
            <a:r>
              <a:rPr lang="ru-RU"/>
              <a:t>1. Стабильность, Эксплуатируемость, Управляемость</a:t>
            </a:r>
            <a:endParaRPr lang="en-US"/>
          </a:p>
        </p:txBody>
      </p:sp>
      <p:sp>
        <p:nvSpPr>
          <p:cNvPr id="17" name="Rectangle 53"/>
          <p:cNvSpPr/>
          <p:nvPr/>
        </p:nvSpPr>
        <p:spPr bwMode="auto"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8" name="Rectangle 75"/>
          <p:cNvSpPr/>
          <p:nvPr/>
        </p:nvSpPr>
        <p:spPr bwMode="auto"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9" name="Rectangle 76"/>
          <p:cNvSpPr/>
          <p:nvPr/>
        </p:nvSpPr>
        <p:spPr bwMode="auto"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0" name="Rectangle 79"/>
          <p:cNvSpPr/>
          <p:nvPr/>
        </p:nvSpPr>
        <p:spPr bwMode="auto"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1" name="Rectangle 80"/>
          <p:cNvSpPr/>
          <p:nvPr/>
        </p:nvSpPr>
        <p:spPr bwMode="auto"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2" name="Rectangle 81"/>
          <p:cNvSpPr/>
          <p:nvPr/>
        </p:nvSpPr>
        <p:spPr bwMode="auto"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3" name="Rectangle 82"/>
          <p:cNvSpPr/>
          <p:nvPr/>
        </p:nvSpPr>
        <p:spPr bwMode="auto"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4" name="Rectangle 83"/>
          <p:cNvSpPr/>
          <p:nvPr/>
        </p:nvSpPr>
        <p:spPr bwMode="auto"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5" name="Rectangle 84"/>
          <p:cNvSpPr/>
          <p:nvPr/>
        </p:nvSpPr>
        <p:spPr bwMode="auto"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6503610" y="1649947"/>
            <a:ext cx="4549586" cy="1846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Эффект на выручку: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2,15 млрд руб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Блокирующий фактор для других инициатив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503609" y="4149625"/>
            <a:ext cx="5030657" cy="1846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Необходимые дополнительные ресурсы: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+ 20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команда Почта-Календарь-Диск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2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0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команда Звонки-</a:t>
            </a:r>
            <a:r>
              <a:rPr lang="ru-RU" b="1" kern="0" dirty="0">
                <a:solidFill>
                  <a:srgbClr val="000000"/>
                </a:solidFill>
                <a:latin typeface="SF Pro Text Light"/>
                <a:cs typeface="Arial"/>
              </a:rPr>
              <a:t>Мессенджер-платформа</a:t>
            </a: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2" name="Rectangle 26"/>
          <p:cNvSpPr/>
          <p:nvPr/>
        </p:nvSpPr>
        <p:spPr bwMode="auto">
          <a:xfrm>
            <a:off x="677334" y="1649947"/>
            <a:ext cx="5011057" cy="2123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Цели: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Crash-free, bug-free</a:t>
            </a: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Стабильность развертывания, обновления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Конфигурирование, наблюдаемость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Развертывание партнерами на среднюю компанию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Сокращение ТТМ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3" name="Rectangle 26"/>
          <p:cNvSpPr/>
          <p:nvPr/>
        </p:nvSpPr>
        <p:spPr bwMode="auto">
          <a:xfrm>
            <a:off x="677333" y="4108224"/>
            <a:ext cx="4549586" cy="2339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Основные этапы и сроки реализации: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Слом тенденции увеличения кол-ва багов в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backlog - </a:t>
            </a: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в течение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 2025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Инициатива 5К –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Q1’25</a:t>
            </a: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Управляемость. Админка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VKT</a:t>
            </a: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–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 2025</a:t>
            </a: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Конфигуратор и наблюдаемость -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</a:t>
            </a: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2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2025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k8s – </a:t>
            </a: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ПКД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H1’25, </a:t>
            </a: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ЗМ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H2’25</a:t>
            </a: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 bwMode="auto">
          <a:xfrm>
            <a:off x="10177153" y="0"/>
            <a:ext cx="2014847" cy="61012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/>
                <a:cs typeface="Arial"/>
              </a:rPr>
              <a:t>WIP</a:t>
            </a: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ru-RU"/>
              <a:t>2. Информационная безопасность</a:t>
            </a:r>
            <a:endParaRPr lang="en-US"/>
          </a:p>
        </p:txBody>
      </p:sp>
      <p:sp>
        <p:nvSpPr>
          <p:cNvPr id="17" name="Rectangle 53"/>
          <p:cNvSpPr/>
          <p:nvPr/>
        </p:nvSpPr>
        <p:spPr bwMode="auto"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8" name="Rectangle 75"/>
          <p:cNvSpPr/>
          <p:nvPr/>
        </p:nvSpPr>
        <p:spPr bwMode="auto"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9" name="Rectangle 76"/>
          <p:cNvSpPr/>
          <p:nvPr/>
        </p:nvSpPr>
        <p:spPr bwMode="auto"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0" name="Rectangle 79"/>
          <p:cNvSpPr/>
          <p:nvPr/>
        </p:nvSpPr>
        <p:spPr bwMode="auto"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1" name="Rectangle 80"/>
          <p:cNvSpPr/>
          <p:nvPr/>
        </p:nvSpPr>
        <p:spPr bwMode="auto"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2" name="Rectangle 81"/>
          <p:cNvSpPr/>
          <p:nvPr/>
        </p:nvSpPr>
        <p:spPr bwMode="auto"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3" name="Rectangle 82"/>
          <p:cNvSpPr/>
          <p:nvPr/>
        </p:nvSpPr>
        <p:spPr bwMode="auto"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4" name="Rectangle 83"/>
          <p:cNvSpPr/>
          <p:nvPr/>
        </p:nvSpPr>
        <p:spPr bwMode="auto"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5" name="Rectangle 84"/>
          <p:cNvSpPr/>
          <p:nvPr/>
        </p:nvSpPr>
        <p:spPr bwMode="auto"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6503610" y="1448841"/>
            <a:ext cx="4549586" cy="1415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Эффект на выручку: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ea typeface="+mn-ea"/>
                <a:cs typeface="Arial"/>
              </a:rPr>
              <a:t>6</a:t>
            </a: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млрд руб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Блокирующий фактор для других инициатив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</a:t>
            </a: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503609" y="3907572"/>
            <a:ext cx="5039657" cy="1554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Необходимые дополнительные ресурсы: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+ 15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команда ПКД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+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3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0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команда ЗМ (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VKT)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F Pro Text Light"/>
                <a:cs typeface="Arial"/>
              </a:rPr>
              <a:t>ФСТЭК: оценка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2" name="Rectangle 26"/>
          <p:cNvSpPr/>
          <p:nvPr/>
        </p:nvSpPr>
        <p:spPr bwMode="auto">
          <a:xfrm>
            <a:off x="677334" y="1448841"/>
            <a:ext cx="4882638" cy="2339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Цели: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Защита от угроз и уязвимостей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Защита ПДн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Соответствие требованиям регуляторов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Предоставить эффективное решение для аттестации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On premise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Предложение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SaaS, </a:t>
            </a: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как альтернативы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On-premise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3" name="Rectangle 26"/>
          <p:cNvSpPr/>
          <p:nvPr/>
        </p:nvSpPr>
        <p:spPr bwMode="auto">
          <a:xfrm>
            <a:off x="677334" y="3907573"/>
            <a:ext cx="4549586" cy="2339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Основные этапы и сроки реализации: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IAM –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полное решение -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H2’25 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DLP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. Мессенджер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–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прод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версия -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H2’25 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DLP.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Почта, Диск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–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H1’25 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Приложения. Функциональность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MAM – H1-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 2025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ru-RU" sz="1400" kern="0" dirty="0">
                <a:solidFill>
                  <a:srgbClr val="000000"/>
                </a:solidFill>
                <a:latin typeface="SF Pro Text Light"/>
                <a:cs typeface="Arial"/>
              </a:rPr>
              <a:t>Аттестация ФЗ-152 для облака - </a:t>
            </a:r>
            <a:r>
              <a:rPr lang="ru-RU" sz="1400" b="1" kern="0" dirty="0">
                <a:solidFill>
                  <a:srgbClr val="000000"/>
                </a:solidFill>
                <a:latin typeface="SF Pro Text Light"/>
                <a:cs typeface="Arial"/>
              </a:rPr>
              <a:t>2025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 bwMode="auto">
          <a:xfrm>
            <a:off x="10177153" y="0"/>
            <a:ext cx="2014847" cy="61012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/>
                <a:cs typeface="Arial"/>
              </a:rPr>
              <a:t>WIP</a:t>
            </a: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ru-RU"/>
              <a:t>3. Новые функции</a:t>
            </a:r>
            <a:endParaRPr lang="en-US"/>
          </a:p>
        </p:txBody>
      </p:sp>
      <p:sp>
        <p:nvSpPr>
          <p:cNvPr id="17" name="Rectangle 53"/>
          <p:cNvSpPr/>
          <p:nvPr/>
        </p:nvSpPr>
        <p:spPr bwMode="auto"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8" name="Rectangle 75"/>
          <p:cNvSpPr/>
          <p:nvPr/>
        </p:nvSpPr>
        <p:spPr bwMode="auto"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9" name="Rectangle 76"/>
          <p:cNvSpPr/>
          <p:nvPr/>
        </p:nvSpPr>
        <p:spPr bwMode="auto"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0" name="Rectangle 79"/>
          <p:cNvSpPr/>
          <p:nvPr/>
        </p:nvSpPr>
        <p:spPr bwMode="auto"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1" name="Rectangle 80"/>
          <p:cNvSpPr/>
          <p:nvPr/>
        </p:nvSpPr>
        <p:spPr bwMode="auto"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2" name="Rectangle 81"/>
          <p:cNvSpPr/>
          <p:nvPr/>
        </p:nvSpPr>
        <p:spPr bwMode="auto"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3" name="Rectangle 82"/>
          <p:cNvSpPr/>
          <p:nvPr/>
        </p:nvSpPr>
        <p:spPr bwMode="auto"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4" name="Rectangle 83"/>
          <p:cNvSpPr/>
          <p:nvPr/>
        </p:nvSpPr>
        <p:spPr bwMode="auto"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5" name="Rectangle 84"/>
          <p:cNvSpPr/>
          <p:nvPr/>
        </p:nvSpPr>
        <p:spPr bwMode="auto"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5494506"/>
            <a:ext cx="2743200" cy="365125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DE1744-803E-4708-8F85-3A4872A0B160}" type="slidenum">
              <a:rPr kumimoji="0" lang="ru-RU" sz="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8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6503610" y="1301696"/>
            <a:ext cx="4549586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Эффект на выручку: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4,07 млрд руб</a:t>
            </a: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503609" y="3287781"/>
            <a:ext cx="5030657" cy="1554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Необходимые дополнительные ресурсы: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+ 20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команда ПКД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7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SF Pro Text Light"/>
                <a:cs typeface="Arial"/>
              </a:rPr>
              <a:t>0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FTE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команда ЗМ (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VKT)</a:t>
            </a: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+ 3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продуктовый маркетинг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2" name="Rectangle 26"/>
          <p:cNvSpPr/>
          <p:nvPr/>
        </p:nvSpPr>
        <p:spPr bwMode="auto">
          <a:xfrm>
            <a:off x="677334" y="1301696"/>
            <a:ext cx="4549586" cy="1446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Цели: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Снять барьеры продаж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Увеличить кол-во активных пользователей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3" name="Rectangle 26"/>
          <p:cNvSpPr/>
          <p:nvPr/>
        </p:nvSpPr>
        <p:spPr bwMode="auto">
          <a:xfrm>
            <a:off x="677334" y="2808940"/>
            <a:ext cx="5011057" cy="2339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Основные этапы и сроки реализации: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Федерация мессенджера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On-premise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:</a:t>
            </a:r>
            <a:b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 2025 – 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пилот,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 2025 - </a:t>
            </a:r>
            <a:r>
              <a:rPr kumimoji="0" lang="ru-RU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прод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версия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Суперапп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 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 ТК Почта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-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 2025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Суперапп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. Брендирование. Проекты –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-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 2025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ВКС. Мощность 500+ участников в звонке –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 2025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Переговорные комнаты –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H1’25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 bwMode="auto">
          <a:xfrm>
            <a:off x="10177153" y="0"/>
            <a:ext cx="2014847" cy="61012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/>
                <a:cs typeface="Arial"/>
              </a:rPr>
              <a:t>WIP</a:t>
            </a: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692150"/>
            <a:ext cx="10855854" cy="644241"/>
          </a:xfrm>
        </p:spPr>
        <p:txBody>
          <a:bodyPr vert="horz"/>
          <a:lstStyle/>
          <a:p>
            <a:pPr>
              <a:defRPr/>
            </a:pPr>
            <a:r>
              <a:rPr lang="ru-RU"/>
              <a:t>4. Новые продукты</a:t>
            </a:r>
            <a:endParaRPr lang="en-US"/>
          </a:p>
        </p:txBody>
      </p:sp>
      <p:sp>
        <p:nvSpPr>
          <p:cNvPr id="17" name="Rectangle 53"/>
          <p:cNvSpPr/>
          <p:nvPr/>
        </p:nvSpPr>
        <p:spPr bwMode="auto"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8" name="Rectangle 75"/>
          <p:cNvSpPr/>
          <p:nvPr/>
        </p:nvSpPr>
        <p:spPr bwMode="auto"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9" name="Rectangle 76"/>
          <p:cNvSpPr/>
          <p:nvPr/>
        </p:nvSpPr>
        <p:spPr bwMode="auto"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0" name="Rectangle 79"/>
          <p:cNvSpPr/>
          <p:nvPr/>
        </p:nvSpPr>
        <p:spPr bwMode="auto"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1" name="Rectangle 80"/>
          <p:cNvSpPr/>
          <p:nvPr/>
        </p:nvSpPr>
        <p:spPr bwMode="auto"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2" name="Rectangle 81"/>
          <p:cNvSpPr/>
          <p:nvPr/>
        </p:nvSpPr>
        <p:spPr bwMode="auto"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3" name="Rectangle 82"/>
          <p:cNvSpPr/>
          <p:nvPr/>
        </p:nvSpPr>
        <p:spPr bwMode="auto"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4" name="Rectangle 83"/>
          <p:cNvSpPr/>
          <p:nvPr/>
        </p:nvSpPr>
        <p:spPr bwMode="auto"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5" name="Rectangle 84"/>
          <p:cNvSpPr/>
          <p:nvPr/>
        </p:nvSpPr>
        <p:spPr bwMode="auto"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DE1744-803E-4708-8F85-3A4872A0B160}" type="slidenum">
              <a:rPr kumimoji="0" lang="ru-RU" sz="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8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6503610" y="1649947"/>
            <a:ext cx="4549586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Эффект на выручку: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6,25 млрд руб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6503610" y="4149626"/>
            <a:ext cx="5029578" cy="2431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Необходимые дополнительные ресурсы: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F Pro Text Light"/>
                <a:cs typeface="Arial"/>
              </a:rPr>
              <a:t>Зависит от способа реализации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+ 5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ПКД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Grow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команда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+ 1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продуктовый маркетинг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2" name="Rectangle 26"/>
          <p:cNvSpPr/>
          <p:nvPr/>
        </p:nvSpPr>
        <p:spPr bwMode="auto">
          <a:xfrm>
            <a:off x="677334" y="1649947"/>
            <a:ext cx="5011057" cy="1384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Цели: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Привлечение новых пользователей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Удержание пользователей внутри сервисов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3" name="Rectangle 26"/>
          <p:cNvSpPr/>
          <p:nvPr/>
        </p:nvSpPr>
        <p:spPr bwMode="auto">
          <a:xfrm>
            <a:off x="677333" y="4108224"/>
            <a:ext cx="4549586" cy="175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Основные этапы и сроки реализации: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Диск 2 –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H2’25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Доска – 2025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Проекты с Р7 –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2025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 bwMode="auto">
          <a:xfrm>
            <a:off x="10177153" y="0"/>
            <a:ext cx="2014847" cy="61012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/>
                <a:cs typeface="Arial"/>
              </a:rPr>
              <a:t>WIP</a:t>
            </a: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692150"/>
            <a:ext cx="10855854" cy="644241"/>
          </a:xfrm>
        </p:spPr>
        <p:txBody>
          <a:bodyPr vert="horz"/>
          <a:lstStyle/>
          <a:p>
            <a:pPr>
              <a:defRPr/>
            </a:pPr>
            <a:r>
              <a:rPr lang="ru-RU" dirty="0"/>
              <a:t>5. Развитие продаж</a:t>
            </a:r>
            <a:endParaRPr lang="en-US" dirty="0"/>
          </a:p>
        </p:txBody>
      </p:sp>
      <p:sp>
        <p:nvSpPr>
          <p:cNvPr id="17" name="Rectangle 53"/>
          <p:cNvSpPr/>
          <p:nvPr/>
        </p:nvSpPr>
        <p:spPr bwMode="auto"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8" name="Rectangle 75"/>
          <p:cNvSpPr/>
          <p:nvPr/>
        </p:nvSpPr>
        <p:spPr bwMode="auto"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9" name="Rectangle 76"/>
          <p:cNvSpPr/>
          <p:nvPr/>
        </p:nvSpPr>
        <p:spPr bwMode="auto"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0" name="Rectangle 79"/>
          <p:cNvSpPr/>
          <p:nvPr/>
        </p:nvSpPr>
        <p:spPr bwMode="auto"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1" name="Rectangle 80"/>
          <p:cNvSpPr/>
          <p:nvPr/>
        </p:nvSpPr>
        <p:spPr bwMode="auto"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2" name="Rectangle 81"/>
          <p:cNvSpPr/>
          <p:nvPr/>
        </p:nvSpPr>
        <p:spPr bwMode="auto"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3" name="Rectangle 82"/>
          <p:cNvSpPr/>
          <p:nvPr/>
        </p:nvSpPr>
        <p:spPr bwMode="auto"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4" name="Rectangle 83"/>
          <p:cNvSpPr/>
          <p:nvPr/>
        </p:nvSpPr>
        <p:spPr bwMode="auto"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5" name="Rectangle 84"/>
          <p:cNvSpPr/>
          <p:nvPr/>
        </p:nvSpPr>
        <p:spPr bwMode="auto"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8767820" y="6356350"/>
            <a:ext cx="2743200" cy="365125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DE1744-803E-4708-8F85-3A4872A0B160}" type="slidenum">
              <a:rPr kumimoji="0" lang="ru-RU" sz="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8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6503610" y="1649947"/>
            <a:ext cx="4549586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Эффект на выручку: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3,5 млрд руб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6503610" y="4149626"/>
            <a:ext cx="5029578" cy="2000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Необходимые дополнительные ресурсы: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Зависит от способа реализации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Grow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команды (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SaaS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и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on-prem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команда региональных продаж (4 </a:t>
            </a:r>
            <a:r>
              <a:rPr lang="en-US" b="1" kern="0" dirty="0">
                <a:solidFill>
                  <a:srgbClr val="000000"/>
                </a:solidFill>
                <a:latin typeface="SF Pro Text Light"/>
                <a:cs typeface="Arial"/>
              </a:rPr>
              <a:t>FTE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).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+ 1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FTE 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продуктовый маркетинг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2" name="Rectangle 26"/>
          <p:cNvSpPr/>
          <p:nvPr/>
        </p:nvSpPr>
        <p:spPr bwMode="auto">
          <a:xfrm>
            <a:off x="677334" y="1649947"/>
            <a:ext cx="5011057" cy="1384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Цели: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Увеличение продаж в регионах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Увеличение продаж через партнеров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Увеличение среднего чека продажи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3" name="Rectangle 26"/>
          <p:cNvSpPr/>
          <p:nvPr/>
        </p:nvSpPr>
        <p:spPr bwMode="auto">
          <a:xfrm>
            <a:off x="677333" y="4108224"/>
            <a:ext cx="4549586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Основные этапы и сроки реализации: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ПАК – 2025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Региональные продажи: 2025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Продвижение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/>
                <a:cs typeface="Arial"/>
              </a:rPr>
              <a:t>Hosted: H1’25</a:t>
            </a: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 bwMode="auto">
          <a:xfrm>
            <a:off x="10177153" y="0"/>
            <a:ext cx="2014847" cy="61012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/>
                <a:cs typeface="Arial"/>
              </a:rPr>
              <a:t>WIP</a:t>
            </a: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3"/>
          <p:cNvSpPr/>
          <p:nvPr/>
        </p:nvSpPr>
        <p:spPr bwMode="auto"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" name="Rectangle 75"/>
          <p:cNvSpPr/>
          <p:nvPr/>
        </p:nvSpPr>
        <p:spPr bwMode="auto"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Rectangle 76"/>
          <p:cNvSpPr/>
          <p:nvPr/>
        </p:nvSpPr>
        <p:spPr bwMode="auto"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Rectangle 79"/>
          <p:cNvSpPr/>
          <p:nvPr/>
        </p:nvSpPr>
        <p:spPr bwMode="auto"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" name="Rectangle 80"/>
          <p:cNvSpPr/>
          <p:nvPr/>
        </p:nvSpPr>
        <p:spPr bwMode="auto"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Rectangle 81"/>
          <p:cNvSpPr/>
          <p:nvPr/>
        </p:nvSpPr>
        <p:spPr bwMode="auto"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3" name="Rectangle 82"/>
          <p:cNvSpPr/>
          <p:nvPr/>
        </p:nvSpPr>
        <p:spPr bwMode="auto"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Rectangle 83"/>
          <p:cNvSpPr/>
          <p:nvPr/>
        </p:nvSpPr>
        <p:spPr bwMode="auto"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Rectangle 84"/>
          <p:cNvSpPr/>
          <p:nvPr/>
        </p:nvSpPr>
        <p:spPr bwMode="auto"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7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11308134" y="6356350"/>
            <a:ext cx="202886" cy="365125"/>
          </a:xfrm>
        </p:spPr>
        <p:txBody>
          <a:bodyPr/>
          <a:lstStyle/>
          <a:p>
            <a:pPr>
              <a:defRPr/>
            </a:pPr>
            <a:fld id="{68DE1744-803E-4708-8F85-3A4872A0B160}" type="slidenum">
              <a:rPr lang="ru-RU"/>
              <a:t>14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ru-RU" sz="2800"/>
              <a:t>5 ключевых инициатив</a:t>
            </a:r>
            <a:endParaRPr/>
          </a:p>
        </p:txBody>
      </p:sp>
      <p:graphicFrame>
        <p:nvGraphicFramePr>
          <p:cNvPr id="174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87357"/>
              </p:ext>
            </p:extLst>
          </p:nvPr>
        </p:nvGraphicFramePr>
        <p:xfrm>
          <a:off x="677334" y="1103000"/>
          <a:ext cx="10872000" cy="5494861"/>
        </p:xfrm>
        <a:graphic>
          <a:graphicData uri="http://schemas.openxmlformats.org/drawingml/2006/table">
            <a:tbl>
              <a:tblPr/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3766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1" i="0" u="none" strike="noStrike">
                          <a:solidFill>
                            <a:schemeClr val="bg2"/>
                          </a:solidFill>
                          <a:latin typeface="+mn-lt"/>
                        </a:rPr>
                        <a:t>Инициатива </a:t>
                      </a:r>
                      <a:endParaRPr/>
                    </a:p>
                  </a:txBody>
                  <a:tcPr marL="45720" marR="45720" anchor="b">
                    <a:lnL w="6350" algn="ctr">
                      <a:solidFill>
                        <a:schemeClr val="accent5"/>
                      </a:solidFill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latin typeface="+mn-lt"/>
                        </a:rPr>
                        <a:t>Описание</a:t>
                      </a:r>
                      <a:endParaRPr dirty="0"/>
                    </a:p>
                  </a:txBody>
                  <a:tcPr marL="45720" marR="45720" anchor="b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latin typeface="+mn-lt"/>
                        </a:rPr>
                        <a:t>Дополнительные  ресурсы</a:t>
                      </a:r>
                      <a:br>
                        <a:rPr lang="ru-RU" sz="1200" b="1" i="0" u="none" strike="noStrike" dirty="0">
                          <a:solidFill>
                            <a:schemeClr val="bg2"/>
                          </a:solidFill>
                          <a:latin typeface="+mn-lt"/>
                        </a:rPr>
                      </a:br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latin typeface="+mn-lt"/>
                        </a:rPr>
                        <a:t>для реализации инициативы</a:t>
                      </a:r>
                    </a:p>
                  </a:txBody>
                  <a:tcPr marL="45720" marR="45720" anchor="b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1" i="0" u="none" strike="noStrike">
                          <a:solidFill>
                            <a:schemeClr val="bg2"/>
                          </a:solidFill>
                          <a:latin typeface="+mn-lt"/>
                        </a:rPr>
                        <a:t>Кол-во проектов</a:t>
                      </a:r>
                      <a:r>
                        <a:rPr lang="en-US" sz="1200" b="1" i="0" u="none" strike="noStrike">
                          <a:solidFill>
                            <a:schemeClr val="bg2"/>
                          </a:solidFill>
                          <a:latin typeface="+mn-lt"/>
                        </a:rPr>
                        <a:t>, </a:t>
                      </a:r>
                      <a:r>
                        <a:rPr lang="ru-RU" sz="1200" b="1" i="0" u="none" strike="noStrike">
                          <a:solidFill>
                            <a:schemeClr val="bg2"/>
                          </a:solidFill>
                          <a:latin typeface="+mn-lt"/>
                        </a:rPr>
                        <a:t>шт</a:t>
                      </a:r>
                      <a:r>
                        <a:rPr lang="en-US" sz="1200" b="1" i="0" u="none" strike="noStrike">
                          <a:solidFill>
                            <a:schemeClr val="bg2"/>
                          </a:solidFill>
                          <a:latin typeface="+mn-lt"/>
                        </a:rPr>
                        <a:t>.</a:t>
                      </a:r>
                      <a:endParaRPr lang="ru-RU" sz="1200" b="1" i="0" u="none" strike="noStrike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200" b="1" i="0" u="none" strike="noStrike">
                          <a:solidFill>
                            <a:schemeClr val="bg2"/>
                          </a:solidFill>
                          <a:latin typeface="+mn-lt"/>
                        </a:rPr>
                        <a:t>Эффект на выручку в 2027, млн руб.</a:t>
                      </a:r>
                      <a:endParaRPr/>
                    </a:p>
                  </a:txBody>
                  <a:tcPr marL="45720" marR="45720" anchor="b">
                    <a:lnL w="6350" algn="ctr">
                      <a:noFill/>
                    </a:lnL>
                    <a:lnR w="6350" algn="ctr">
                      <a:solidFill>
                        <a:schemeClr val="accent5"/>
                      </a:solidFill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30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1. Стабильность и 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эксплуатируемость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Плешаков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fr-F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6350" algn="ctr">
                      <a:solidFill>
                        <a:schemeClr val="accent5"/>
                      </a:solidFill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defRPr/>
                      </a:pPr>
                      <a:r>
                        <a:rPr lang="en" sz="1200" b="0">
                          <a:solidFill>
                            <a:schemeClr val="tx1"/>
                          </a:solidFill>
                          <a:latin typeface="+mn-lt"/>
                        </a:rPr>
                        <a:t>Crash-free </a:t>
                      </a: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</a:rPr>
                        <a:t>клиентских приложений, быстрое развертывание без участия вендора, доступные инструменты администрирования, мониторинг, журналирование, качественная документация, оперативная поддержка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+ 20 FTE команда ПКД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+ 20 FTE команда ЗМ (</a:t>
                      </a: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VKT)</a:t>
                      </a:r>
                      <a:endParaRPr kumimoji="0" lang="ru-RU" sz="12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участие </a:t>
                      </a: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B2C</a:t>
                      </a:r>
                      <a:endParaRPr kumimoji="0" lang="ru-RU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ru-RU" sz="1200" b="0" i="0" u="none" strike="noStrik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latin typeface="+mn-lt"/>
                        </a:rPr>
                        <a:t>2 150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solidFill>
                        <a:schemeClr val="accent5"/>
                      </a:solidFill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30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Информационная безопасность</a:t>
                      </a:r>
                    </a:p>
                    <a:p>
                      <a:pPr algn="l"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(</a:t>
                      </a: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Плешаков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)</a:t>
                      </a:r>
                      <a:endParaRPr dirty="0"/>
                    </a:p>
                  </a:txBody>
                  <a:tcPr marL="45720" marR="45720">
                    <a:lnL w="6350" algn="ctr">
                      <a:solidFill>
                        <a:schemeClr val="accent5"/>
                      </a:solidFill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/>
                        <a:buNone/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Реальное обеспечение ИБ в продуктах (политики, функции, интеграции) + готовность к аттестации ИС.</a:t>
                      </a:r>
                      <a:endParaRPr/>
                    </a:p>
                    <a:p>
                      <a:pPr marL="0" indent="0" algn="l">
                        <a:buFont typeface="Arial"/>
                        <a:buNone/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Реализовать функции ИБ в </a:t>
                      </a:r>
                      <a:r>
                        <a:rPr lang="en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SaaS, </a:t>
                      </a: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так что бы ИБ-подразделения компаний были согласны использовать сервис.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+ 15 FTE команда ПКД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+ 30 FTE команда ЗМ (VKT)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ФСТЭК: оценка</a:t>
                      </a: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участие </a:t>
                      </a: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B2C</a:t>
                      </a:r>
                      <a:endParaRPr kumimoji="0" lang="ru-RU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6 000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solidFill>
                        <a:schemeClr val="accent5"/>
                      </a:solidFill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766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Новые функции</a:t>
                      </a:r>
                    </a:p>
                    <a:p>
                      <a:pPr algn="l"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(Щеглов)</a:t>
                      </a:r>
                      <a:endParaRPr dirty="0"/>
                    </a:p>
                  </a:txBody>
                  <a:tcPr marL="45720" marR="45720">
                    <a:lnL w="6350" algn="ctr">
                      <a:solidFill>
                        <a:schemeClr val="accent5"/>
                      </a:solidFill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Новые функции в текущей линейке продуктов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VK </a:t>
                      </a:r>
                      <a:r>
                        <a:rPr lang="en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WorkSpace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+ 20 FTE команда ПКД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+ 70 FTE команда ЗМ (VKT)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+ 3 FTE продуктовый маркетинг</a:t>
                      </a:r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dirty="0"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4 070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solidFill>
                        <a:schemeClr val="accent5"/>
                      </a:solidFill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67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 Новые продукты в линейке</a:t>
                      </a:r>
                      <a:b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(Щеглов)</a:t>
                      </a:r>
                      <a:endParaRPr dirty="0"/>
                    </a:p>
                  </a:txBody>
                  <a:tcPr marL="45720" marR="45720">
                    <a:lnL w="6350" algn="ctr">
                      <a:solidFill>
                        <a:schemeClr val="accent5"/>
                      </a:solidFill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Новые продукты в линейке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VK </a:t>
                      </a:r>
                      <a:r>
                        <a:rPr lang="en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WorkSpace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Зависит от способа реализации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+ 5 FTE ПКД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ru-RU" sz="12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Grow</a:t>
                      </a: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команда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+ 1 FTE продуктовый маркетинг </a:t>
                      </a:r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6 250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solidFill>
                        <a:schemeClr val="accent5"/>
                      </a:solidFill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766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 Развитие продаж</a:t>
                      </a:r>
                      <a:b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Тен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/>
                    </a:p>
                  </a:txBody>
                  <a:tcPr marL="45720" marR="45720">
                    <a:lnL w="6350" algn="ctr">
                      <a:solidFill>
                        <a:schemeClr val="accent5"/>
                      </a:solidFill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Маркетинг, партнерства и другие формы развития продукта, не меняющие его внутренние свойства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Зависит от способа реализации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ru-RU" sz="12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Grow</a:t>
                      </a: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команды (</a:t>
                      </a:r>
                      <a:r>
                        <a:rPr kumimoji="0" lang="ru-RU" sz="12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и </a:t>
                      </a:r>
                      <a:r>
                        <a:rPr kumimoji="0" lang="ru-RU" sz="12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on-prem</a:t>
                      </a: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команда региональных продаж (4 </a:t>
                      </a:r>
                      <a:r>
                        <a:rPr kumimoji="0" lang="ru-RU" sz="12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FTE</a:t>
                      </a: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ru-RU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+ 1 FTE продуктовый маркетинг </a:t>
                      </a:r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noFill/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3 500</a:t>
                      </a:r>
                      <a:endParaRPr dirty="0"/>
                    </a:p>
                  </a:txBody>
                  <a:tcPr marL="45720" marR="45720">
                    <a:lnL w="6350" algn="ctr">
                      <a:noFill/>
                    </a:lnL>
                    <a:lnR w="6350" algn="ctr">
                      <a:solidFill>
                        <a:schemeClr val="accent5"/>
                      </a:solidFill>
                    </a:lnR>
                    <a:lnT w="6350" algn="ctr">
                      <a:solidFill>
                        <a:schemeClr val="accent5"/>
                      </a:solidFill>
                    </a:lnT>
                    <a:lnB w="6350" algn="ctr">
                      <a:solidFill>
                        <a:schemeClr val="accent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90548" y="609967"/>
            <a:ext cx="5562571" cy="59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3749"/>
              </a:lnSpc>
            </a:pPr>
            <a:r>
              <a:rPr lang="en-US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VK </a:t>
            </a:r>
            <a:r>
              <a:rPr lang="en-US" sz="2800" dirty="0" err="1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WorkSpace</a:t>
            </a:r>
            <a:r>
              <a:rPr lang="en-US" sz="2800" dirty="0">
                <a:solidFill>
                  <a:srgbClr val="000000">
                    <a:alpha val="100000"/>
                  </a:srgbClr>
                </a:solidFill>
                <a:latin typeface="VK Sans Display Medium" pitchFamily="34" charset="0"/>
                <a:ea typeface="VK Sans Display Medium" pitchFamily="34" charset="-122"/>
                <a:cs typeface="VK Sans Display Medium" pitchFamily="34" charset="-120"/>
              </a:rPr>
              <a:t> 2025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7" y="6000415"/>
            <a:ext cx="718931" cy="222221"/>
          </a:xfrm>
          <a:prstGeom prst="rect">
            <a:avLst/>
          </a:prstGeom>
        </p:spPr>
      </p:pic>
      <p:pic>
        <p:nvPicPr>
          <p:cNvPr id="8" name="Image 2" descr=" 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97" y="6000415"/>
            <a:ext cx="222249" cy="222221"/>
          </a:xfrm>
          <a:prstGeom prst="rect">
            <a:avLst/>
          </a:prstGeom>
        </p:spPr>
      </p:pic>
      <p:pic>
        <p:nvPicPr>
          <p:cNvPr id="9" name="Image 3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391" y="6028948"/>
            <a:ext cx="408668" cy="14009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69352" y="660760"/>
            <a:ext cx="2355838" cy="371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4" descr=" 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69353" y="660761"/>
            <a:ext cx="2347089" cy="371373"/>
          </a:xfrm>
          <a:prstGeom prst="rect">
            <a:avLst/>
          </a:prstGeom>
        </p:spPr>
      </p:pic>
      <p:sp>
        <p:nvSpPr>
          <p:cNvPr id="34" name="Rectangle 26">
            <a:extLst>
              <a:ext uri="{FF2B5EF4-FFF2-40B4-BE49-F238E27FC236}">
                <a16:creationId xmlns:a16="http://schemas.microsoft.com/office/drawing/2014/main" id="{7E79D293-5D41-42E3-AE54-FBFD4A3D66E2}"/>
              </a:ext>
            </a:extLst>
          </p:cNvPr>
          <p:cNvSpPr/>
          <p:nvPr/>
        </p:nvSpPr>
        <p:spPr bwMode="auto">
          <a:xfrm>
            <a:off x="677334" y="1649947"/>
            <a:ext cx="10652818" cy="329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План действий:</a:t>
            </a:r>
          </a:p>
          <a:p>
            <a:pPr>
              <a:spcAft>
                <a:spcPts val="1200"/>
              </a:spcAft>
              <a:defRPr/>
            </a:pPr>
            <a:endParaRPr lang="ru-RU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Декабрь 2024: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Уточнение ресурсных оценок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Приоритезация инициатив по «эффект-затраты»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Формирование плана на 2025 с учетом прогноза по ресурсам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ru-RU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2025: реализация плана</a:t>
            </a:r>
          </a:p>
        </p:txBody>
      </p:sp>
    </p:spTree>
    <p:extLst>
      <p:ext uri="{BB962C8B-B14F-4D97-AF65-F5344CB8AC3E}">
        <p14:creationId xmlns:p14="http://schemas.microsoft.com/office/powerpoint/2010/main" val="3980858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351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F347D54-DF48-461F-A299-CEB33485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4" y="1773238"/>
            <a:ext cx="8015286" cy="1828193"/>
          </a:xfrm>
        </p:spPr>
        <p:txBody>
          <a:bodyPr vert="horz"/>
          <a:lstStyle/>
          <a:p>
            <a:r>
              <a:rPr lang="ru-RU" dirty="0"/>
              <a:t>Приложение 1. </a:t>
            </a:r>
            <a:br>
              <a:rPr lang="en-US" dirty="0"/>
            </a:br>
            <a:r>
              <a:rPr lang="ru-RU" dirty="0"/>
              <a:t>Перечень проектов в каждой инициативе</a:t>
            </a:r>
          </a:p>
        </p:txBody>
      </p:sp>
    </p:spTree>
    <p:extLst>
      <p:ext uri="{BB962C8B-B14F-4D97-AF65-F5344CB8AC3E}">
        <p14:creationId xmlns:p14="http://schemas.microsoft.com/office/powerpoint/2010/main" val="3822339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12827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fld id="{68DE1744-803E-4708-8F85-3A4872A0B160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5F79AC-6067-2C40-4621-83848114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Проекты инициативы 1. Стабильность и </a:t>
            </a:r>
            <a:r>
              <a:rPr lang="ru-RU" sz="2800" dirty="0" err="1"/>
              <a:t>эксплуатируемость</a:t>
            </a:r>
            <a:endParaRPr lang="ru-RU" sz="2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FD3EF1-202B-4D59-B596-A526362C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8634"/>
              </p:ext>
            </p:extLst>
          </p:nvPr>
        </p:nvGraphicFramePr>
        <p:xfrm>
          <a:off x="677334" y="1424770"/>
          <a:ext cx="10833686" cy="4654800"/>
        </p:xfrm>
        <a:graphic>
          <a:graphicData uri="http://schemas.openxmlformats.org/drawingml/2006/table">
            <a:tbl>
              <a:tblPr/>
              <a:tblGrid>
                <a:gridCol w="2519158">
                  <a:extLst>
                    <a:ext uri="{9D8B030D-6E8A-4147-A177-3AD203B41FA5}">
                      <a16:colId xmlns:a16="http://schemas.microsoft.com/office/drawing/2014/main" val="3947545199"/>
                    </a:ext>
                  </a:extLst>
                </a:gridCol>
                <a:gridCol w="8314528">
                  <a:extLst>
                    <a:ext uri="{9D8B030D-6E8A-4147-A177-3AD203B41FA5}">
                      <a16:colId xmlns:a16="http://schemas.microsoft.com/office/drawing/2014/main" val="972843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Проект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Описание проекта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140053"/>
                  </a:ext>
                </a:extLst>
              </a:tr>
              <a:tr h="20907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"Тонкая красная линия"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Создать типовые конфигурации VK WorkSpace для самостоятельной быстрой установки силами партнеров: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Почта на 5К пользователей; ВКС/мессенджер на 2К пользователей; Диск на 5К пользователей;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Workspace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ALL на 5К пользователей (без рефакторинга систем)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база знаний по типовым задачам/ошибкам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 обучение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835522"/>
                  </a:ext>
                </a:extLst>
              </a:tr>
              <a:tr h="10504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"Тонкая красная линия 2"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Рефакторинг VK WorkSpace для оптимизации потребления ресурсов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Почта на 5К пользователей; ВКС/мессенджер на 2К пользователей; Диск на 5К пользователей; 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Workspace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ALL на 5К пользователей.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652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Внедрение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k8s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Перейти на использование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Kubernetes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в серверных компонентах VK WorkSpace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817106"/>
                  </a:ext>
                </a:extLst>
              </a:tr>
              <a:tr h="10504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Децентрализованная почта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Обеспечить работу небольших филиалов и подведомственных организаций с электронной почтой и календарями за счет небольших инсталляций, которые сохраняют работоспособность при потери связи с головным офисом.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862121"/>
                  </a:ext>
                </a:extLst>
              </a:tr>
              <a:tr h="8770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Массовые миграции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инструменты массовой миграции пользователей и данных из систем-конкурентов  (MS365,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Google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MS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Exchange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CGP) с максимальным сохранением прав и настроек </a:t>
                      </a:r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миграция из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304319"/>
                  </a:ext>
                </a:extLst>
              </a:tr>
              <a:tr h="10504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Стабильный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Teams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Обеспечить стабильную работу приложения VK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Teams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на всех платформах для всех ключевых сценариев, в том числе массовую установку и обновление, сквозную авторизацию в модулях.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42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Стабильность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Обеспечить стабильную работу серверных платформ, включая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SaaS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и сократить отток и репутационные потери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87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Нагрузочное тестирование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Интегрировать нагрузочное тестирование в процессы выпуска продуктов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39987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Административная панель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возможность поставки модуля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Админки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с любым продуктом без использования инфраструктурных компонентов Почты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952655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Мониторинг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Оптимизировать встроенные средства мониторинга и обеспечить наглядность и актуальность предоставляемых данных для служб ИТ.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276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Отказоустойчивость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Обеспечить отказоустойчивость всех подсистем и бесперебойную работу во время аварий.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317361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Катастрофоустойчивость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Оптимизировать требования КО к инфраструктуре с 2 продуктивными ДЦ и бесперебойную работу в случае аварии на 1 ДЦ, а также восстановление работы. 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7576"/>
                  </a:ext>
                </a:extLst>
              </a:tr>
              <a:tr h="10504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Документация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Предоставить клиентам и проектному офису полную и достоверную документацию по архитектуре и администрированию системы для оптимизации затрат на внедрение и поддержку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322601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Распределенные звонки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оброботку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группового звонка с использованием нескольких медиа-серверов для оптимизации трафика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892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806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5431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fld id="{68DE1744-803E-4708-8F85-3A4872A0B160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5F79AC-6067-2C40-4621-83848114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Проекты инициативы 2. Информационная безопасность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FD3EF1-202B-4D59-B596-A526362C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850688"/>
              </p:ext>
            </p:extLst>
          </p:nvPr>
        </p:nvGraphicFramePr>
        <p:xfrm>
          <a:off x="677334" y="1424770"/>
          <a:ext cx="10836000" cy="4767000"/>
        </p:xfrm>
        <a:graphic>
          <a:graphicData uri="http://schemas.openxmlformats.org/drawingml/2006/table">
            <a:tbl>
              <a:tblPr/>
              <a:tblGrid>
                <a:gridCol w="2520000">
                  <a:extLst>
                    <a:ext uri="{9D8B030D-6E8A-4147-A177-3AD203B41FA5}">
                      <a16:colId xmlns:a16="http://schemas.microsoft.com/office/drawing/2014/main" val="3947545199"/>
                    </a:ext>
                  </a:extLst>
                </a:gridCol>
                <a:gridCol w="8316000">
                  <a:extLst>
                    <a:ext uri="{9D8B030D-6E8A-4147-A177-3AD203B41FA5}">
                      <a16:colId xmlns:a16="http://schemas.microsoft.com/office/drawing/2014/main" val="972843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Проект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Описание проекта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140053"/>
                  </a:ext>
                </a:extLst>
              </a:tr>
              <a:tr h="105047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Сертифицировать VK WorkSpace on-prem в ФСТЭК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Получить сертификат ФСТЭК на VK WorkSpace, включая клиентские приложения, для поставок в силовые ведомства вне системы ГОЗ (ВСЦ - социальный центр МО,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Росгвардия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МВД, отдельные службы ФСБ)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5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Защита каналов связи ГОСТ 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поддержку ГОСТ TLS для всех клиентских приложений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701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Аттестация по ФЗ-152 (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ПДн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Аттестовать облачный сервис VK WS для хранения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ПДн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в соответствии с ФЗ-152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Двухфакторная авторизация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поддержку 2FA во всех вариантах поставки VK WS, с использованием различных провайдеров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960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Аттестация на соответствие ГИС К1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Аттестовать инсталляцию VK WS на соответствие требованиям ГИС уровня К1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429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DLP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поддержку разных DLP во всех вариантах поставки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74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Журналирование событий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сбор журналов действий пользователей и администраторов и средства их просмотра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16274"/>
                  </a:ext>
                </a:extLst>
              </a:tr>
              <a:tr h="105047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Аудит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инструменты аудита действий пользователей и администраторов, с ограниченными возможностями вмешательства в настройки (вплоть до запрета изменения настроек).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36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Шифрование данных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шифрование данных в хранилищах систем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514660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Ролевая модель доступа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ролевую модель доступа к функциям и данным как для пользователей, так и для администраторов.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732133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Единая система авторизации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общий IAM для систем и приложений VK WS на всех платформах, поддержать интеграции с отраслевыми каталогами и системами IAM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374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SSO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SSO в интеграции с ключевыми провайдерами IAM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504812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Резервное копирование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РК в облачном сервисе VK WS. Увеличить общее кол-во поддерживаемых СРК и режимов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бэкапа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/восстановления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возможность резервного копирования данных из подсистем VK WS и их восстановления в случае аварий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195720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Групповые политики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назначение прав на основе принадлежности к группам (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security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groups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или иные группы в каталоге пользователей)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57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Ограничение работы с сообщениями/файлами в мессенджере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Дать возможность ограничивать операции с сообщениями/файлами в чатах, каналах и личных сообщениях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736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154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899105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fld id="{68DE1744-803E-4708-8F85-3A4872A0B160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5F79AC-6067-2C40-4621-83848114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Проекты инициативы 3. Новые функции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FD3EF1-202B-4D59-B596-A526362C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460399"/>
              </p:ext>
            </p:extLst>
          </p:nvPr>
        </p:nvGraphicFramePr>
        <p:xfrm>
          <a:off x="677334" y="1424770"/>
          <a:ext cx="10836000" cy="5023200"/>
        </p:xfrm>
        <a:graphic>
          <a:graphicData uri="http://schemas.openxmlformats.org/drawingml/2006/table">
            <a:tbl>
              <a:tblPr/>
              <a:tblGrid>
                <a:gridCol w="2520000">
                  <a:extLst>
                    <a:ext uri="{9D8B030D-6E8A-4147-A177-3AD203B41FA5}">
                      <a16:colId xmlns:a16="http://schemas.microsoft.com/office/drawing/2014/main" val="3947545199"/>
                    </a:ext>
                  </a:extLst>
                </a:gridCol>
                <a:gridCol w="8316000">
                  <a:extLst>
                    <a:ext uri="{9D8B030D-6E8A-4147-A177-3AD203B41FA5}">
                      <a16:colId xmlns:a16="http://schemas.microsoft.com/office/drawing/2014/main" val="972843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Проект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Описание проекта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14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Федерация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федеративную связь инсталляций и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тенантов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в мессенджере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848120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Задачи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Добавить функциональность задач в почтово-календарный модуль, реализовать сквозные сценарии с задачами.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360828"/>
                  </a:ext>
                </a:extLst>
              </a:tr>
              <a:tr h="105047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"Толстый клиент"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клиентское приложение для ПК, которое позволяет работать с почтой и календарем в режиме офф-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лайн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(слабые соединения, авиа режим), кэшируя данные из ПЯ на локальном диске.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97949"/>
                  </a:ext>
                </a:extLst>
              </a:tr>
              <a:tr h="87709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"Толстый мобильный клиент"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мобильное приложение, которое позволяет работать с почтой и календарем в режиме офф-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лайн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(слабые соединения, авиа режим), кэшируя данные из ПЯ на локальном диске.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253703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Плагины для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Outlook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Предоставить возможность использовать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Microsoft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Outlook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для работы с письмами, календарями и звонками в VK WS для упрощения миграции с MS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Exchange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352059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Переговорные комнаты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в календаре возможность выбора переговорных комнат для встреч, а также инструменты управления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переговорками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405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Динамические группы рассылки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поддержку групп рассылок, формируемых на основе динамических групп пользователей в каталоге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638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Транспортные правила на домене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транспортные правила обработки почтовых сообщений на уровне домена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19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Мультидоменность в тенанте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SaaS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поддержку нескольких доменов в одном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тенанте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106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500 пользователей в звонке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поддержку более 500 участников в одном сеансе ВКС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931048"/>
                  </a:ext>
                </a:extLst>
              </a:tr>
              <a:tr h="87709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ИИ в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Teams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Upsale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Сделать доступными в приложении VK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Teams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саммаризатор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переписок, расшифровку аудио и видеозаписей, синхронные титры и/или перевод и т.д.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73316"/>
                  </a:ext>
                </a:extLst>
              </a:tr>
              <a:tr h="122385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Тарифные опции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Поддержать управление параметрами функций, чтобы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диффиренцировать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тарифы по функциональности, (больше маневра для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апсейла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). Например продавать ВКС с отдельным тарифом до 500 пользователей, отдельный тариф более 500 пользователей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982463"/>
                  </a:ext>
                </a:extLst>
              </a:tr>
              <a:tr h="87709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Кросс-использование функций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кросс-сценарии использования функций ПО, организовать продвижение этих сценариев и повысить средний чек покупки.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379129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Миграция из Slack в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ключевые функции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Slack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и инструменты переноса данных на нашу платформу для тех, кого еще не отключили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880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Улучшение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UI/UX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Улучшение продукта на основные обратной связи от пользователей и исследований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48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Развитие поиска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Обеспечить доступность одинаковых функций поиска во всех вариантах поставки ПО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182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Вложения в события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Обеспечить совместимость с другими календарями в части вложений в события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69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Вебинары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возможность работы ВКС в режиме Вебинара.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545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SIP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Интеграция с оборудованием по протоколу SIP (переговорные комплексы, системы ВКС)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418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Профиль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общий модуль с профилями пользователей и импортом данных из внешних систем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693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252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20752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fld id="{68DE1744-803E-4708-8F85-3A4872A0B160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5F79AC-6067-2C40-4621-83848114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Проекты инициативы 4. Новые продукты в линейке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FD3EF1-202B-4D59-B596-A526362C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164690"/>
              </p:ext>
            </p:extLst>
          </p:nvPr>
        </p:nvGraphicFramePr>
        <p:xfrm>
          <a:off x="677334" y="1424770"/>
          <a:ext cx="10836000" cy="4912560"/>
        </p:xfrm>
        <a:graphic>
          <a:graphicData uri="http://schemas.openxmlformats.org/drawingml/2006/table">
            <a:tbl>
              <a:tblPr/>
              <a:tblGrid>
                <a:gridCol w="2520000">
                  <a:extLst>
                    <a:ext uri="{9D8B030D-6E8A-4147-A177-3AD203B41FA5}">
                      <a16:colId xmlns:a16="http://schemas.microsoft.com/office/drawing/2014/main" val="3947545199"/>
                    </a:ext>
                  </a:extLst>
                </a:gridCol>
                <a:gridCol w="8316000">
                  <a:extLst>
                    <a:ext uri="{9D8B030D-6E8A-4147-A177-3AD203B41FA5}">
                      <a16:colId xmlns:a16="http://schemas.microsoft.com/office/drawing/2014/main" val="972843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Проект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Описание проекта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14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Оффлайн-редакторы в пакете VK WorkSpace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Запустить продажи редакторов Р7 в составе пакетных предложений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019510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Интеграция с Р7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Разработать сквозные функции с использованием VK WS и Р7, довести до уровня UX, функций и стабильности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Google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Docs,организовать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кросс-продажи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82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WorkDisk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Выпустить новый продукт - </a:t>
                      </a:r>
                      <a:r>
                        <a:rPr lang="ru-RU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корпоративное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файловое хранилище  - для продаж отдельно и в составе других продуктов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81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Трекер (менеджмент проектов)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Добавить в VK WS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трекер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проектов и задач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775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Доска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Добавить в VK WS сервис досок:</a:t>
                      </a:r>
                      <a:b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как самостоятельный компонент;</a:t>
                      </a:r>
                      <a:b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как функцию ВКС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06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CRM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Добавить в облачный сервис VK WS возможность подключения CRM и продавать подписки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07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HelpDesk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Добавить в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облачный сервис VK WS функции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HelpDesk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с подключением ИИ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138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Заметки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Развить сервис во всех  вариантах поставки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938143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Рассыльщик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Добавить сервис массовых рассылок e-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mail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и сообщений в публичных мессенджерах и сервисах VK в облачный сервис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019964"/>
                  </a:ext>
                </a:extLst>
              </a:tr>
              <a:tr h="87709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Дистрибуция функций VK WS через партнеров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Реализовать возможность встраивания отдельных функциональных блоков VK WS в сторонние сервисы (банки,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маркетплейсы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и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т.п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для прямого предоставления услуг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617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Брендирование под заказчика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Брендирование приложений и веб-интерфейсов под заказчика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762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6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5095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fld id="{68DE1744-803E-4708-8F85-3A4872A0B160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5F79AC-6067-2C40-4621-83848114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2800" dirty="0"/>
              <a:t>Проекты инициативы 5. Новые инициативы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FD3EF1-202B-4D59-B596-A526362C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942032"/>
              </p:ext>
            </p:extLst>
          </p:nvPr>
        </p:nvGraphicFramePr>
        <p:xfrm>
          <a:off x="677334" y="1424770"/>
          <a:ext cx="10836000" cy="3987120"/>
        </p:xfrm>
        <a:graphic>
          <a:graphicData uri="http://schemas.openxmlformats.org/drawingml/2006/table">
            <a:tbl>
              <a:tblPr/>
              <a:tblGrid>
                <a:gridCol w="2520000">
                  <a:extLst>
                    <a:ext uri="{9D8B030D-6E8A-4147-A177-3AD203B41FA5}">
                      <a16:colId xmlns:a16="http://schemas.microsoft.com/office/drawing/2014/main" val="3947545199"/>
                    </a:ext>
                  </a:extLst>
                </a:gridCol>
                <a:gridCol w="8316000">
                  <a:extLst>
                    <a:ext uri="{9D8B030D-6E8A-4147-A177-3AD203B41FA5}">
                      <a16:colId xmlns:a16="http://schemas.microsoft.com/office/drawing/2014/main" val="972843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Проект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Описание проекта</a:t>
                      </a:r>
                    </a:p>
                  </a:txBody>
                  <a:tcPr marL="45720" marR="45720" marT="18000" marB="18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14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Стимуляция партнеров и KPI партнеров по выручке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Ставить цель по выручке и при её выполнении давать доп. выплаты. 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795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Продажа комплектов ПО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Продавать комплекты VK WS + ОС + антивирус + прочее.</a:t>
                      </a:r>
                      <a:b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Продавать комплекты для запуска VDI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98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Продажа серверных ПАК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Продавать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ПАКи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с подсистемами VK WS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69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WS в варианте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Hosted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Оформить и продавать поставку VK WS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Hosted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(с размещением в VK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213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Исходящие обзвоны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Холодные продажи, повышение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brand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awareness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с использованием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аутсросингового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колл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-центра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589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Продажи WS через партнерскую сеть 1С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Союз с 1С. Стратегическое партнерство с 1С, которое стимулирует франчайзи 1С продавать наш WS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SaaS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6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Продажа оборудования &amp; ВКС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Продавать с VK WS специализированное оборудование для ВКС (терминалы, камеры, комплексы)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712695"/>
                  </a:ext>
                </a:extLst>
              </a:tr>
              <a:tr h="7037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Региональный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сейлз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: команда сейлз-менеджеров в регионах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Сформировать команду продавцов, которые будут работать напрямую с региональными компаниями. Поставить план продаж по команде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397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Партнерство с Точка-Банк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Продажи VK WS через Точка-Банк на их базу клиентов</a:t>
                      </a: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45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393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F347D54-DF48-461F-A299-CEB33485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4" y="1773238"/>
            <a:ext cx="4621372" cy="609398"/>
          </a:xfrm>
        </p:spPr>
        <p:txBody>
          <a:bodyPr vert="horz"/>
          <a:lstStyle/>
          <a:p>
            <a:r>
              <a:rPr lang="ru-RU" dirty="0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308806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66901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F347D54-DF48-461F-A299-CEB33485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4" y="1773238"/>
            <a:ext cx="8015286" cy="1218795"/>
          </a:xfrm>
        </p:spPr>
        <p:txBody>
          <a:bodyPr vert="horz"/>
          <a:lstStyle/>
          <a:p>
            <a:r>
              <a:rPr lang="ru-RU" dirty="0"/>
              <a:t>Приложение. </a:t>
            </a:r>
            <a:br>
              <a:rPr lang="en-US" dirty="0"/>
            </a:br>
            <a:r>
              <a:rPr lang="ru-RU" dirty="0"/>
              <a:t>Рынки продуктов </a:t>
            </a:r>
            <a:r>
              <a:rPr lang="en-US" dirty="0"/>
              <a:t>VK WS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685F07-952B-423A-9568-C14D6329CC12}"/>
              </a:ext>
            </a:extLst>
          </p:cNvPr>
          <p:cNvSpPr/>
          <p:nvPr/>
        </p:nvSpPr>
        <p:spPr>
          <a:xfrm>
            <a:off x="658814" y="1328615"/>
            <a:ext cx="10782909" cy="42046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</a:rPr>
              <a:t>Дополнительные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4285525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think-cell Slide" r:id="rId65" imgW="405" imgH="405" progId="TCLayout.ActiveDocument.1">
                  <p:embed/>
                </p:oleObj>
              </mc:Choice>
              <mc:Fallback>
                <p:oleObj name="think-cell Slide" r:id="rId65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Почтовых сервисов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on-prem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246679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Почт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Rectangle 66">
            <a:extLst>
              <a:ext uri="{FF2B5EF4-FFF2-40B4-BE49-F238E27FC236}">
                <a16:creationId xmlns:a16="http://schemas.microsoft.com/office/drawing/2014/main" id="{D403D403-E5A2-9CC4-3985-E90672C2C338}"/>
              </a:ext>
            </a:extLst>
          </p:cNvPr>
          <p:cNvSpPr/>
          <p:nvPr/>
        </p:nvSpPr>
        <p:spPr>
          <a:xfrm>
            <a:off x="667408" y="6392559"/>
            <a:ext cx="1098064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количества рабочих мест, использующих почтовые сервисы. 2.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на основе отчета ККС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SPEKTR, 2023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. </a:t>
            </a:r>
            <a:b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3.Прогноз динамики рынка – </a:t>
            </a:r>
            <a:r>
              <a:rPr kumimoji="0" lang="ru-RU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экспертно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. 4. Прогноз проникновения РФ-решений в рынок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почты на основе отчета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Partners, 2024</a:t>
            </a: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Почт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273" name="Chart 3">
            <a:extLst>
              <a:ext uri="{FF2B5EF4-FFF2-40B4-BE49-F238E27FC236}">
                <a16:creationId xmlns:a16="http://schemas.microsoft.com/office/drawing/2014/main" id="{7AADD5D0-C981-1265-A29D-3B88A31608A7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95313" y="2263775"/>
          <a:ext cx="2184400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7"/>
          </a:graphicData>
        </a:graphic>
      </p:graphicFrame>
      <p:sp useBgFill="1">
        <p:nvSpPr>
          <p:cNvPr id="253" name="Полилиния 252">
            <a:extLst>
              <a:ext uri="{FF2B5EF4-FFF2-40B4-BE49-F238E27FC236}">
                <a16:creationId xmlns:a16="http://schemas.microsoft.com/office/drawing/2014/main" id="{5576D825-2E57-5E07-265B-86980F5B2EC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2" name="Полилиния 251">
            <a:extLst>
              <a:ext uri="{FF2B5EF4-FFF2-40B4-BE49-F238E27FC236}">
                <a16:creationId xmlns:a16="http://schemas.microsoft.com/office/drawing/2014/main" id="{97B344A7-0D08-A3C6-9189-CFFA147DBFE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1" name="Полилиния 250">
            <a:extLst>
              <a:ext uri="{FF2B5EF4-FFF2-40B4-BE49-F238E27FC236}">
                <a16:creationId xmlns:a16="http://schemas.microsoft.com/office/drawing/2014/main" id="{6CB2AF16-5616-20BD-88F9-7D2F051184F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C5372D42-951D-4E8C-AA96-2E5EFD5A604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1841500" y="2659063"/>
            <a:ext cx="703263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532DD9B-DD7D-4BC8-8E65-6A7EE4B1D647}" type="datetime'''''''''''''''''''''''''''''6'''''''''''''''',''''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62EE5B54-E26D-419E-8ECA-8F32353463B1}" type="datetime'4''''''''''''''''''''''0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8C2C4645-25E9-4229-8B41-AFEC7950B1D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843088" y="4027488"/>
            <a:ext cx="700088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DA24D2-F00F-4869-8672-C1F850ED5FCB}" type="datetime'''''''''''1''''''0'''''''''''''''''''''''''''',2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0840EA7-0FD9-44CB-851A-958CE6D8D9B2}" type="datetime'''''''''''60''''''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A34622BE-CEA2-4BF3-A3D8-204F9A5ED1AD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E845EB8A-FCDB-43A6-B89A-F6CFEA5A42A9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9CC96380-97A4-4CA6-8D53-C8A7AAEFBBF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31851" y="4114800"/>
            <a:ext cx="701675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E12D2A-7947-4A11-8054-2051B09BEB95}" type="datetime'''''''''''''''''''''''''''''''''''9,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06A1E7-BA5D-489B-92A0-BAC3B0146547}" type="datetime'''''68''''''''%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68%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ECC49146-5B73-4CDC-B12A-4058ED74F9D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36613" y="3032125"/>
            <a:ext cx="693738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93F416-57F3-4C2E-BD1C-65A37EB9102C}" type="datetime'4'''''''''''''''''''''''''',''''''3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C421E9F-AFBD-44D2-A800-43BE714DA2A8}" type="datetime'''''''''''''3''''''''2''''%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32%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869875C6-2F6F-4B7A-962D-D26B0C60351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11225" y="2659063"/>
            <a:ext cx="5429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148FFC-6846-4220-8366-25A13BB86519}" type="datetime'''''''''''''''''1''''3'''''''',''''''''''''''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13,4</a:t>
            </a:fld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58503C9E-1527-47B0-B060-ECAAC4FBA6A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911351" y="2085975"/>
            <a:ext cx="5619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0AAD4EB-E8E7-49A6-8ECE-C05733FF6FFD}" type="datetime'''''''''''''''1''''6'''''',''''''''''''''''9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16,9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13404-A95A-4646-8C56-76E3D9AA0C5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4A5B3-63AD-426D-95FF-97DFC61A053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4236F41B-97AC-4D06-A873-48B0D964E1B0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A4BD5996-5450-4859-A496-172E6BDF5ED5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27" name="Chart 3">
            <a:extLst>
              <a:ext uri="{FF2B5EF4-FFF2-40B4-BE49-F238E27FC236}">
                <a16:creationId xmlns:a16="http://schemas.microsoft.com/office/drawing/2014/main" id="{90B8E94A-D6A8-DFE0-4CB7-9E2FB493337D}"/>
              </a:ext>
            </a:extLst>
          </p:cNvPr>
          <p:cNvGraphicFramePr/>
          <p:nvPr>
            <p:custDataLst>
              <p:tags r:id="rId19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8"/>
          </a:graphicData>
        </a:graphic>
      </p:graphicFrame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6138862" y="448627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3255E20-1905-4976-AF70-503A497055AB}" type="datetime'''''''''''''''''2'''''''',''''''''''''''''''''''''7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2,7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C5EC856-E1E1-4708-B41F-A7FCA167B8E9}" type="datetime'3''''''''''''''0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5" name="Текст 4">
            <a:extLst>
              <a:ext uri="{FF2B5EF4-FFF2-40B4-BE49-F238E27FC236}">
                <a16:creationId xmlns:a16="http://schemas.microsoft.com/office/drawing/2014/main" id="{C7B2F1CF-26D8-42B5-AC67-53E4F6E33ED3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7277100" y="304641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E775BCA-6683-4E27-AF04-7A3A2DFA78EF}" type="datetime'5,''''''''''6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609F9AB2-157F-4ACC-99DE-8758313128FA}" type="datetime'''''''''5''''''9%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59%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42D8D109-8905-4DBC-AD44-879A8E76A689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7289800" y="4327525"/>
            <a:ext cx="514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D2F72F-A2CE-46CF-9AED-FB49CEF19E35}" type="datetime'''3'''''''''',''''''''''''''''''''''''''''''''''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3,9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9E8C1C0-76C6-4573-A427-4B529C9BA4D8}" type="datetime'''''''''4''''''''''''''''1''''''''''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2" name="Текст 4">
            <a:extLst>
              <a:ext uri="{FF2B5EF4-FFF2-40B4-BE49-F238E27FC236}">
                <a16:creationId xmlns:a16="http://schemas.microsoft.com/office/drawing/2014/main" id="{5069E5B3-8549-473E-8DC8-72C78EC7AFFC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8415337" y="2676525"/>
            <a:ext cx="5397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E2664E6-75BA-493E-B0CE-EE026CB842CD}" type="datetime'''''''''3'',''''''''''''''''''''''4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C76394F-9945-4B61-A05D-2B94B39B6CFA}" type="datetime'''''''''''''''''''''''''''''''''''''''''''35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1" name="Текст 4">
            <a:extLst>
              <a:ext uri="{FF2B5EF4-FFF2-40B4-BE49-F238E27FC236}">
                <a16:creationId xmlns:a16="http://schemas.microsoft.com/office/drawing/2014/main" id="{CEE73CA4-E5FB-48C8-A6BE-582023507C74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8415338" y="399415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D56C9C-0375-48F2-9E64-0613CEB81987}" type="datetime'''''''''''''''''6'''''''',''''''''''4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D82D54A-8F0E-4255-8E34-1D62F9C2331F}" type="datetime'''''''''''6''''''''''''''''''''''''''''5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5" name="Текст 4">
            <a:extLst>
              <a:ext uri="{FF2B5EF4-FFF2-40B4-BE49-F238E27FC236}">
                <a16:creationId xmlns:a16="http://schemas.microsoft.com/office/drawing/2014/main" id="{12F97AD9-811F-48EE-B54E-A3D624697B7F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9555162" y="257175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478783D-2D40-4E94-A2C3-D3A343422664}" type="datetime'''''''''''''''''''''''''3'''''''''''''''',''''''''''0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3,0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DB25301-DF92-4792-8408-BAD1A6DCF57E}" type="datetime'''''''''''''''3''''''''''''''''''''''''''''''''''''''''0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9" name="Текст 4">
            <a:extLst>
              <a:ext uri="{FF2B5EF4-FFF2-40B4-BE49-F238E27FC236}">
                <a16:creationId xmlns:a16="http://schemas.microsoft.com/office/drawing/2014/main" id="{59AB3403-6B1C-463F-A847-6CB7B88FB721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6143625" y="3259138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A7C30FF-9D9D-47A2-A5F3-3D364E9C41F6}" type="datetime'''''6'''''',''''''''''''''''4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FF53A5D-5894-46E6-AF87-41D10C2348B0}" type="datetime'7''''''''''''''''''0''''''''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7" name="Текст 4">
            <a:extLst>
              <a:ext uri="{FF2B5EF4-FFF2-40B4-BE49-F238E27FC236}">
                <a16:creationId xmlns:a16="http://schemas.microsoft.com/office/drawing/2014/main" id="{0C5F3A3F-924D-4CD3-9A50-77F5DC392DDC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10694988" y="2466975"/>
            <a:ext cx="5381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289A30-9C4E-4C96-AF30-C753DF62CD0D}" type="datetime'2'''',''''''''''6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2,6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EF27F4C-8A4A-4BCF-8099-FBD6FEA43328}" type="datetime'''''''''''''''''26''''''''''''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10615613" y="3835400"/>
            <a:ext cx="696913" cy="4699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4D48B2D-9B00-43F5-BE6E-46EAA29A91D0}" type="datetime'''''''''''''''''''''7'',''''''''5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FD495D-AEC6-455D-A1AE-15DB935E9661}" type="datetime'''''''''''''''''''7''''''''''4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(4)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6262688" y="2371725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6F15AE-9222-43C5-B100-95FD2047CE7A}" type="datetime'9'''''',''''''''''''''''''''''''''''1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840D49E1-E970-4745-A18B-F8B434D531E8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7386639" y="2260600"/>
            <a:ext cx="3222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A19D00B-1377-4849-A1B7-4823FFC1FF43}" type="datetime'''''''''''''''''''''''''''9'',''''''''5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8523288" y="2190750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BFE8365-821E-4554-BB61-E78C057940CE}" type="datetime'''''''''9'''''''''''''''''''''''',''''8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gray">
          <a:xfrm>
            <a:off x="9623425" y="2136775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2DD9B22-6540-4A92-9ECE-DF81AB210021}" type="datetime'''10'''''''''''''''''''''''''''',''''''0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10764838" y="2085975"/>
            <a:ext cx="3984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D94578D-30CA-47A3-8AA4-EF397E215ED4}" type="datetime'''''1''''''''''0,''''''''''''''''''2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10,2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33181FA1-20E6-494F-A081-35E1C5031556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9559925" y="3914775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CC21724-273A-406B-97F8-E65BCDDA4C46}" type="datetime'''''''''6'',''''''''''''''''''''''''''9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6,9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C51DCBB-39DF-43EA-B756-74DD03B6F373}" type="datetime'''''''''''''''''''''''''''7''''''''0''''''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4519305-6F51-4EE0-B9BF-53221F09840F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086475" y="5629275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6086475" y="5915025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1" name="Текст 4">
            <a:extLst>
              <a:ext uri="{FF2B5EF4-FFF2-40B4-BE49-F238E27FC236}">
                <a16:creationId xmlns:a16="http://schemas.microsoft.com/office/drawing/2014/main" id="{2E5BBCCE-3A1F-4A23-9256-2E2BBF63D976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auto">
          <a:xfrm>
            <a:off x="6388100" y="5608638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854F57-2A82-4674-AA7C-964B8C1CE76F}" type="datetime'З''''''''''''''''''''''''ар''убеж''''''ные ''и''''''гроки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auto">
          <a:xfrm>
            <a:off x="6388100" y="5894388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5391" y="1316223"/>
            <a:ext cx="9109555" cy="2112775"/>
          </a:xfrm>
          <a:prstGeom prst="bentConnector3">
            <a:avLst>
              <a:gd name="adj1" fmla="val 958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A900A179-91B9-F082-1CEA-767B1E0521B2}"/>
              </a:ext>
            </a:extLst>
          </p:cNvPr>
          <p:cNvGraphicFramePr/>
          <p:nvPr>
            <p:custDataLst>
              <p:tags r:id="rId44"/>
            </p:custDataLst>
          </p:nvPr>
        </p:nvGraphicFramePr>
        <p:xfrm>
          <a:off x="3690938" y="2620963"/>
          <a:ext cx="2103437" cy="2770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9"/>
          </a:graphicData>
        </a:graphic>
      </p:graphicFrame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B631C7AD-D13D-A1B1-F858-B2C52048B9B4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 flipH="1">
            <a:off x="4951413" y="4706938"/>
            <a:ext cx="93662" cy="1841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76194C0-7B7A-FF07-508C-C2AF7BD328A9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 flipH="1">
            <a:off x="4951413" y="4941888"/>
            <a:ext cx="93662" cy="130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gray">
          <a:xfrm>
            <a:off x="4587876" y="2667000"/>
            <a:ext cx="3079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903E4BD-EE79-4328-9087-41DF3F8001B8}" type="datetime'''''''''''''''2'''''''''''''''',''''''''''''''7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C45B3EC2-2F6F-E0CD-7636-D359BADBE500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4470400" y="3338513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A0DF531-B817-4305-A587-1480B957FC48}" type="datetime'''''''''''''''''1'''''''''''''''''''''',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EF49CB8-AE76-491D-BA70-6F7BB2251FE7}" type="datetime'''''''6''''''''''''''''0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F9246A6-67C2-4A45-BA81-05A00815E629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4595813" y="4884738"/>
            <a:ext cx="292100" cy="234950"/>
          </a:xfrm>
          <a:prstGeom prst="rect">
            <a:avLst/>
          </a:prstGeom>
          <a:solidFill>
            <a:srgbClr val="CCE4F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D4CA467-A329-4096-9588-2194683653EC}" type="datetime'''''''''''0'''',1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4519613" y="5178425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3ADF3B34-1682-600E-9B06-669DC997F158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4583113" y="4646613"/>
            <a:ext cx="319088" cy="234950"/>
          </a:xfrm>
          <a:prstGeom prst="rect">
            <a:avLst/>
          </a:prstGeom>
          <a:solidFill>
            <a:srgbClr val="1AB0B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525BB0-96A8-449B-B0B0-1A719EDF4264}" type="datetime'''''''''''''''''''''''''''''''''''''''0'',2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5022166" y="2927220"/>
            <a:ext cx="1073834" cy="145745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Почт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2E7534A-9200-B87F-F19F-403760DF780E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3055938" y="4845050"/>
            <a:ext cx="214312" cy="160338"/>
          </a:xfrm>
          <a:prstGeom prst="rect">
            <a:avLst/>
          </a:prstGeom>
          <a:solidFill>
            <a:srgbClr val="003C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9CC75D13-8199-3F81-6520-16DC11837432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3055938" y="3582988"/>
            <a:ext cx="214313" cy="1603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FB00FF12-B2F1-640E-4565-75140ACDFFAE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3055938" y="4592638"/>
            <a:ext cx="214313" cy="160338"/>
          </a:xfrm>
          <a:prstGeom prst="rect">
            <a:avLst/>
          </a:prstGeom>
          <a:solidFill>
            <a:srgbClr val="CCE4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35CA2009-1299-60C9-B605-CDD3FD60D3BF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3055938" y="3835400"/>
            <a:ext cx="214313" cy="160338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00D44C38-4274-DEC7-87FE-B42FEA88363F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3055938" y="4340225"/>
            <a:ext cx="214313" cy="160338"/>
          </a:xfrm>
          <a:prstGeom prst="rect">
            <a:avLst/>
          </a:prstGeom>
          <a:solidFill>
            <a:srgbClr val="0D3C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2139F5AA-1FB7-6B10-858B-427447E7FCB2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3055938" y="4087813"/>
            <a:ext cx="214313" cy="160338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auto">
          <a:xfrm>
            <a:off x="3321050" y="3563938"/>
            <a:ext cx="1984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F256E2A-A456-4401-81B4-C2FDEF187412}" type="datetime'''''''''''''''''''''V''''''''''''''''''''''K''''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4941038-9F50-E294-DA12-3D9DFAA5D6C6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auto">
          <a:xfrm>
            <a:off x="3321050" y="4068763"/>
            <a:ext cx="76676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FCA4CBD-6BB6-41E8-9A63-E124C15016CF}" type="datetime'''''''''''''''''''''''Мо''''''''й'''''' ''О''''''ф''''ис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Мой Офис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911FAA4C-BAA0-DBFF-50DA-55827750C687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3321050" y="4573588"/>
            <a:ext cx="5048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E521DD-3844-4D0C-9C76-016CAEE72DBE}" type="datetime'R''''u''''''P''''''''''''o''''''''''s''t''''''''''''''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RuPost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6" name="Текст 4">
            <a:extLst>
              <a:ext uri="{FF2B5EF4-FFF2-40B4-BE49-F238E27FC236}">
                <a16:creationId xmlns:a16="http://schemas.microsoft.com/office/drawing/2014/main" id="{0CC569C2-0576-4416-88B0-7E21DF45C160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3321050" y="3816350"/>
            <a:ext cx="9937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0261C62-0D18-4794-B458-7FCD650AD6BA}" type="datetime'''''''''C''''''''o''m''mun''ig''''''''a''t''''''e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Communigate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A1CB50B8-894D-E62A-6BBA-95C50999EE3F}"/>
              </a:ext>
            </a:extLst>
          </p:cNvPr>
          <p:cNvSpPr>
            <a:spLocks noGrp="1"/>
          </p:cNvSpPr>
          <p:nvPr>
            <p:custDataLst>
              <p:tags r:id="rId62"/>
            </p:custDataLst>
          </p:nvPr>
        </p:nvSpPr>
        <p:spPr bwMode="auto">
          <a:xfrm>
            <a:off x="3321050" y="4826000"/>
            <a:ext cx="3635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D3B9D5-2AB7-4476-B39B-8D8EA0C7C500}" type="datetime'''''''''T''''''''''''e''''g''''''''''''''''''''u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Tegu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3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63"/>
            </p:custDataLst>
          </p:nvPr>
        </p:nvSpPr>
        <p:spPr bwMode="auto">
          <a:xfrm>
            <a:off x="3321050" y="4321175"/>
            <a:ext cx="2555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066F05-5007-4BCE-9006-E0F676964A71}" type="datetime'Р''''''''''''''''''-''''''''''''''''''''7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Р-7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1" name="Speech Bubble: Rectangle with Corners Rounded 241">
            <a:extLst>
              <a:ext uri="{FF2B5EF4-FFF2-40B4-BE49-F238E27FC236}">
                <a16:creationId xmlns:a16="http://schemas.microsoft.com/office/drawing/2014/main" id="{DFCA678F-A700-7B4F-52BF-118AFC61B2E6}"/>
              </a:ext>
            </a:extLst>
          </p:cNvPr>
          <p:cNvSpPr/>
          <p:nvPr/>
        </p:nvSpPr>
        <p:spPr>
          <a:xfrm>
            <a:off x="8446860" y="5503863"/>
            <a:ext cx="2597149" cy="688974"/>
          </a:xfrm>
          <a:prstGeom prst="wedgeRoundRectCallout">
            <a:avLst>
              <a:gd name="adj1" fmla="val -39645"/>
              <a:gd name="adj2" fmla="val -6408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Переход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MS Exchange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на облачную модель. Вступление в силу Указа Президента РФ 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299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think-cell Slide" r:id="rId51" imgW="405" imgH="405" progId="TCLayout.ActiveDocument.1">
                  <p:embed/>
                </p:oleObj>
              </mc:Choice>
              <mc:Fallback>
                <p:oleObj name="think-cell Slide" r:id="rId51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Почтовых сервисов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SaaS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246679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Почт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Rectangle 66">
            <a:extLst>
              <a:ext uri="{FF2B5EF4-FFF2-40B4-BE49-F238E27FC236}">
                <a16:creationId xmlns:a16="http://schemas.microsoft.com/office/drawing/2014/main" id="{D403D403-E5A2-9CC4-3985-E90672C2C338}"/>
              </a:ext>
            </a:extLst>
          </p:cNvPr>
          <p:cNvSpPr/>
          <p:nvPr/>
        </p:nvSpPr>
        <p:spPr>
          <a:xfrm>
            <a:off x="667408" y="6392559"/>
            <a:ext cx="1098064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количества рабочих мест, использующих почтовые сервисы. 2.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на основе отчета ККС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SPEKTR, 2023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. </a:t>
            </a:r>
            <a:b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3.Прогноз динамики рынка – экспертно. 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Почт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273" name="Chart 3">
            <a:extLst>
              <a:ext uri="{FF2B5EF4-FFF2-40B4-BE49-F238E27FC236}">
                <a16:creationId xmlns:a16="http://schemas.microsoft.com/office/drawing/2014/main" id="{7AADD5D0-C981-1265-A29D-3B88A31608A7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95313" y="2263775"/>
          <a:ext cx="2184400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3"/>
          </a:graphicData>
        </a:graphic>
      </p:graphicFrame>
      <p:sp useBgFill="1">
        <p:nvSpPr>
          <p:cNvPr id="253" name="Полилиния 252">
            <a:extLst>
              <a:ext uri="{FF2B5EF4-FFF2-40B4-BE49-F238E27FC236}">
                <a16:creationId xmlns:a16="http://schemas.microsoft.com/office/drawing/2014/main" id="{5576D825-2E57-5E07-265B-86980F5B2EC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2" name="Полилиния 251">
            <a:extLst>
              <a:ext uri="{FF2B5EF4-FFF2-40B4-BE49-F238E27FC236}">
                <a16:creationId xmlns:a16="http://schemas.microsoft.com/office/drawing/2014/main" id="{97B344A7-0D08-A3C6-9189-CFFA147DBFE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1" name="Полилиния 250">
            <a:extLst>
              <a:ext uri="{FF2B5EF4-FFF2-40B4-BE49-F238E27FC236}">
                <a16:creationId xmlns:a16="http://schemas.microsoft.com/office/drawing/2014/main" id="{6CB2AF16-5616-20BD-88F9-7D2F051184F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C5372D42-951D-4E8C-AA96-2E5EFD5A604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1841500" y="2659063"/>
            <a:ext cx="703263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532DD9B-DD7D-4BC8-8E65-6A7EE4B1D647}" type="datetime'''''''''''''''''''''''''''''6'''''''''''''''',''''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62EE5B54-E26D-419E-8ECA-8F32353463B1}" type="datetime'4''''''''''''''''''''''0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8C2C4645-25E9-4229-8B41-AFEC7950B1D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843088" y="4027488"/>
            <a:ext cx="700088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DA24D2-F00F-4869-8672-C1F850ED5FCB}" type="datetime'''''''''''1''''''0'''''''''''''''''''''''''''',2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0840EA7-0FD9-44CB-851A-958CE6D8D9B2}" type="datetime'''''''''''60''''''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A34622BE-CEA2-4BF3-A3D8-204F9A5ED1AD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E845EB8A-FCDB-43A6-B89A-F6CFEA5A42A9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9CC96380-97A4-4CA6-8D53-C8A7AAEFBBF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31851" y="4114800"/>
            <a:ext cx="701675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E12D2A-7947-4A11-8054-2051B09BEB95}" type="datetime'''''''''''''''''''''''''''''''''''9,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06A1E7-BA5D-489B-92A0-BAC3B0146547}" type="datetime'''''68''''''''%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68%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ECC49146-5B73-4CDC-B12A-4058ED74F9D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36613" y="3032125"/>
            <a:ext cx="693738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93F416-57F3-4C2E-BD1C-65A37EB9102C}" type="datetime'4'''''''''''''''''''''''''',''''''3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C421E9F-AFBD-44D2-A800-43BE714DA2A8}" type="datetime'''''''''''''3''''''''2''''%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32%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869875C6-2F6F-4B7A-962D-D26B0C60351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11225" y="2659063"/>
            <a:ext cx="5429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148FFC-6846-4220-8366-25A13BB86519}" type="datetime'''''''''''''''''1''''3'''''''',''''''''''''''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13,4</a:t>
            </a:fld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58503C9E-1527-47B0-B060-ECAAC4FBA6A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911351" y="2085975"/>
            <a:ext cx="5619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0AAD4EB-E8E7-49A6-8ECE-C05733FF6FFD}" type="datetime'''''''''''''''1''''6'''''',''''''''''''''''9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16,9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13404-A95A-4646-8C56-76E3D9AA0C5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4A5B3-63AD-426D-95FF-97DFC61A053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4236F41B-97AC-4D06-A873-48B0D964E1B0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A4BD5996-5450-4859-A496-172E6BDF5ED5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5" name="Chart 3">
            <a:extLst>
              <a:ext uri="{FF2B5EF4-FFF2-40B4-BE49-F238E27FC236}">
                <a16:creationId xmlns:a16="http://schemas.microsoft.com/office/drawing/2014/main" id="{3729021A-A747-3987-3B90-2930174FF565}"/>
              </a:ext>
            </a:extLst>
          </p:cNvPr>
          <p:cNvGraphicFramePr/>
          <p:nvPr>
            <p:custDataLst>
              <p:tags r:id="rId19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4"/>
          </a:graphicData>
        </a:graphic>
      </p:graphicFrame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6137275" y="4386263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2E011C-9569-43B0-B868-FF7EE3848F21}" type="datetime'2'''',''3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B787C81-3E07-4301-A67C-60DA74B95137}" type="datetime'''''''''''''''''''''''''''5''4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5" name="Текст 4">
            <a:extLst>
              <a:ext uri="{FF2B5EF4-FFF2-40B4-BE49-F238E27FC236}">
                <a16:creationId xmlns:a16="http://schemas.microsoft.com/office/drawing/2014/main" id="{C7B2F1CF-26D8-42B5-AC67-53E4F6E33ED3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7277099" y="323056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972DB1-81A3-4C10-97AA-37D7AD3DF6B7}" type="datetime'''1'',''''''''''''''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1,8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20BACB6-2387-484C-B926-80D9AFCD3303}" type="datetime'''''''''''''''''''''''''''''''''''''''''''3''''''''6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42D8D109-8905-4DBC-AD44-879A8E76A689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7273924" y="4217988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0213DD1-AB3E-4948-9E3C-486648BBC539}" type="datetime'''3'''''''''',''1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2BD6287-8834-4DAF-B544-E5F53902EEF6}" type="datetime'''6''''''''''''4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64%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2" name="Текст 4">
            <a:extLst>
              <a:ext uri="{FF2B5EF4-FFF2-40B4-BE49-F238E27FC236}">
                <a16:creationId xmlns:a16="http://schemas.microsoft.com/office/drawing/2014/main" id="{5069E5B3-8549-473E-8DC8-72C78EC7AFFC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8416925" y="2921000"/>
            <a:ext cx="5381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A9D9288-F614-48B9-B6C8-A9B6EC5E0E22}" type="datetime'''''1'''''''''',''''''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ED5B7B8-5707-4455-A004-165B073CA2C3}" type="datetime'''''''''''''''''26''''''''''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1" name="Текст 4">
            <a:extLst>
              <a:ext uri="{FF2B5EF4-FFF2-40B4-BE49-F238E27FC236}">
                <a16:creationId xmlns:a16="http://schemas.microsoft.com/office/drawing/2014/main" id="{CEE73CA4-E5FB-48C8-A6BE-582023507C74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8418513" y="4027488"/>
            <a:ext cx="5349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9CA2D6D-FD2F-497E-9757-DF18C613C088}" type="datetime'''''''''''''''''''4,''''''''''''''''''''''''''''''''''1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39877D2-E20C-45D7-9D2D-10D8F9102A33}" type="datetime'''''''''''''''''''7''''''''''''''4''%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5" name="Текст 4">
            <a:extLst>
              <a:ext uri="{FF2B5EF4-FFF2-40B4-BE49-F238E27FC236}">
                <a16:creationId xmlns:a16="http://schemas.microsoft.com/office/drawing/2014/main" id="{12F97AD9-811F-48EE-B54E-A3D624697B7F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9571038" y="2571750"/>
            <a:ext cx="509588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A51A82C-A324-49FF-8A69-84BFD736B718}" type="datetime'''''''''0'',''9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0,9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2478AD6-4CA5-404B-B52A-74F808456E82}" type="datetime'''''1''''''''''''''''''5''''''''''''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9" name="Текст 4">
            <a:extLst>
              <a:ext uri="{FF2B5EF4-FFF2-40B4-BE49-F238E27FC236}">
                <a16:creationId xmlns:a16="http://schemas.microsoft.com/office/drawing/2014/main" id="{59AB3403-6B1C-463F-A847-6CB7B88FB721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6135688" y="3524250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1307376-7632-4FAB-945F-1778FFC44BF1}" type="datetime'''''''''2,''''''''''''''''''''''''''''''0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CBF08E4-039B-48FE-B8F3-8B4A4BF4EDB9}" type="datetime'4''''''''''''''''6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7" name="Текст 4">
            <a:extLst>
              <a:ext uri="{FF2B5EF4-FFF2-40B4-BE49-F238E27FC236}">
                <a16:creationId xmlns:a16="http://schemas.microsoft.com/office/drawing/2014/main" id="{0C5F3A3F-924D-4CD3-9A50-77F5DC392DDC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10748963" y="2179638"/>
            <a:ext cx="4302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D9B9B2B-A8F6-4188-8FE3-C87449A92FBD}" type="datetime'''0'''''''''',''3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D90866C-BF75-4B73-9486-B082A373CD9E}" type="datetime'''''''''''''''''''''5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10693400" y="354965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08F1E4-F6E4-476F-A06E-28E01E5EDDD4}" type="datetime'''6'''''''''''''''''''''''''',''''''4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676412D-51C0-4BC7-A250-B1FE9270CFE8}" type="datetime'9''''''''''''''''5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6246812" y="3100388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EE92695-E076-4BA1-A34F-63EC3D3ADA58}" type="datetime'''''''''''''''''4'''''''''''''''''''''',''''''''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840D49E1-E970-4745-A18B-F8B434D531E8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7383463" y="2849563"/>
            <a:ext cx="3270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668F547-1C6D-4BD9-88FD-FB9D2035FBBF}" type="datetime'4,''''''''''''''''''''9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8524875" y="2611438"/>
            <a:ext cx="320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A5850A-2EC1-4F0D-B52E-8425331C1E1A}" type="datetime'''''5'''''''''''''''''''''''''''''''''''',''5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gray">
          <a:xfrm>
            <a:off x="9678988" y="2336800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017270-6F3C-4B74-8004-9064037B5ED5}" type="datetime'''''''''''''''''''''''''''''''''''6'''''''''',''''''''''''1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10801350" y="1944688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042658-5B61-4700-893B-9C2EFE697983}" type="datetime'''''''''''''''''''''''''''''''''''''6'',''8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33181FA1-20E6-494F-A081-35E1C5031556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9553575" y="3805238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B51F193-628D-4332-9498-C503C446003B}" type="datetime'''''''5'',''''''''''''''''2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5,2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3B6ACD8-14D0-4078-8D6E-DDD43834FD18}" type="datetime'''8''''''''''5''''''''''''''''''''%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4519305-6F51-4EE0-B9BF-53221F09840F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086475" y="5629275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6086475" y="5915025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1" name="Текст 4">
            <a:extLst>
              <a:ext uri="{FF2B5EF4-FFF2-40B4-BE49-F238E27FC236}">
                <a16:creationId xmlns:a16="http://schemas.microsoft.com/office/drawing/2014/main" id="{2E5BBCCE-3A1F-4A23-9256-2E2BBF63D976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auto">
          <a:xfrm>
            <a:off x="6388100" y="5608638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798CBE2-866E-4082-A14B-A395CE14DF84}" type="datetime'З''''''''''''''''''''''''ар''убеж''''''ные ''и''''''гроки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auto">
          <a:xfrm>
            <a:off x="6388100" y="5894388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4B1CF41-4E7E-46FC-87EB-BC8919BA28AE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73327" y="1316222"/>
            <a:ext cx="9101621" cy="1084077"/>
          </a:xfrm>
          <a:prstGeom prst="bentConnector3">
            <a:avLst>
              <a:gd name="adj1" fmla="val 9551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hart 3">
            <a:extLst>
              <a:ext uri="{FF2B5EF4-FFF2-40B4-BE49-F238E27FC236}">
                <a16:creationId xmlns:a16="http://schemas.microsoft.com/office/drawing/2014/main" id="{143009C4-E2DF-7CB0-6E99-E23D533D34B2}"/>
              </a:ext>
            </a:extLst>
          </p:cNvPr>
          <p:cNvGraphicFramePr/>
          <p:nvPr>
            <p:custDataLst>
              <p:tags r:id="rId44"/>
            </p:custDataLst>
          </p:nvPr>
        </p:nvGraphicFramePr>
        <p:xfrm>
          <a:off x="3690938" y="2620963"/>
          <a:ext cx="2103437" cy="2770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451961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4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3687763" y="3505200"/>
            <a:ext cx="631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46F79F5-FE06-4931-9EDE-D84AA1C59131}" type="datetime'''''''''''''Я''н''''д''''е''''''''''к''''''''с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gray">
          <a:xfrm>
            <a:off x="4583112" y="2667000"/>
            <a:ext cx="3175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EBFBE01-06CE-4A53-8EB9-64C51B024B16}" type="datetime'''''''''''2'',''''''''''''''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5AE770F8-C784-CC09-91D9-36BE66E77196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4086225" y="4465638"/>
            <a:ext cx="2333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DC758AC-5594-4782-8AB3-E1DF6256BAA7}" type="datetime'V''''''''''''''''''K'''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CBBC471C-D642-C3A0-6333-E5F29D562CEE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3775075" y="4824413"/>
            <a:ext cx="5445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B6CDDEE-7A4F-43D2-B3BB-4322ADC3ABD0}" type="datetime'''''R''e''''g.''''''''''r''''u'''''''''''''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Reg.ru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5022166" y="2927220"/>
            <a:ext cx="1113522" cy="129076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Почт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36951F0B-3C27-4259-ADC8-9211980EBE7C}"/>
              </a:ext>
            </a:extLst>
          </p:cNvPr>
          <p:cNvCxnSpPr>
            <a:cxnSpLocks/>
          </p:cNvCxnSpPr>
          <p:nvPr/>
        </p:nvCxnSpPr>
        <p:spPr>
          <a:xfrm rot="10800000">
            <a:off x="2473327" y="3453607"/>
            <a:ext cx="9123360" cy="2792449"/>
          </a:xfrm>
          <a:prstGeom prst="bentConnector3">
            <a:avLst>
              <a:gd name="adj1" fmla="val 95873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940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think-cell Slide" r:id="rId72" imgW="405" imgH="405" progId="TCLayout.ActiveDocument.1">
                  <p:embed/>
                </p:oleObj>
              </mc:Choice>
              <mc:Fallback>
                <p:oleObj name="think-cell Slide" r:id="rId72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ВКС сервисов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on-prem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246679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ВКС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Rectangle 66">
            <a:extLst>
              <a:ext uri="{FF2B5EF4-FFF2-40B4-BE49-F238E27FC236}">
                <a16:creationId xmlns:a16="http://schemas.microsoft.com/office/drawing/2014/main" id="{D403D403-E5A2-9CC4-3985-E90672C2C338}"/>
              </a:ext>
            </a:extLst>
          </p:cNvPr>
          <p:cNvSpPr/>
          <p:nvPr/>
        </p:nvSpPr>
        <p:spPr>
          <a:xfrm>
            <a:off x="677334" y="6325979"/>
            <a:ext cx="11024809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Рынок,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/Оборудование –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 2. Динамика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2024. Прогноз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On-Prem,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Оборудования – </a:t>
            </a:r>
            <a:r>
              <a:rPr kumimoji="0" lang="ru-RU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экспертно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. 3. Прогноз проникновения РФ-решений – отчет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2024. 4. Оценка распределения выручки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IVA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на основе отчета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SBER CIB. </a:t>
            </a:r>
            <a:b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5.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Оценка на основе данных о закупках (см. след. слайд)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ВКС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7EFD077A-E1A1-E080-8655-7CB9C35CDC5A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95313" y="2206625"/>
          <a:ext cx="2184400" cy="296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4"/>
          </a:graphicData>
        </a:graphic>
      </p:graphicFrame>
      <p:sp useBgFill="1">
        <p:nvSpPr>
          <p:cNvPr id="49" name="Полилиния 48">
            <a:extLst>
              <a:ext uri="{FF2B5EF4-FFF2-40B4-BE49-F238E27FC236}">
                <a16:creationId xmlns:a16="http://schemas.microsoft.com/office/drawing/2014/main" id="{396CFA7E-D4A3-394B-F5B7-B8C2991467B6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0CB4138A-BC75-4E12-12A0-C1A88A5BDDFD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F1BD710A-35D6-38A1-CA2C-48072F2EBD3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C5372D42-951D-4E8C-AA96-2E5EFD5A604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1920875" y="2582863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5F96F1-3180-4EC9-A70A-B8611FD6C25D}" type="datetime'''''''''''''''''''''''''6'''',''''8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r>
              <a:rPr kumimoji="0" lang="ru-RU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BE1203C-86CD-4C0D-99D5-53141A5BACE6}" type="datetime'''''''''''''''''''''''''3''''''''''''''''''''''''8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38%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9CA22C3-17DD-6BAB-2882-DA5689C4241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970088" y="3201988"/>
            <a:ext cx="444500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B50D352-5024-46FB-91D9-F6739975D199}" type="datetime'''''1'''''''''''''''''''',''2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FB508D-9F0C-40A9-BC76-A7938496B093}" type="datetime'''''''''''''''''''''''''''''7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8C2C4645-25E9-4229-8B41-AFEC7950B1DB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912938" y="4071938"/>
            <a:ext cx="5603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0126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C7BC2F-B704-49D0-BF44-C5697396E60C}" type="datetime'''''''''''''1''''''''0'''''''''''''',''''''''''''0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D0470D6-5F96-4366-BBA8-5319CA3CA887}" type="datetime'5''''''''''''''6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ECC49146-5B73-4CDC-B12A-4058ED74F9D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1054100" y="3308350"/>
            <a:ext cx="541338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4B2A3E2-5815-4D7D-B26A-6198E7F9E6A8}" type="datetime'4'''''''''''''''''''''',''''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546813D-EA78-419B-99EC-8D99BACBA368}" type="datetime'3''''''''''''''''''''''''''''''''''''''''6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869875C6-2F6F-4B7A-962D-D26B0C60351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1000125" y="2947988"/>
            <a:ext cx="3667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7D7916-CBFA-4FD6-9C12-32E762F0F9F0}" type="datetime'''''''1''''''''''''''2'''''',''''''''''''''1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12,1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58503C9E-1527-47B0-B060-ECAAC4FBA6A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990725" y="2028825"/>
            <a:ext cx="4048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84FA36C-1E70-4F9D-AA6F-417BEABCE545}" type="datetime'''''''''''''''''''18'''',''''''0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18,0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E845EB8A-FCDB-43A6-B89A-F6CFEA5A42A9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9CC96380-97A4-4CA6-8D53-C8A7AAEFBBF7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912812" y="432117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1D62F0A-A2C6-407D-B2B1-C1BC74A7122A}" type="datetime'''''''''''''''''''''6'''''''''''',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E9EE839-18AF-4975-8194-BC38EFDB6597}" type="datetime'''''''''''5''''''''''6''''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9DF726BC-7DF9-DEF8-CCA1-90345BED3E9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827088" y="3717925"/>
            <a:ext cx="433388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ABB8A6D-604D-4D08-BDD1-9DD2A48C8443}" type="datetime'''''''''''''1'',''''''''''''''''''''''''''''''''0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D963BBC-93C7-47D1-AC9C-430F6D7BA2A5}" type="datetime'''8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A34622BE-CEA2-4BF3-A3D8-204F9A5ED1AD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13404-A95A-4646-8C56-76E3D9AA0C54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746125" y="54816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11DEF38-AC28-C359-E28E-0B99F0E86C18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746125" y="57673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4A5B3-63AD-426D-95FF-97DFC61A053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746125" y="6053138"/>
            <a:ext cx="250825" cy="187325"/>
          </a:xfrm>
          <a:prstGeom prst="rect">
            <a:avLst/>
          </a:prstGeom>
          <a:solidFill>
            <a:srgbClr val="40126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4236F41B-97AC-4D06-A873-48B0D964E1B0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1047750" y="54610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173E3F3C-25DF-40E6-21D4-FDDC18854466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1047750" y="5746750"/>
            <a:ext cx="1282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ADF918-54B8-4FFB-93AC-607A8D537447}" type="datetime'''''''Обо''''''р''''''у''''д''о''''в''а''''''ни''''е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Оборудование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A4BD5996-5450-4859-A496-172E6BDF5ED5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1047750" y="603250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A4E4333F-1B8E-E5FC-351F-CC6F5DA8CE47}"/>
              </a:ext>
            </a:extLst>
          </p:cNvPr>
          <p:cNvGraphicFramePr/>
          <p:nvPr>
            <p:custDataLst>
              <p:tags r:id="rId23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5"/>
          </a:graphicData>
        </a:graphic>
      </p:graphicFrame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6135687" y="4021138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0942A58-603F-4D11-B0BD-7BDD2032178C}" type="datetime'''''''''''''''''''''''''6'''''''',''''''''''''''''''1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D8FEDA0-A9E2-408B-9571-6C012359A4AC}" type="datetime'''''''''''''''8''''''''''''''8''''''''''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88%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4" name="Текст 4">
            <a:extLst>
              <a:ext uri="{FF2B5EF4-FFF2-40B4-BE49-F238E27FC236}">
                <a16:creationId xmlns:a16="http://schemas.microsoft.com/office/drawing/2014/main" id="{1D786C8C-65F8-DED1-8883-96E520419E4B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7291388" y="2894013"/>
            <a:ext cx="511175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3FA009-8D62-4100-89D3-7C21EB893EE8}" type="datetime'''''''''''''''''''''0'''''''',''7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0,7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E95BA55-18A1-437A-BC17-0EFA210077F9}" type="datetime'''''''''''''''''''1''0''''''''''''''''''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42D8D109-8905-4DBC-AD44-879A8E76A689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7275513" y="3922713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1B517C-7366-401E-BD2A-57FD5D6FFFB4}" type="datetime'''''''''''''''6'''''''''',''''8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E6BE897-0719-4C10-9C72-C0A7E1D11541}" type="datetime'''''''''''''''''''''9''''''''''''''''0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5" name="Текст 4">
            <a:extLst>
              <a:ext uri="{FF2B5EF4-FFF2-40B4-BE49-F238E27FC236}">
                <a16:creationId xmlns:a16="http://schemas.microsoft.com/office/drawing/2014/main" id="{640C3AED-06F5-97FF-230F-09455C4C16DB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8469313" y="2679700"/>
            <a:ext cx="433388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58AE38-6953-4313-903C-AB291F08A5DC}" type="datetime'''''''''''''''''''''''''''''''''''0'''',''''7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0,7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68AD057-7275-4573-89EF-09442DD62788}" type="datetime'''''''''''''''8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1" name="Текст 4">
            <a:extLst>
              <a:ext uri="{FF2B5EF4-FFF2-40B4-BE49-F238E27FC236}">
                <a16:creationId xmlns:a16="http://schemas.microsoft.com/office/drawing/2014/main" id="{CEE73CA4-E5FB-48C8-A6BE-582023507C74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8416926" y="3811588"/>
            <a:ext cx="5381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FCE9C76-F3D0-411A-9989-AECE4B395683}" type="datetime'''''''''7'''''''''''''''''''''''''''''''''',6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4C58B5C-20E8-47BC-92F4-17DE34B59981}" type="datetime'''''9''''2''''''''''''''''%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92%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6" name="Текст 4">
            <a:extLst>
              <a:ext uri="{FF2B5EF4-FFF2-40B4-BE49-F238E27FC236}">
                <a16:creationId xmlns:a16="http://schemas.microsoft.com/office/drawing/2014/main" id="{D00A83C8-4EA5-CFEF-0E82-53630FDB01EF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9615488" y="2443163"/>
            <a:ext cx="420688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82CA316-28C5-46C8-A733-49A2B522DEA1}" type="datetime'''''''''''''''''''''''''''''''''0'',''''''6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7262C54-A6FA-44C6-B241-B24D64665D91}" type="datetime'''7''''''''''''''''''''%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3" name="Текст 4">
            <a:extLst>
              <a:ext uri="{FF2B5EF4-FFF2-40B4-BE49-F238E27FC236}">
                <a16:creationId xmlns:a16="http://schemas.microsoft.com/office/drawing/2014/main" id="{10F91FDF-7DF5-067D-7162-9D770B7EA286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156325" y="3086100"/>
            <a:ext cx="5064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BE8ED9-2EE8-4EFC-AF32-E1B9E812ABC6}" type="datetime'''''''''0'''''''''',''''''''''''''''''''8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F230657-1D52-4DAF-896E-6013383778D7}" type="datetime'''''''''''''''1''''2''''''''%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7" name="Текст 4">
            <a:extLst>
              <a:ext uri="{FF2B5EF4-FFF2-40B4-BE49-F238E27FC236}">
                <a16:creationId xmlns:a16="http://schemas.microsoft.com/office/drawing/2014/main" id="{272B7EAD-9C78-3506-21AE-23D35CF11C68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10748963" y="2179638"/>
            <a:ext cx="4302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EA32DF3-7F12-41E3-BC8B-A61E64FE549D}" type="datetime'''''0'''''''''''''''''',''''''''''''''''''''''''''''''''''5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0,5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FD09C33-EDAE-45D9-9E1D-E404D74B1C07}" type="datetime'''''''''5''''''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10614025" y="3548063"/>
            <a:ext cx="700088" cy="4699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244FAB7-2B93-4785-9DE2-851867C53F50}" type="datetime'''''''''''''''''''''''9'''''''''''''''''''''''''''''''''''',5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BE7D72C-2E80-4D1F-8C98-B23E58943CC8}" type="datetime'''''''''''''''''95''''''''''''''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(3)</a:t>
            </a: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6246813" y="2851150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DDD8016-4B20-47CE-881C-754F6A4D5980}" type="datetime'''''''''''''''''''6,''''''''''''8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840D49E1-E970-4745-A18B-F8B434D531E8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7391400" y="2659063"/>
            <a:ext cx="311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F3D735-DF09-4BDB-8BD6-3914FE3FEE15}" type="datetime'''7,''''''''''''''''''''5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gray">
          <a:xfrm>
            <a:off x="8523288" y="2444750"/>
            <a:ext cx="323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72FD529-C2A7-405C-989F-CB539DEFBD79}" type="datetime'''''''8'''''''''''',''''''''''''''''''3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gray">
          <a:xfrm>
            <a:off x="9678988" y="2208213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4C9A34-4A8A-458E-8217-30BADAA2AC35}" type="datetime'9'',''''''''''''''''''''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gray">
          <a:xfrm>
            <a:off x="10761663" y="1944688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83F65F7-0FE4-4208-95A4-977B00F55C49}" type="datetime'''1''''''0'',''''''''''''''0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33181FA1-20E6-494F-A081-35E1C5031556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9555163" y="368776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5E4059-CD0A-4046-AB61-53E8CE74315A}" type="datetime'8'''''''''',''''''''''''''''''''''''''''''''''5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8,5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DD4E2F1-4296-4C63-B7F9-EB367A79F4EB}" type="datetime'''''93''''''%''''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93%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4519305-6F51-4EE0-B9BF-53221F09840F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6091238" y="558323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8243888" y="5583238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1" name="Текст 4">
            <a:extLst>
              <a:ext uri="{FF2B5EF4-FFF2-40B4-BE49-F238E27FC236}">
                <a16:creationId xmlns:a16="http://schemas.microsoft.com/office/drawing/2014/main" id="{2E5BBCCE-3A1F-4A23-9256-2E2BBF63D976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auto">
          <a:xfrm>
            <a:off x="6392863" y="5562600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854F57-2A82-4674-AA7C-964B8C1CE76F}" type="datetime'З''''''''''''''''''''''''ар''убеж''''''ные ''и''''''гроки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auto">
          <a:xfrm>
            <a:off x="8545513" y="5562600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3801" y="1316218"/>
            <a:ext cx="9111151" cy="2191573"/>
          </a:xfrm>
          <a:prstGeom prst="bentConnector3">
            <a:avLst>
              <a:gd name="adj1" fmla="val 96088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Chart 3">
            <a:extLst>
              <a:ext uri="{FF2B5EF4-FFF2-40B4-BE49-F238E27FC236}">
                <a16:creationId xmlns:a16="http://schemas.microsoft.com/office/drawing/2014/main" id="{6DEAA8B2-2624-D285-00A0-6F70292D5E8A}"/>
              </a:ext>
            </a:extLst>
          </p:cNvPr>
          <p:cNvGraphicFramePr/>
          <p:nvPr>
            <p:custDataLst>
              <p:tags r:id="rId48"/>
            </p:custDataLst>
          </p:nvPr>
        </p:nvGraphicFramePr>
        <p:xfrm>
          <a:off x="4068763" y="2279650"/>
          <a:ext cx="2119312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6"/>
          </a:graphicData>
        </a:graphic>
      </p:graphicFrame>
      <p:cxnSp>
        <p:nvCxnSpPr>
          <p:cNvPr id="183" name="Прямая соединительная линия 182">
            <a:extLst>
              <a:ext uri="{FF2B5EF4-FFF2-40B4-BE49-F238E27FC236}">
                <a16:creationId xmlns:a16="http://schemas.microsoft.com/office/drawing/2014/main" id="{B7D0E8E0-51CE-BF69-3FD9-53E74B31F8A0}"/>
              </a:ext>
            </a:extLst>
          </p:cNvPr>
          <p:cNvCxnSpPr>
            <a:cxnSpLocks/>
          </p:cNvCxnSpPr>
          <p:nvPr>
            <p:custDataLst>
              <p:tags r:id="rId49"/>
            </p:custDataLst>
          </p:nvPr>
        </p:nvCxnSpPr>
        <p:spPr bwMode="auto">
          <a:xfrm>
            <a:off x="4826000" y="4822825"/>
            <a:ext cx="92075" cy="193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Прямая соединительная линия 160">
            <a:extLst>
              <a:ext uri="{FF2B5EF4-FFF2-40B4-BE49-F238E27FC236}">
                <a16:creationId xmlns:a16="http://schemas.microsoft.com/office/drawing/2014/main" id="{D8E16643-F83A-ED36-1E72-31CC110A00EF}"/>
              </a:ext>
            </a:extLst>
          </p:cNvPr>
          <p:cNvCxnSpPr>
            <a:cxnSpLocks/>
          </p:cNvCxnSpPr>
          <p:nvPr>
            <p:custDataLst>
              <p:tags r:id="rId50"/>
            </p:custDataLst>
          </p:nvPr>
        </p:nvCxnSpPr>
        <p:spPr bwMode="auto">
          <a:xfrm flipH="1">
            <a:off x="5337175" y="4705350"/>
            <a:ext cx="93663" cy="193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05C9B6B1-43BB-8D1A-E630-473E74387B2E}"/>
              </a:ext>
            </a:extLst>
          </p:cNvPr>
          <p:cNvCxnSpPr>
            <a:cxnSpLocks/>
          </p:cNvCxnSpPr>
          <p:nvPr>
            <p:custDataLst>
              <p:tags r:id="rId51"/>
            </p:custDataLst>
          </p:nvPr>
        </p:nvCxnSpPr>
        <p:spPr bwMode="auto">
          <a:xfrm flipH="1">
            <a:off x="5337175" y="4940300"/>
            <a:ext cx="93663" cy="1238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4" name="Текст 4">
            <a:extLst>
              <a:ext uri="{FF2B5EF4-FFF2-40B4-BE49-F238E27FC236}">
                <a16:creationId xmlns:a16="http://schemas.microsoft.com/office/drawing/2014/main" id="{7DDB3D50-8BA5-4660-DF7A-0B143E2E2784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gray">
          <a:xfrm>
            <a:off x="4900613" y="3884613"/>
            <a:ext cx="4556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DE39D96-CB63-431D-A915-BB6F0B47A9AA}" type="datetime'''''''''1'''',''''''8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1,8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4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gray">
          <a:xfrm>
            <a:off x="4398963" y="4587875"/>
            <a:ext cx="4270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D4F65E4-93E2-41D6-B9AE-64454895794B}" type="datetime'''''''''''''''''''''''''''''''''''''0,''1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4523DFD-C224-41B2-9707-3D2F223692C7}" type="datetime'''''''''''''''''''''''''''''''''''2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4905375" y="5141913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gray">
          <a:xfrm>
            <a:off x="4981575" y="2325688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DA143D2-681B-4E8B-B2BD-5C3F56793C72}" type="datetime'''''''''''6'''''''''''''''''''''''''''''''''''''''',''''1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4" name="Текст 4">
            <a:extLst>
              <a:ext uri="{FF2B5EF4-FFF2-40B4-BE49-F238E27FC236}">
                <a16:creationId xmlns:a16="http://schemas.microsoft.com/office/drawing/2014/main" id="{AC6BDE21-DE41-6170-E568-FD9BA440701B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4889500" y="2989263"/>
            <a:ext cx="4762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67396B-0AC2-4A49-810E-22F558E19432}" type="datetime'''''''2'''''''''',''''''''''''''''''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2,5</a:t>
            </a:fld>
            <a:r>
              <a:rPr kumimoji="0" lang="ru-RU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5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5430838" y="2616199"/>
            <a:ext cx="604838" cy="81280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ВКС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44A1CA-A1B7-4F95-8BB6-1CAE6C15FAB8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3055938" y="3373438"/>
            <a:ext cx="214313" cy="160338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82F26-73BB-4757-B7E1-43AEA7A1ED0C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3055938" y="2616199"/>
            <a:ext cx="214313" cy="160338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FE06E-13D4-45E8-9340-0E2FB9308EC3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3055938" y="3878263"/>
            <a:ext cx="214313" cy="160338"/>
          </a:xfrm>
          <a:prstGeom prst="rect">
            <a:avLst/>
          </a:prstGeom>
          <a:solidFill>
            <a:srgbClr val="267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8C89AE-7D52-4704-94EB-91D931BC011E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3055938" y="2868613"/>
            <a:ext cx="214313" cy="160338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DB9400-933E-48AD-8925-9C6476F58B92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3055938" y="3625850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56BA2B-B06C-431B-A210-841B48626016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3055938" y="3121025"/>
            <a:ext cx="214313" cy="160338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7FD5B1-8FA2-4D81-AC76-AAE91A8499CC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3055938" y="4130675"/>
            <a:ext cx="214313" cy="160338"/>
          </a:xfrm>
          <a:prstGeom prst="rect">
            <a:avLst/>
          </a:prstGeom>
          <a:solidFill>
            <a:srgbClr val="40126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8727D643-DD5A-1B81-49FF-9040CAE4E6A3}"/>
              </a:ext>
            </a:extLst>
          </p:cNvPr>
          <p:cNvSpPr>
            <a:spLocks noGrp="1"/>
          </p:cNvSpPr>
          <p:nvPr>
            <p:custDataLst>
              <p:tags r:id="rId64"/>
            </p:custDataLst>
          </p:nvPr>
        </p:nvSpPr>
        <p:spPr bwMode="auto">
          <a:xfrm>
            <a:off x="3321050" y="3354388"/>
            <a:ext cx="458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95936F-B8F4-4AE5-95F2-59F98953A8FC}" type="datetime'''''''''''''''''V''i''''''''''''''''''nt''''e''''''''o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Vinteo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E451D53A-1C19-0A77-832C-85F5E7EDA17C}"/>
              </a:ext>
            </a:extLst>
          </p:cNvPr>
          <p:cNvSpPr>
            <a:spLocks noGrp="1"/>
          </p:cNvSpPr>
          <p:nvPr>
            <p:custDataLst>
              <p:tags r:id="rId65"/>
            </p:custDataLst>
          </p:nvPr>
        </p:nvSpPr>
        <p:spPr bwMode="auto">
          <a:xfrm>
            <a:off x="3321050" y="3606800"/>
            <a:ext cx="4476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32992A7-60B6-45BA-9E19-0EDCCCFAF2EC}" type="datetime'''''''''''''''С''''ат''''''е''''''''''''''л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Сател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C0B5C371-399C-F1BE-58B7-C3940CFC010F}"/>
              </a:ext>
            </a:extLst>
          </p:cNvPr>
          <p:cNvSpPr>
            <a:spLocks noGrp="1"/>
          </p:cNvSpPr>
          <p:nvPr>
            <p:custDataLst>
              <p:tags r:id="rId66"/>
            </p:custDataLst>
          </p:nvPr>
        </p:nvSpPr>
        <p:spPr bwMode="auto">
          <a:xfrm>
            <a:off x="3321050" y="3101975"/>
            <a:ext cx="9207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8035136-4CF4-4829-8AFD-B8AD53EB07BC}" type="datetime'''''''''Н''''''''''''''ТЦ'''' П''''''р''''''''''''''от''''ей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НТЦ Протей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2" name="Текст 4">
            <a:extLst>
              <a:ext uri="{FF2B5EF4-FFF2-40B4-BE49-F238E27FC236}">
                <a16:creationId xmlns:a16="http://schemas.microsoft.com/office/drawing/2014/main" id="{D16EB523-5183-33AA-58C3-0A192BF2513F}"/>
              </a:ext>
            </a:extLst>
          </p:cNvPr>
          <p:cNvSpPr>
            <a:spLocks noGrp="1"/>
          </p:cNvSpPr>
          <p:nvPr>
            <p:custDataLst>
              <p:tags r:id="rId67"/>
            </p:custDataLst>
          </p:nvPr>
        </p:nvSpPr>
        <p:spPr bwMode="auto">
          <a:xfrm>
            <a:off x="3321050" y="3859213"/>
            <a:ext cx="1984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38E8A0F-8290-44B1-B0D7-23B81725DD61}" type="datetime'V''K''''''''''''''''''''''''''''''''''''''''''''''''''''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2" name="Текст 4">
            <a:extLst>
              <a:ext uri="{FF2B5EF4-FFF2-40B4-BE49-F238E27FC236}">
                <a16:creationId xmlns:a16="http://schemas.microsoft.com/office/drawing/2014/main" id="{26CE5F37-A1AB-C83B-93E2-DC837559BDD3}"/>
              </a:ext>
            </a:extLst>
          </p:cNvPr>
          <p:cNvSpPr>
            <a:spLocks noGrp="1"/>
          </p:cNvSpPr>
          <p:nvPr>
            <p:custDataLst>
              <p:tags r:id="rId68"/>
            </p:custDataLst>
          </p:nvPr>
        </p:nvSpPr>
        <p:spPr bwMode="auto">
          <a:xfrm>
            <a:off x="3321050" y="2849563"/>
            <a:ext cx="124301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813623C-59A9-4400-BFB3-56A57DBEDE89}" type="datetime'I''''''''''VA'''' ''''T''e''''''''''c''hno''''''''l''ogies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IVA Technologies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9" name="Текст 4">
            <a:extLst>
              <a:ext uri="{FF2B5EF4-FFF2-40B4-BE49-F238E27FC236}">
                <a16:creationId xmlns:a16="http://schemas.microsoft.com/office/drawing/2014/main" id="{13F55F6A-FE7A-BEAB-C58F-4A23EB300F03}"/>
              </a:ext>
            </a:extLst>
          </p:cNvPr>
          <p:cNvSpPr>
            <a:spLocks noGrp="1"/>
          </p:cNvSpPr>
          <p:nvPr>
            <p:custDataLst>
              <p:tags r:id="rId69"/>
            </p:custDataLst>
          </p:nvPr>
        </p:nvSpPr>
        <p:spPr bwMode="auto">
          <a:xfrm>
            <a:off x="3321050" y="4111625"/>
            <a:ext cx="3841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FF2F069-A845-49B0-86E9-A92127018458}" type="datetime'''''''''''Д''''''''''''''''''''''''''''ио''''''''н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Дион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6" name="Текст 4">
            <a:extLst>
              <a:ext uri="{FF2B5EF4-FFF2-40B4-BE49-F238E27FC236}">
                <a16:creationId xmlns:a16="http://schemas.microsoft.com/office/drawing/2014/main" id="{0CC569C2-0576-4416-88B0-7E21DF45C160}"/>
              </a:ext>
            </a:extLst>
          </p:cNvPr>
          <p:cNvSpPr>
            <a:spLocks noGrp="1"/>
          </p:cNvSpPr>
          <p:nvPr>
            <p:custDataLst>
              <p:tags r:id="rId70"/>
            </p:custDataLst>
          </p:nvPr>
        </p:nvSpPr>
        <p:spPr bwMode="auto">
          <a:xfrm>
            <a:off x="3321050" y="2597150"/>
            <a:ext cx="6699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2FC9A82-C5A0-4D4B-A7AF-6ADB183AD431}" type="datetime'T''''''rue''C''''''''''''''o''n''''''f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964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think-cell Slide" r:id="rId75" imgW="405" imgH="405" progId="TCLayout.ActiveDocument.1">
                  <p:embed/>
                </p:oleObj>
              </mc:Choice>
              <mc:Fallback>
                <p:oleObj name="think-cell Slide" r:id="rId75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ВКС сервисов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SaaS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246679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ВКС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Rectangle 66">
            <a:extLst>
              <a:ext uri="{FF2B5EF4-FFF2-40B4-BE49-F238E27FC236}">
                <a16:creationId xmlns:a16="http://schemas.microsoft.com/office/drawing/2014/main" id="{D403D403-E5A2-9CC4-3985-E90672C2C338}"/>
              </a:ext>
            </a:extLst>
          </p:cNvPr>
          <p:cNvSpPr/>
          <p:nvPr/>
        </p:nvSpPr>
        <p:spPr>
          <a:xfrm>
            <a:off x="677334" y="6325979"/>
            <a:ext cx="11024809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Рынок,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/Оборудование –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 2. Динамика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2024. Прогноз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On-Prem,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Оборудования – экспертно. 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ВКС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56" name="Chart 3">
            <a:extLst>
              <a:ext uri="{FF2B5EF4-FFF2-40B4-BE49-F238E27FC236}">
                <a16:creationId xmlns:a16="http://schemas.microsoft.com/office/drawing/2014/main" id="{D3D71D03-BF0D-0F5A-BA86-6FB2EF0F0584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95313" y="2206625"/>
          <a:ext cx="2184400" cy="296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7"/>
          </a:graphicData>
        </a:graphic>
      </p:graphicFrame>
      <p:sp useBgFill="1">
        <p:nvSpPr>
          <p:cNvPr id="55" name="Полилиния 54">
            <a:extLst>
              <a:ext uri="{FF2B5EF4-FFF2-40B4-BE49-F238E27FC236}">
                <a16:creationId xmlns:a16="http://schemas.microsoft.com/office/drawing/2014/main" id="{7099F7E4-E552-DDF6-39B7-F2B54211BEF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9674072C-2DA8-04E1-9EFB-7635B8854CAE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186A56BA-91CF-9403-206F-56A292D3B0BB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C5372D42-951D-4E8C-AA96-2E5EFD5A604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1920875" y="2582863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C0305B7-FFAF-4E9C-82B9-A0BE4CD10005}" type="datetime'''6'''',''''8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r>
              <a:rPr kumimoji="0" lang="ru-RU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D0EB57E-5B4D-4090-9E48-AC57633D5457}" type="datetime'''''''''''''''''''''''''3''''''''''''8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38%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9CA22C3-17DD-6BAB-2882-DA5689C4241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970088" y="3201988"/>
            <a:ext cx="444500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B50D352-5024-46FB-91D9-F6739975D199}" type="datetime'''''1'''''''''''''''''''',''2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FB508D-9F0C-40A9-BC76-A7938496B093}" type="datetime'''''''''''''''''''''''''''''7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8C2C4645-25E9-4229-8B41-AFEC7950B1DB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912938" y="4071938"/>
            <a:ext cx="5603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0126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C7BC2F-B704-49D0-BF44-C5697396E60C}" type="datetime'''''''''''''1''''''''0'''''''''''''',''''''''''''0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D0470D6-5F96-4366-BBA8-5319CA3CA887}" type="datetime'5''''''''''''''6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ECC49146-5B73-4CDC-B12A-4058ED74F9D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1054100" y="3308350"/>
            <a:ext cx="541338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4B2A3E2-5815-4D7D-B26A-6198E7F9E6A8}" type="datetime'4'''''''''''''''''''''',''''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546813D-EA78-419B-99EC-8D99BACBA368}" type="datetime'3''''''''''''''''''''''''''''''''''''''''6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869875C6-2F6F-4B7A-962D-D26B0C60351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1000125" y="2947988"/>
            <a:ext cx="3667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7D7916-CBFA-4FD6-9C12-32E762F0F9F0}" type="datetime'''''''1''''''''''''''2'''''',''''''''''''''1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12,1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58503C9E-1527-47B0-B060-ECAAC4FBA6A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990725" y="2028825"/>
            <a:ext cx="4048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A8FB21-3A9E-4981-9A7E-9D317CCAC3F3}" type="datetime'''''''''''''''''''''''''1''''''''''''''''''8,''''0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18,0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E845EB8A-FCDB-43A6-B89A-F6CFEA5A42A9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9CC96380-97A4-4CA6-8D53-C8A7AAEFBBF7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912812" y="432117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1D62F0A-A2C6-407D-B2B1-C1BC74A7122A}" type="datetime'''''''''''''''''''''6'''''''''''',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E9EE839-18AF-4975-8194-BC38EFDB6597}" type="datetime'''''''''''5''''''''''6''''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9DF726BC-7DF9-DEF8-CCA1-90345BED3E9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827088" y="3717925"/>
            <a:ext cx="433388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ABB8A6D-604D-4D08-BDD1-9DD2A48C8443}" type="datetime'''''''''''''1'',''''''''''''''''''''''''''''''''0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D963BBC-93C7-47D1-AC9C-430F6D7BA2A5}" type="datetime'''8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A34622BE-CEA2-4BF3-A3D8-204F9A5ED1AD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13404-A95A-4646-8C56-76E3D9AA0C54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746125" y="54816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11DEF38-AC28-C359-E28E-0B99F0E86C18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746125" y="57673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4A5B3-63AD-426D-95FF-97DFC61A053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746125" y="6053138"/>
            <a:ext cx="250825" cy="187325"/>
          </a:xfrm>
          <a:prstGeom prst="rect">
            <a:avLst/>
          </a:prstGeom>
          <a:solidFill>
            <a:srgbClr val="40126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4236F41B-97AC-4D06-A873-48B0D964E1B0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1047750" y="54610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173E3F3C-25DF-40E6-21D4-FDDC18854466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1047750" y="5746750"/>
            <a:ext cx="1282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ADF918-54B8-4FFB-93AC-607A8D537447}" type="datetime'''''''Обо''''''р''''''у''''д''о''''в''а''''''ни''''е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Оборудование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A4BD5996-5450-4859-A496-172E6BDF5ED5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1047750" y="603250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5" name="Chart 3">
            <a:extLst>
              <a:ext uri="{FF2B5EF4-FFF2-40B4-BE49-F238E27FC236}">
                <a16:creationId xmlns:a16="http://schemas.microsoft.com/office/drawing/2014/main" id="{A915EBE9-E12A-F2DC-3DA8-FCFAF482669A}"/>
              </a:ext>
            </a:extLst>
          </p:cNvPr>
          <p:cNvGraphicFramePr/>
          <p:nvPr>
            <p:custDataLst>
              <p:tags r:id="rId23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8"/>
          </a:graphicData>
        </a:graphic>
      </p:graphicFrame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6143625" y="4271963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81BE6D4-9859-496B-AAC3-ACB0BCDC4093}" type="datetime'''''''''''''2'''''''''''',''''''''''''''''''''''''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2,9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34FF00F-E42A-4ECA-BCD2-717E43470026}" type="datetime'''''6''7''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67%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7" name="Текст 4">
            <a:extLst>
              <a:ext uri="{FF2B5EF4-FFF2-40B4-BE49-F238E27FC236}">
                <a16:creationId xmlns:a16="http://schemas.microsoft.com/office/drawing/2014/main" id="{97483212-DD79-4511-89BD-5FA1F2541478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7277100" y="319087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DF54342-A252-446E-B1C8-D95016789871}" type="datetime'''''''1'''',''''''''''''''''''''''''4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A8836A6-9317-4F22-A70C-47709B4F5F32}" type="datetime'''''''''''''''''3''''''''0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6" name="Текст 4">
            <a:extLst>
              <a:ext uri="{FF2B5EF4-FFF2-40B4-BE49-F238E27FC236}">
                <a16:creationId xmlns:a16="http://schemas.microsoft.com/office/drawing/2014/main" id="{E237C317-CD01-4232-AE24-986678B84BAD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7281863" y="4165600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137DDB-B352-4C62-A8C8-F0B9344B1AFD}" type="datetime'''''''''''''''''''''''''''''''''''3,''''''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5D9D6C1-6604-407B-BE68-193674A6076D}" type="datetime'''''''''''''''''''''''''''''''''''7''''''''0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1" name="Текст 4">
            <a:extLst>
              <a:ext uri="{FF2B5EF4-FFF2-40B4-BE49-F238E27FC236}">
                <a16:creationId xmlns:a16="http://schemas.microsoft.com/office/drawing/2014/main" id="{03D7AA3A-3841-4378-98BA-3E9417C322A5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8416926" y="2946400"/>
            <a:ext cx="5381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8606B8B-02D2-45A7-9744-94886E0CCD63}" type="datetime'''1'''''''''''''',''''''''''''4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DF1851B-E609-4AE0-BD71-8DAC6F43C331}" type="datetime'''''''2''''''''''''''''''''''''''''6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0" name="Текст 4">
            <a:extLst>
              <a:ext uri="{FF2B5EF4-FFF2-40B4-BE49-F238E27FC236}">
                <a16:creationId xmlns:a16="http://schemas.microsoft.com/office/drawing/2014/main" id="{D2D76B0B-F30C-4BAD-A7A4-A8BBB8339DE7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8418513" y="4038600"/>
            <a:ext cx="5349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301567A-4A34-42C3-8302-7E411FE3AF88}" type="datetime'''''''''''''''''''''''''''''''4'''''''''',''''''''''''''0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4,0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283D764-B906-4BD9-B77D-A7AD54E26156}" type="datetime'''''74''''%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4" name="Текст 4">
            <a:extLst>
              <a:ext uri="{FF2B5EF4-FFF2-40B4-BE49-F238E27FC236}">
                <a16:creationId xmlns:a16="http://schemas.microsoft.com/office/drawing/2014/main" id="{E2B2BC54-3E00-432B-BB4C-63BD6A6EB1B3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9558337" y="2667000"/>
            <a:ext cx="533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6DF19-6413-403C-BD31-E92F41F3F1BF}" type="datetime'''''''1'''''''''''''''''''''''''''''''''''''''''''''',''''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5577C0C-6871-40C9-9B63-1E473A3AB4B3}" type="datetime'''''''''''''''''''''''''''''''22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22%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3" name="Текст 4">
            <a:extLst>
              <a:ext uri="{FF2B5EF4-FFF2-40B4-BE49-F238E27FC236}">
                <a16:creationId xmlns:a16="http://schemas.microsoft.com/office/drawing/2014/main" id="{10F91FDF-7DF5-067D-7162-9D770B7EA286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138863" y="3402013"/>
            <a:ext cx="5397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0284BF1-CEBD-442C-82E2-0A34F052D21A}" type="datetime'1'''''''''''''''''''''''''''',''''''''''''''''''5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1,5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6654D44-A8D9-4A78-B3A8-3A65435925D6}" type="datetime'''''''''''''''''''''''''''''''''''3''''''''''''3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33%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7" name="Текст 4">
            <a:extLst>
              <a:ext uri="{FF2B5EF4-FFF2-40B4-BE49-F238E27FC236}">
                <a16:creationId xmlns:a16="http://schemas.microsoft.com/office/drawing/2014/main" id="{272B7EAD-9C78-3506-21AE-23D35CF11C68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10714038" y="2343150"/>
            <a:ext cx="5000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D57C7D-788B-4AD6-8184-1F9EA729E792}" type="datetime'''''''''''''1'''''''''''''''''',''''''''''''''''''''''2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FD05679-C035-4E8B-A9F0-395BB5F99E95}" type="datetime'''''''''''1''''''''''''''''''''7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17%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10691813" y="3713163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CB86DE0-A0F4-4076-A4EE-9F52A5E39294}" type="datetime'''''''''''''''''''5'''''''''''''''''''',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5,7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FCB9DFD-0558-41B0-A266-1007B0592616}" type="datetime'''''''''''''''''''''''''''''''''''''''8''3''%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83%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6246813" y="3086100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2A48AE3-56AD-4F90-B612-EF5947C9BD4D}" type="datetime'''4'''''''''''''''''',''''''''''3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gray">
          <a:xfrm>
            <a:off x="7383463" y="2876550"/>
            <a:ext cx="3270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3E8E117-57FB-49DA-8525-C16EE474DB1B}" type="datetime'''''''4'''''''''''''''''''',''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6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gray">
          <a:xfrm>
            <a:off x="8523288" y="2640013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1C5CBEA-D860-4AB4-85C7-8017BE6CA5C2}" type="datetime'''''''''''5'''',''4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7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gray">
          <a:xfrm>
            <a:off x="9678988" y="2379663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96E5D7A-FBCD-43C9-BC20-3378013378D1}" type="datetime'''6'''''''''''''''',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gray">
          <a:xfrm>
            <a:off x="10801350" y="2085975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97828A2-FD12-4B63-BB24-E0176F229F98}" type="datetime'6'''''',''''''''8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3" name="Текст 4">
            <a:extLst>
              <a:ext uri="{FF2B5EF4-FFF2-40B4-BE49-F238E27FC236}">
                <a16:creationId xmlns:a16="http://schemas.microsoft.com/office/drawing/2014/main" id="{FE0ED02D-23E5-4D42-B565-6B733D7CC5C2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9558338" y="3889375"/>
            <a:ext cx="533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82C304B-C76D-4323-9978-4EA0B434AC89}" type="datetime'4'''''''',''''''''''''''''8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4,8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5A369EA-4765-4E86-8FAE-DC9BFDFA713A}" type="datetime'''''''''''''''''''7''''''''''''''''''''''''''''''''''8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78%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4519305-6F51-4EE0-B9BF-53221F09840F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6091238" y="558323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8243888" y="5583238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1" name="Текст 4">
            <a:extLst>
              <a:ext uri="{FF2B5EF4-FFF2-40B4-BE49-F238E27FC236}">
                <a16:creationId xmlns:a16="http://schemas.microsoft.com/office/drawing/2014/main" id="{2E5BBCCE-3A1F-4A23-9256-2E2BBF63D976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auto">
          <a:xfrm>
            <a:off x="6392863" y="5562600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854F57-2A82-4674-AA7C-964B8C1CE76F}" type="datetime'З''''''''''''''''''''''''ар''убеж''''''ные ''и''''''гроки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auto">
          <a:xfrm>
            <a:off x="8545513" y="5562600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3801" y="1316218"/>
            <a:ext cx="9111152" cy="963432"/>
          </a:xfrm>
          <a:prstGeom prst="bentConnector3">
            <a:avLst>
              <a:gd name="adj1" fmla="val 96397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Chart 3">
            <a:extLst>
              <a:ext uri="{FF2B5EF4-FFF2-40B4-BE49-F238E27FC236}">
                <a16:creationId xmlns:a16="http://schemas.microsoft.com/office/drawing/2014/main" id="{BEA255CA-5663-AAD4-C822-5D30FC86A286}"/>
              </a:ext>
            </a:extLst>
          </p:cNvPr>
          <p:cNvGraphicFramePr/>
          <p:nvPr>
            <p:custDataLst>
              <p:tags r:id="rId48"/>
            </p:custDataLst>
          </p:nvPr>
        </p:nvGraphicFramePr>
        <p:xfrm>
          <a:off x="3857625" y="2279650"/>
          <a:ext cx="2119313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9"/>
          </a:graphicData>
        </a:graphic>
      </p:graphicFrame>
      <p:cxnSp>
        <p:nvCxnSpPr>
          <p:cNvPr id="183" name="Прямая соединительная линия 182">
            <a:extLst>
              <a:ext uri="{FF2B5EF4-FFF2-40B4-BE49-F238E27FC236}">
                <a16:creationId xmlns:a16="http://schemas.microsoft.com/office/drawing/2014/main" id="{B7D0E8E0-51CE-BF69-3FD9-53E74B31F8A0}"/>
              </a:ext>
            </a:extLst>
          </p:cNvPr>
          <p:cNvCxnSpPr>
            <a:cxnSpLocks/>
          </p:cNvCxnSpPr>
          <p:nvPr>
            <p:custDataLst>
              <p:tags r:id="rId49"/>
            </p:custDataLst>
          </p:nvPr>
        </p:nvCxnSpPr>
        <p:spPr bwMode="auto">
          <a:xfrm flipH="1">
            <a:off x="5126038" y="4940301"/>
            <a:ext cx="93663" cy="111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05C9B6B1-43BB-8D1A-E630-473E74387B2E}"/>
              </a:ext>
            </a:extLst>
          </p:cNvPr>
          <p:cNvCxnSpPr>
            <a:cxnSpLocks/>
          </p:cNvCxnSpPr>
          <p:nvPr>
            <p:custDataLst>
              <p:tags r:id="rId50"/>
            </p:custDataLst>
          </p:nvPr>
        </p:nvCxnSpPr>
        <p:spPr bwMode="auto">
          <a:xfrm>
            <a:off x="4614863" y="4587875"/>
            <a:ext cx="92075" cy="4587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05E4FDB-EE2E-85FE-97A8-DC31959C2B0C}"/>
              </a:ext>
            </a:extLst>
          </p:cNvPr>
          <p:cNvCxnSpPr/>
          <p:nvPr>
            <p:custDataLst>
              <p:tags r:id="rId51"/>
            </p:custDataLst>
          </p:nvPr>
        </p:nvCxnSpPr>
        <p:spPr bwMode="auto">
          <a:xfrm>
            <a:off x="4614863" y="4940301"/>
            <a:ext cx="92075" cy="1381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BE9CE13-F6EA-5122-1AD8-64694035B806}"/>
              </a:ext>
            </a:extLst>
          </p:cNvPr>
          <p:cNvCxnSpPr/>
          <p:nvPr>
            <p:custDataLst>
              <p:tags r:id="rId52"/>
            </p:custDataLst>
          </p:nvPr>
        </p:nvCxnSpPr>
        <p:spPr bwMode="auto">
          <a:xfrm>
            <a:off x="4614863" y="4822825"/>
            <a:ext cx="92075" cy="2476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auto">
          <a:xfrm>
            <a:off x="4694238" y="5141913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87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gray">
          <a:xfrm>
            <a:off x="4214813" y="4117975"/>
            <a:ext cx="4000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4160BA8-767A-4547-94A5-799B11FD7453}" type="datetime'''''''''''''''''''''0'''''''''''',''''''''''''''0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1DBF6E9-5E68-4AEF-A710-5C3B10EBC471}" type="datetime'''''1''''''''''''''''''''''''''''''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gray">
          <a:xfrm>
            <a:off x="4757738" y="2325688"/>
            <a:ext cx="319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1318875-A099-4C4C-B67D-30BA6E9812D5}" type="datetime'''''''''''''''''''''''''''''''''''''''''2'''''''''',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5140326" y="2578100"/>
            <a:ext cx="950912" cy="13446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ВКС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74F84CF6-4F7D-4E89-B0C2-1F5661B66D37}"/>
              </a:ext>
            </a:extLst>
          </p:cNvPr>
          <p:cNvCxnSpPr>
            <a:cxnSpLocks/>
          </p:cNvCxnSpPr>
          <p:nvPr/>
        </p:nvCxnSpPr>
        <p:spPr>
          <a:xfrm rot="10800000">
            <a:off x="2457451" y="3311697"/>
            <a:ext cx="9244693" cy="2643017"/>
          </a:xfrm>
          <a:prstGeom prst="bentConnector3">
            <a:avLst>
              <a:gd name="adj1" fmla="val 96336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1E5946C-3070-4988-9E25-2ECE48F92D3C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3008313" y="3689350"/>
            <a:ext cx="214313" cy="160338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A0F9C5-8924-4DFE-9F28-72AFD8B3EE73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3008313" y="2679700"/>
            <a:ext cx="214313" cy="160338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B561BAC-D6B3-2647-022D-F1BCB48362B5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3008313" y="4446588"/>
            <a:ext cx="214312" cy="160337"/>
          </a:xfrm>
          <a:prstGeom prst="rect">
            <a:avLst/>
          </a:prstGeom>
          <a:solidFill>
            <a:srgbClr val="C30C3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801388-C6A0-4E5B-883C-AFF38F948C3A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3008313" y="2932113"/>
            <a:ext cx="214313" cy="160338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E806CA-C364-4058-8E3B-A60A376B6B1D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3008313" y="4194175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60D2C7-46CD-4CC7-8BBE-D651DD0487A2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3008313" y="3184525"/>
            <a:ext cx="214313" cy="160338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B72FDA-9787-4DC2-815C-F985B9583E59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3008313" y="3941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29E4FA-AC6A-4342-957B-978624C2D28E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3008313" y="3436938"/>
            <a:ext cx="214313" cy="160338"/>
          </a:xfrm>
          <a:prstGeom prst="rect">
            <a:avLst/>
          </a:prstGeom>
          <a:solidFill>
            <a:srgbClr val="F8C24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B9D152C-4CAE-9D9C-CCD7-ABEEB9396155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3008313" y="4699000"/>
            <a:ext cx="214312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E451D53A-1C19-0A77-832C-85F5E7EDA17C}"/>
              </a:ext>
            </a:extLst>
          </p:cNvPr>
          <p:cNvSpPr>
            <a:spLocks noGrp="1"/>
          </p:cNvSpPr>
          <p:nvPr>
            <p:custDataLst>
              <p:tags r:id="rId65"/>
            </p:custDataLst>
          </p:nvPr>
        </p:nvSpPr>
        <p:spPr bwMode="auto">
          <a:xfrm>
            <a:off x="3273425" y="3670300"/>
            <a:ext cx="6699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CF3D8A9-AE9E-4262-A474-ED2574601895}" type="datetime'''''''''Tr''''''''''u''''''''e''''C''o''''n''''''''f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2" name="Текст 4">
            <a:extLst>
              <a:ext uri="{FF2B5EF4-FFF2-40B4-BE49-F238E27FC236}">
                <a16:creationId xmlns:a16="http://schemas.microsoft.com/office/drawing/2014/main" id="{D16EB523-5183-33AA-58C3-0A192BF2513F}"/>
              </a:ext>
            </a:extLst>
          </p:cNvPr>
          <p:cNvSpPr>
            <a:spLocks noGrp="1"/>
          </p:cNvSpPr>
          <p:nvPr>
            <p:custDataLst>
              <p:tags r:id="rId66"/>
            </p:custDataLst>
          </p:nvPr>
        </p:nvSpPr>
        <p:spPr bwMode="auto">
          <a:xfrm>
            <a:off x="3273425" y="3922713"/>
            <a:ext cx="124301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C430736-D5CF-40A7-9F97-3C3963DB6E9C}" type="datetime'I''''VA ''''''''T''''e''chn''ol''''''''''o''''''gi''e''''s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IVA Technologies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8727D643-DD5A-1B81-49FF-9040CAE4E6A3}"/>
              </a:ext>
            </a:extLst>
          </p:cNvPr>
          <p:cNvSpPr>
            <a:spLocks noGrp="1"/>
          </p:cNvSpPr>
          <p:nvPr>
            <p:custDataLst>
              <p:tags r:id="rId67"/>
            </p:custDataLst>
          </p:nvPr>
        </p:nvSpPr>
        <p:spPr bwMode="auto">
          <a:xfrm>
            <a:off x="3273425" y="3417888"/>
            <a:ext cx="8667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B12D4F0-FF71-4796-8FAC-53098EE2819F}" type="datetime'''''''Ян''''''д''е''''''''''к''с'' 3''6''0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 360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9" name="Текст 4">
            <a:extLst>
              <a:ext uri="{FF2B5EF4-FFF2-40B4-BE49-F238E27FC236}">
                <a16:creationId xmlns:a16="http://schemas.microsoft.com/office/drawing/2014/main" id="{13F55F6A-FE7A-BEAB-C58F-4A23EB300F03}"/>
              </a:ext>
            </a:extLst>
          </p:cNvPr>
          <p:cNvSpPr>
            <a:spLocks noGrp="1"/>
          </p:cNvSpPr>
          <p:nvPr>
            <p:custDataLst>
              <p:tags r:id="rId68"/>
            </p:custDataLst>
          </p:nvPr>
        </p:nvSpPr>
        <p:spPr bwMode="auto">
          <a:xfrm>
            <a:off x="3273425" y="4175125"/>
            <a:ext cx="1984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C1A152-B1B0-4BED-B646-C617FEA6A01E}" type="datetime'''''''''''''V''''''''''''''''''''K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C0B5C371-399C-F1BE-58B7-C3940CFC010F}"/>
              </a:ext>
            </a:extLst>
          </p:cNvPr>
          <p:cNvSpPr>
            <a:spLocks noGrp="1"/>
          </p:cNvSpPr>
          <p:nvPr>
            <p:custDataLst>
              <p:tags r:id="rId69"/>
            </p:custDataLst>
          </p:nvPr>
        </p:nvSpPr>
        <p:spPr bwMode="auto">
          <a:xfrm>
            <a:off x="3273425" y="3165475"/>
            <a:ext cx="96520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B1B77DF-A5E1-4303-A199-6E3BA407E29D}" type="datetime'К''о''''''н''тур''''''''''''-''''''''''''Т''о''''''лк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Контур-Толк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B61B6199-BBE8-292D-D898-037FBFA531ED}"/>
              </a:ext>
            </a:extLst>
          </p:cNvPr>
          <p:cNvSpPr>
            <a:spLocks noGrp="1"/>
          </p:cNvSpPr>
          <p:nvPr>
            <p:custDataLst>
              <p:tags r:id="rId70"/>
            </p:custDataLst>
          </p:nvPr>
        </p:nvSpPr>
        <p:spPr bwMode="auto">
          <a:xfrm>
            <a:off x="3273425" y="4427538"/>
            <a:ext cx="3841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E03CAF-4446-4494-923D-AE9A7A8122A2}" type="datetime'''''Д''''''''и''''''о''''''''''''''''''''н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Дион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D8998337-20E7-71A7-D269-6E87D6578028}"/>
              </a:ext>
            </a:extLst>
          </p:cNvPr>
          <p:cNvSpPr>
            <a:spLocks noGrp="1"/>
          </p:cNvSpPr>
          <p:nvPr>
            <p:custDataLst>
              <p:tags r:id="rId71"/>
            </p:custDataLst>
          </p:nvPr>
        </p:nvSpPr>
        <p:spPr bwMode="auto">
          <a:xfrm>
            <a:off x="3273425" y="4679950"/>
            <a:ext cx="8350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F16D856-11BF-41F6-A39D-2D1EE62D4C57}" type="datetime'''''''''''Вид''''''''ео''м''''о''с''''''''т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Видеомост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2" name="Текст 4">
            <a:extLst>
              <a:ext uri="{FF2B5EF4-FFF2-40B4-BE49-F238E27FC236}">
                <a16:creationId xmlns:a16="http://schemas.microsoft.com/office/drawing/2014/main" id="{26CE5F37-A1AB-C83B-93E2-DC837559BDD3}"/>
              </a:ext>
            </a:extLst>
          </p:cNvPr>
          <p:cNvSpPr>
            <a:spLocks noGrp="1"/>
          </p:cNvSpPr>
          <p:nvPr>
            <p:custDataLst>
              <p:tags r:id="rId72"/>
            </p:custDataLst>
          </p:nvPr>
        </p:nvSpPr>
        <p:spPr bwMode="auto">
          <a:xfrm>
            <a:off x="3273425" y="2913063"/>
            <a:ext cx="7524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AA34A4C-C285-4145-B684-BA02FB846E9B}" type="datetime'''''''С''б''''''''''е''''''р J''a''''''''''''z''''''''z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Сбер Jazz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6" name="Текст 4">
            <a:extLst>
              <a:ext uri="{FF2B5EF4-FFF2-40B4-BE49-F238E27FC236}">
                <a16:creationId xmlns:a16="http://schemas.microsoft.com/office/drawing/2014/main" id="{0CC569C2-0576-4416-88B0-7E21DF45C160}"/>
              </a:ext>
            </a:extLst>
          </p:cNvPr>
          <p:cNvSpPr>
            <a:spLocks noGrp="1"/>
          </p:cNvSpPr>
          <p:nvPr>
            <p:custDataLst>
              <p:tags r:id="rId73"/>
            </p:custDataLst>
          </p:nvPr>
        </p:nvSpPr>
        <p:spPr bwMode="auto">
          <a:xfrm>
            <a:off x="3273425" y="2660650"/>
            <a:ext cx="7461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79EA32-11FA-4752-B9C1-0755CAC646A0}" type="datetime'''''М''Т''С'''' ''''''''''Л''''''''и''''нк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МТС Линк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113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Распределение выручки по экосистемный игрокам –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IVA Technologies,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TrueConf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6" name="Rectangle 66">
            <a:extLst>
              <a:ext uri="{FF2B5EF4-FFF2-40B4-BE49-F238E27FC236}">
                <a16:creationId xmlns:a16="http://schemas.microsoft.com/office/drawing/2014/main" id="{D403D403-E5A2-9CC4-3985-E90672C2C338}"/>
              </a:ext>
            </a:extLst>
          </p:cNvPr>
          <p:cNvSpPr/>
          <p:nvPr/>
        </p:nvSpPr>
        <p:spPr>
          <a:xfrm>
            <a:off x="667408" y="6488815"/>
            <a:ext cx="1123182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Отчет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IVA Technologies SBER CIB Pre-Deal Research, 2024. 2.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Доля продаж оборудования среди всех сделок по данным </a:t>
            </a:r>
            <a:r>
              <a:rPr kumimoji="0" lang="ru-RU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Контур.Закупки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" name="Rectangle 114">
            <a:extLst>
              <a:ext uri="{FF2B5EF4-FFF2-40B4-BE49-F238E27FC236}">
                <a16:creationId xmlns:a16="http://schemas.microsoft.com/office/drawing/2014/main" id="{4C597C29-6377-3078-B24F-A7C127672C8C}"/>
              </a:ext>
            </a:extLst>
          </p:cNvPr>
          <p:cNvSpPr/>
          <p:nvPr/>
        </p:nvSpPr>
        <p:spPr>
          <a:xfrm>
            <a:off x="6503604" y="1764317"/>
            <a:ext cx="341884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Распределение выручки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TrueConf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2023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5" name="Table 59">
            <a:extLst>
              <a:ext uri="{FF2B5EF4-FFF2-40B4-BE49-F238E27FC236}">
                <a16:creationId xmlns:a16="http://schemas.microsoft.com/office/drawing/2014/main" id="{839FD709-DAF3-0886-2F94-F7D1285C5ACF}"/>
              </a:ext>
            </a:extLst>
          </p:cNvPr>
          <p:cNvGraphicFramePr>
            <a:graphicFrameLocks noGrp="1"/>
          </p:cNvGraphicFramePr>
          <p:nvPr/>
        </p:nvGraphicFramePr>
        <p:xfrm>
          <a:off x="6503604" y="2268693"/>
          <a:ext cx="4204494" cy="1583864"/>
        </p:xfrm>
        <a:graphic>
          <a:graphicData uri="http://schemas.openxmlformats.org/drawingml/2006/table">
            <a:tbl>
              <a:tblPr/>
              <a:tblGrid>
                <a:gridCol w="1116843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701213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1386438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204399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</a:t>
                      </a:r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2,57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>
                          <a:effectLst/>
                        </a:rPr>
                        <a:t>75,6%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302020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- </a:t>
                      </a:r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0,26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8127611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Мессенджер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0,58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17,0%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537177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err="1">
                          <a:effectLst/>
                        </a:rPr>
                        <a:t>Тотал</a:t>
                      </a:r>
                      <a:endParaRPr lang="ru-RU" sz="1200" b="1" dirty="0">
                        <a:effectLst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1" dirty="0">
                          <a:effectLst/>
                        </a:rPr>
                        <a:t>3,41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b="1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3496853"/>
                  </a:ext>
                </a:extLst>
              </a:tr>
            </a:tbl>
          </a:graphicData>
        </a:graphic>
      </p:graphicFrame>
      <p:sp>
        <p:nvSpPr>
          <p:cNvPr id="9" name="Rectangle 114">
            <a:extLst>
              <a:ext uri="{FF2B5EF4-FFF2-40B4-BE49-F238E27FC236}">
                <a16:creationId xmlns:a16="http://schemas.microsoft.com/office/drawing/2014/main" id="{DC306239-E518-311B-1658-DA36BAC85D36}"/>
              </a:ext>
            </a:extLst>
          </p:cNvPr>
          <p:cNvSpPr/>
          <p:nvPr/>
        </p:nvSpPr>
        <p:spPr>
          <a:xfrm>
            <a:off x="677334" y="1764317"/>
            <a:ext cx="341884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Прогноз распределения выручки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IVA Technologies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2024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0" name="Table 59">
            <a:extLst>
              <a:ext uri="{FF2B5EF4-FFF2-40B4-BE49-F238E27FC236}">
                <a16:creationId xmlns:a16="http://schemas.microsoft.com/office/drawing/2014/main" id="{1F200A7B-C407-DF52-47D4-D9B419FF253F}"/>
              </a:ext>
            </a:extLst>
          </p:cNvPr>
          <p:cNvGraphicFramePr>
            <a:graphicFrameLocks noGrp="1"/>
          </p:cNvGraphicFramePr>
          <p:nvPr/>
        </p:nvGraphicFramePr>
        <p:xfrm>
          <a:off x="677334" y="2268694"/>
          <a:ext cx="4188828" cy="2945661"/>
        </p:xfrm>
        <a:graphic>
          <a:graphicData uri="http://schemas.openxmlformats.org/drawingml/2006/table">
            <a:tbl>
              <a:tblPr/>
              <a:tblGrid>
                <a:gridCol w="1307878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720516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1160434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239889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</a:t>
                      </a:r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1,91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75,6%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302020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- </a:t>
                      </a:r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0,03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8127611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Оборудование для ВКС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0,28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7,0%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537177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Телефония ПО он-прем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0,16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4,3%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8963573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Оборудование </a:t>
                      </a:r>
                      <a:r>
                        <a:rPr lang="en" sz="1200" dirty="0">
                          <a:effectLst/>
                        </a:rPr>
                        <a:t>IP-</a:t>
                      </a:r>
                      <a:r>
                        <a:rPr lang="ru-RU" sz="1200" dirty="0">
                          <a:effectLst/>
                        </a:rPr>
                        <a:t>телефонии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0,10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4,2%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7281430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Мессенджер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0,05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1,3%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783774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b="1" dirty="0" err="1">
                          <a:effectLst/>
                        </a:rPr>
                        <a:t>Тотал</a:t>
                      </a:r>
                      <a:endParaRPr lang="ru-RU" sz="1200" b="1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1" dirty="0">
                          <a:effectLst/>
                        </a:rPr>
                        <a:t>2,52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b="1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1459639"/>
                  </a:ext>
                </a:extLst>
              </a:tr>
            </a:tbl>
          </a:graphicData>
        </a:graphic>
      </p:graphicFrame>
      <p:cxnSp>
        <p:nvCxnSpPr>
          <p:cNvPr id="11" name="Straight Connector 47">
            <a:extLst>
              <a:ext uri="{FF2B5EF4-FFF2-40B4-BE49-F238E27FC236}">
                <a16:creationId xmlns:a16="http://schemas.microsoft.com/office/drawing/2014/main" id="{7BB269A3-95C8-8902-676F-1B2D4B169B43}"/>
              </a:ext>
            </a:extLst>
          </p:cNvPr>
          <p:cNvCxnSpPr>
            <a:cxnSpLocks/>
          </p:cNvCxnSpPr>
          <p:nvPr/>
        </p:nvCxnSpPr>
        <p:spPr>
          <a:xfrm>
            <a:off x="6069898" y="1514032"/>
            <a:ext cx="0" cy="413270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крывающая квадратная скобка 11">
            <a:extLst>
              <a:ext uri="{FF2B5EF4-FFF2-40B4-BE49-F238E27FC236}">
                <a16:creationId xmlns:a16="http://schemas.microsoft.com/office/drawing/2014/main" id="{783280D1-A99A-21D0-DEEB-2CD386821B51}"/>
              </a:ext>
            </a:extLst>
          </p:cNvPr>
          <p:cNvSpPr/>
          <p:nvPr/>
        </p:nvSpPr>
        <p:spPr>
          <a:xfrm>
            <a:off x="10756231" y="2616146"/>
            <a:ext cx="45719" cy="492831"/>
          </a:xfrm>
          <a:prstGeom prst="righ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" name="Speech Bubble: Rectangle with Corners Rounded 241">
            <a:extLst>
              <a:ext uri="{FF2B5EF4-FFF2-40B4-BE49-F238E27FC236}">
                <a16:creationId xmlns:a16="http://schemas.microsoft.com/office/drawing/2014/main" id="{888E4F82-B6E3-3925-DB3B-725E4D72FE3B}"/>
              </a:ext>
            </a:extLst>
          </p:cNvPr>
          <p:cNvSpPr/>
          <p:nvPr/>
        </p:nvSpPr>
        <p:spPr>
          <a:xfrm>
            <a:off x="10889471" y="2708672"/>
            <a:ext cx="1132687" cy="307777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Бенчмарк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IVA</a:t>
            </a:r>
            <a:r>
              <a:rPr kumimoji="0" lang="ru-RU" sz="10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1000" b="1" i="1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" name="Speech Bubble: Rectangle with Corners Rounded 241">
            <a:extLst>
              <a:ext uri="{FF2B5EF4-FFF2-40B4-BE49-F238E27FC236}">
                <a16:creationId xmlns:a16="http://schemas.microsoft.com/office/drawing/2014/main" id="{7B08E4C0-53F1-ABF8-8C35-7A2D61B6A536}"/>
              </a:ext>
            </a:extLst>
          </p:cNvPr>
          <p:cNvSpPr/>
          <p:nvPr/>
        </p:nvSpPr>
        <p:spPr>
          <a:xfrm>
            <a:off x="10889471" y="3216731"/>
            <a:ext cx="1009760" cy="307777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Данные о закупках</a:t>
            </a:r>
            <a:r>
              <a:rPr kumimoji="0" lang="ru-RU" sz="10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</a:p>
        </p:txBody>
      </p:sp>
      <p:sp>
        <p:nvSpPr>
          <p:cNvPr id="15" name="Speech Bubble: Rectangle with Corners Rounded 241">
            <a:extLst>
              <a:ext uri="{FF2B5EF4-FFF2-40B4-BE49-F238E27FC236}">
                <a16:creationId xmlns:a16="http://schemas.microsoft.com/office/drawing/2014/main" id="{B345F988-235E-03C7-AA1A-BDBC8BA893C5}"/>
              </a:ext>
            </a:extLst>
          </p:cNvPr>
          <p:cNvSpPr/>
          <p:nvPr/>
        </p:nvSpPr>
        <p:spPr>
          <a:xfrm>
            <a:off x="5010635" y="3507792"/>
            <a:ext cx="1009760" cy="307777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Данные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SBER CIB</a:t>
            </a:r>
            <a:r>
              <a:rPr kumimoji="0" lang="ru-RU" sz="10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1000" b="1" i="1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" name="Закрывающая квадратная скобка 15">
            <a:extLst>
              <a:ext uri="{FF2B5EF4-FFF2-40B4-BE49-F238E27FC236}">
                <a16:creationId xmlns:a16="http://schemas.microsoft.com/office/drawing/2014/main" id="{0BDE51BD-60B3-2B84-9C15-379284FC17DD}"/>
              </a:ext>
            </a:extLst>
          </p:cNvPr>
          <p:cNvSpPr/>
          <p:nvPr/>
        </p:nvSpPr>
        <p:spPr>
          <a:xfrm>
            <a:off x="4915539" y="2616146"/>
            <a:ext cx="45719" cy="2050393"/>
          </a:xfrm>
          <a:prstGeom prst="righ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611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think-cell Slide" r:id="rId58" imgW="405" imgH="405" progId="TCLayout.ActiveDocument.1">
                  <p:embed/>
                </p:oleObj>
              </mc:Choice>
              <mc:Fallback>
                <p:oleObj name="think-cell Slide" r:id="rId58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Мессенджеров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on-prem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210237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Мессенджеров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Мессенджеров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6" name="Chart 3">
            <a:extLst>
              <a:ext uri="{FF2B5EF4-FFF2-40B4-BE49-F238E27FC236}">
                <a16:creationId xmlns:a16="http://schemas.microsoft.com/office/drawing/2014/main" id="{01220000-0EB1-86A6-8A4B-218D60225204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95313" y="2263775"/>
          <a:ext cx="2184400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0"/>
          </a:graphicData>
        </a:graphic>
      </p:graphicFrame>
      <p:sp useBgFill="1">
        <p:nvSpPr>
          <p:cNvPr id="13" name="Полилиния 12">
            <a:extLst>
              <a:ext uri="{FF2B5EF4-FFF2-40B4-BE49-F238E27FC236}">
                <a16:creationId xmlns:a16="http://schemas.microsoft.com/office/drawing/2014/main" id="{9BE5F986-00DE-95E6-9BDD-6550F4B26C8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A5B84F-D18F-54F2-02EE-3EF1FACA50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" name="Полилиния 10">
            <a:extLst>
              <a:ext uri="{FF2B5EF4-FFF2-40B4-BE49-F238E27FC236}">
                <a16:creationId xmlns:a16="http://schemas.microsoft.com/office/drawing/2014/main" id="{6A8B3131-7C90-FEFD-4A00-456973ED5C44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C5372D42-951D-4E8C-AA96-2E5EFD5A604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1919288" y="2740025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3A9DD76-BB96-4F99-87D5-383B81FD2B0E}" type="datetime'''''''''''''''1'''',''''''''''''7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r>
              <a:rPr kumimoji="0" lang="ru-RU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A89AA7B-3090-4CD2-A563-C1FA341E51F1}" type="datetime'''4''6''''''''''''''''''''''''''''''''''%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8C2C4645-25E9-4229-8B41-AFEC7950B1D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920875" y="4110038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D8A3D9-6807-48F6-AD9F-DF0DF65BAD94}" type="datetime'''''''''''2'''''''''''',''''''''''0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B234B21-DD00-4326-AEBD-50090E95A1D7}" type="datetime'''''''5''''''4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A34622BE-CEA2-4BF3-A3D8-204F9A5ED1AD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E845EB8A-FCDB-43A6-B89A-F6CFEA5A42A9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9CC96380-97A4-4CA6-8D53-C8A7AAEFBBF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912813" y="4332288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1FFEE9-277D-49C7-AB2F-CF46318FF0F9}" type="datetime'''''''''''''''''''1,''''''''''''4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FF1C5B9-EECA-4347-B81F-6B0B2BE27B56}" type="datetime'''''''''6''''''''''''''3''''''''''''''''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63%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ECC49146-5B73-4CDC-B12A-4058ED74F9D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917576" y="3516313"/>
            <a:ext cx="5302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556A47F-2F38-4279-A40F-9EF83DFC9E67}" type="datetime'''''''''''''0'''''''',8''''''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4FCFB5D-A341-419B-B089-7477F0685F49}" type="datetime'''''''''''''''''3''''''''''''''7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37%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869875C6-2F6F-4B7A-962D-D26B0C60351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57263" y="3192463"/>
            <a:ext cx="452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D18168-50A4-40B7-875A-3F498EC91C25}" type="datetime'''2'''''''''''''''''''''''''',''2''''''''''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2,2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58503C9E-1527-47B0-B060-ECAAC4FBA6A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2036763" y="2085975"/>
            <a:ext cx="311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F556666-EEBF-47E2-A84D-1DEC8103139C}" type="datetime'3'''''''',''''''7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13404-A95A-4646-8C56-76E3D9AA0C5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4A5B3-63AD-426D-95FF-97DFC61A053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4236F41B-97AC-4D06-A873-48B0D964E1B0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A4BD5996-5450-4859-A496-172E6BDF5ED5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E261A564-F11A-6DE9-09DA-949AE10A30F2}"/>
              </a:ext>
            </a:extLst>
          </p:cNvPr>
          <p:cNvGraphicFramePr/>
          <p:nvPr>
            <p:custDataLst>
              <p:tags r:id="rId19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1"/>
          </a:graphicData>
        </a:graphic>
      </p:graphicFrame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42D8D109-8905-4DBC-AD44-879A8E76A689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7235824" y="3822700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943769-D82B-4592-B24A-CBD60D18F12E}" type="datetime'''''''''''''1'''',''''''5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1,5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2BF3DA3-64F0-4E4F-BF4C-D752D2E620CD}" type="datetime'''1''''''''''''''''''''''00''''''%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1" name="Текст 4">
            <a:extLst>
              <a:ext uri="{FF2B5EF4-FFF2-40B4-BE49-F238E27FC236}">
                <a16:creationId xmlns:a16="http://schemas.microsoft.com/office/drawing/2014/main" id="{CEE73CA4-E5FB-48C8-A6BE-582023507C74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8374062" y="3714750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14F83BB-54B8-4666-B12A-067F862C6BC9}" type="datetime'''''''1'''''''''''''''''''''''',''''7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C095EE6-3FB5-483F-BB95-D8077808134A}" type="datetime'1''0''''''''''''''''0''''''''''''''''''''%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33181FA1-20E6-494F-A081-35E1C5031556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9513888" y="3600450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6960B87-2529-4E07-BC28-519F915ADC5F}" type="datetime'''''''''''''''''''''''1,''''''''''''''''''''''9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1,9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EBC0DE9-2A00-4D6A-8BAD-429C54C3B946}" type="datetime'''''''1''''''''''''''0''''''''''''''''''''''''0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6097588" y="3910013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34D087-8DD4-4380-83F5-95C930E0A0C6}" type="datetime'''''''''''''1'''''''',''''''''''''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0109721-7F17-461E-9448-CBBE88847FB7}" type="datetime'''1''''''''''0''''''''''''''''0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6261100" y="2944813"/>
            <a:ext cx="2952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F58148E-19AE-4298-8ACF-5491A56D8D97}" type="datetime'1'''''''''''''''''''',''''''''4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840D49E1-E970-4745-A18B-F8B434D531E8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7402514" y="2770188"/>
            <a:ext cx="2905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0684B42-D40D-4EAC-BBD8-ADE86AC647B6}" type="datetime'''''1'''''''''''''''''''''''''',''''5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gray">
          <a:xfrm>
            <a:off x="8545513" y="2555875"/>
            <a:ext cx="2809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1B3D4D-C01A-496B-BBFC-5BB6A05050BE}" type="datetime'1'''''''''''''',''''''''''''''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gray">
          <a:xfrm>
            <a:off x="9678988" y="2327275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2883A0A-7092-47CA-99B4-CB1D5EB2DF28}" type="datetime'''''''''''''''''''''''''''''1'',''''9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10804525" y="2085975"/>
            <a:ext cx="319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0755A6D-3CD9-44B4-8D2D-812699997BD3}" type="datetime'''2'''''''''''''',''''''''''''''''0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10652125" y="3479800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B30077-D702-448D-9A40-A1658183C45B}" type="datetime'''''2'''''''''''''''''''''''''''''''''''''',''''''''''''0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C8F35A5-5E0E-420E-84FB-BA2427222A91}" type="datetime'1''''''''''0''''''''0''%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6091238" y="5583238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392863" y="5562600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5389" y="1316221"/>
            <a:ext cx="9109563" cy="2287403"/>
          </a:xfrm>
          <a:prstGeom prst="bentConnector3">
            <a:avLst>
              <a:gd name="adj1" fmla="val 9628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9" name="Chart 3">
            <a:extLst>
              <a:ext uri="{FF2B5EF4-FFF2-40B4-BE49-F238E27FC236}">
                <a16:creationId xmlns:a16="http://schemas.microsoft.com/office/drawing/2014/main" id="{B4A070B7-9DE2-971B-C9EA-4EC4FECFD5E0}"/>
              </a:ext>
            </a:extLst>
          </p:cNvPr>
          <p:cNvGraphicFramePr/>
          <p:nvPr>
            <p:custDataLst>
              <p:tags r:id="rId37"/>
            </p:custDataLst>
          </p:nvPr>
        </p:nvGraphicFramePr>
        <p:xfrm>
          <a:off x="3333750" y="2338388"/>
          <a:ext cx="2651125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2"/>
          </a:graphicData>
        </a:graphic>
      </p:graphicFrame>
      <p:cxnSp>
        <p:nvCxnSpPr>
          <p:cNvPr id="152" name="Прямая соединительная линия 151">
            <a:extLst>
              <a:ext uri="{FF2B5EF4-FFF2-40B4-BE49-F238E27FC236}">
                <a16:creationId xmlns:a16="http://schemas.microsoft.com/office/drawing/2014/main" id="{23499ADF-06D5-7CFB-FC0D-C9FD1957B637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 flipH="1">
            <a:off x="4868863" y="4471988"/>
            <a:ext cx="93662" cy="2349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BB95988-44FE-89CD-F1BA-2EA0410D789E}"/>
              </a:ext>
            </a:extLst>
          </p:cNvPr>
          <p:cNvCxnSpPr>
            <a:cxnSpLocks/>
          </p:cNvCxnSpPr>
          <p:nvPr>
            <p:custDataLst>
              <p:tags r:id="rId39"/>
            </p:custDataLst>
          </p:nvPr>
        </p:nvCxnSpPr>
        <p:spPr bwMode="auto">
          <a:xfrm flipH="1">
            <a:off x="4868863" y="4706938"/>
            <a:ext cx="93662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Прямая соединительная линия 192">
            <a:extLst>
              <a:ext uri="{FF2B5EF4-FFF2-40B4-BE49-F238E27FC236}">
                <a16:creationId xmlns:a16="http://schemas.microsoft.com/office/drawing/2014/main" id="{0C09F8CF-15CA-FE1F-1A43-C95411E8C47E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 flipH="1" flipV="1">
            <a:off x="4868863" y="4800600"/>
            <a:ext cx="93662" cy="1412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44370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F52596BD-23ED-2589-53DF-8A5DBE10D915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4464050" y="2384425"/>
            <a:ext cx="3905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DBD9224-6EA6-42E6-B057-AD15BBE64102}" type="datetime'''''''1'''''''''',''3''''''''''''''''''''''''''7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1,37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4937125" y="2641600"/>
            <a:ext cx="1154113" cy="5683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Мессенджеров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2AA7E4AE-0456-9A79-631B-8FCD9CD2729D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970213" y="4224338"/>
            <a:ext cx="179388" cy="133350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43C2D151-50A1-B5EB-46CC-BE7A87372454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2970213" y="3567113"/>
            <a:ext cx="179388" cy="133350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58D8F5B6-AB93-2549-7E75-009E8E24179C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2970213" y="4662488"/>
            <a:ext cx="179388" cy="133350"/>
          </a:xfrm>
          <a:prstGeom prst="rect">
            <a:avLst/>
          </a:prstGeom>
          <a:solidFill>
            <a:srgbClr val="0D3C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384B37EF-85B1-B84A-F0B3-A0C1843C1533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2970213" y="3786188"/>
            <a:ext cx="179387" cy="13335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89768112-F354-F92B-5EFF-05A44181714C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2970213" y="4443413"/>
            <a:ext cx="179387" cy="133350"/>
          </a:xfrm>
          <a:prstGeom prst="rect">
            <a:avLst/>
          </a:prstGeom>
          <a:solidFill>
            <a:srgbClr val="99C9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2C97DFE9-5193-77D0-3512-4817B99E88EC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0213" y="4005263"/>
            <a:ext cx="179387" cy="133350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E83B0B1-7CF2-7219-F940-D7ED8DC70A7C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2970213" y="4881563"/>
            <a:ext cx="179388" cy="13335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A5753B0E-BC07-418B-4FDA-06A5FB6491D5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3200400" y="4208463"/>
            <a:ext cx="5524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CBEDF01-B49E-444C-9812-7EDFB33DC6F1}" type="datetime'''Р''''''7-О''фи''''''''''''''''с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Р7-Офис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5" name="Текст 4">
            <a:extLst>
              <a:ext uri="{FF2B5EF4-FFF2-40B4-BE49-F238E27FC236}">
                <a16:creationId xmlns:a16="http://schemas.microsoft.com/office/drawing/2014/main" id="{A2F1AB3B-1279-D510-4A21-7D7FC1AB31B1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3200400" y="4427538"/>
            <a:ext cx="9001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10C5E79-688B-4DA2-AC68-11FC911C8EF9}" type="datetime'''''''П''''''ер''вая'''''''' ф''''''''''ор''м''''''''''а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Первая форма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7" name="Текст 4">
            <a:extLst>
              <a:ext uri="{FF2B5EF4-FFF2-40B4-BE49-F238E27FC236}">
                <a16:creationId xmlns:a16="http://schemas.microsoft.com/office/drawing/2014/main" id="{E0895536-DDEB-50E8-AF28-53E7B723F37D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3200400" y="3989388"/>
            <a:ext cx="5588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D9B8EC-3F8B-476E-8294-68E705BE3AED}" type="datetime'''''''''T''r''''''u''eC''o''n''''''''''''f''''''''''''''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8" name="Текст 4">
            <a:extLst>
              <a:ext uri="{FF2B5EF4-FFF2-40B4-BE49-F238E27FC236}">
                <a16:creationId xmlns:a16="http://schemas.microsoft.com/office/drawing/2014/main" id="{839D7B7F-0D10-74A3-762D-87A5AB913A26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auto">
          <a:xfrm>
            <a:off x="3200400" y="4646613"/>
            <a:ext cx="8826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5B6FC1-3A80-4677-B6D5-695F53C9FEDB}" type="datetime'''''МТ''С'''''''' ''''''''Л''''''ин''к'''' Ч''''а''''''''''т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МТС Линк Чат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5" name="Текст 4">
            <a:extLst>
              <a:ext uri="{FF2B5EF4-FFF2-40B4-BE49-F238E27FC236}">
                <a16:creationId xmlns:a16="http://schemas.microsoft.com/office/drawing/2014/main" id="{94345B65-42D5-CA57-1668-10F852AD6283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3200400" y="3770313"/>
            <a:ext cx="1651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7971A2-3912-4947-8328-E0C807FDF1FE}" type="datetime'''''''''''''''''''''''''V''K''''''''''''''''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1" name="Текст 4">
            <a:extLst>
              <a:ext uri="{FF2B5EF4-FFF2-40B4-BE49-F238E27FC236}">
                <a16:creationId xmlns:a16="http://schemas.microsoft.com/office/drawing/2014/main" id="{A807506A-108E-F364-C13C-B1FE16C8BFC8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auto">
          <a:xfrm>
            <a:off x="3200400" y="4865688"/>
            <a:ext cx="103346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AF26AD-5D02-4541-A5C1-3C22F60C15E2}" type="datetime'Др''''у''''''''''''г''ие ''''''''р''''''еш''е''ни''''я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Другие решения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3" name="Текст 4">
            <a:extLst>
              <a:ext uri="{FF2B5EF4-FFF2-40B4-BE49-F238E27FC236}">
                <a16:creationId xmlns:a16="http://schemas.microsoft.com/office/drawing/2014/main" id="{5D3B95C7-B56A-B6F5-6B1D-69E3D32814E7}"/>
              </a:ext>
            </a:extLst>
          </p:cNvPr>
          <p:cNvSpPr>
            <a:spLocks noGrp="1"/>
          </p:cNvSpPr>
          <p:nvPr>
            <p:custDataLst>
              <p:tags r:id="rId56"/>
            </p:custDataLst>
          </p:nvPr>
        </p:nvSpPr>
        <p:spPr bwMode="auto">
          <a:xfrm>
            <a:off x="3200400" y="3551238"/>
            <a:ext cx="48577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66BE242-8FEB-4F98-8308-F0B8938DA037}" type="datetime'''eXp''''''''''''r''e''''s''''''''''''''''''''''''s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eXpress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Rectangle 66">
            <a:extLst>
              <a:ext uri="{FF2B5EF4-FFF2-40B4-BE49-F238E27FC236}">
                <a16:creationId xmlns:a16="http://schemas.microsoft.com/office/drawing/2014/main" id="{E0443F08-4A64-7CB2-F822-808866437AB8}"/>
              </a:ext>
            </a:extLst>
          </p:cNvPr>
          <p:cNvSpPr/>
          <p:nvPr/>
        </p:nvSpPr>
        <p:spPr>
          <a:xfrm>
            <a:off x="667408" y="6488815"/>
            <a:ext cx="1123182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Рынок,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 2. Прогноз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2024. 3.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Прогноз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–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бенчмарк динамики роста рынка ВКС из отчета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2024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02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think-cell Slide" r:id="rId70" imgW="405" imgH="405" progId="TCLayout.ActiveDocument.1">
                  <p:embed/>
                </p:oleObj>
              </mc:Choice>
              <mc:Fallback>
                <p:oleObj name="think-cell Slide" r:id="rId70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Мессенджеров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SaaS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210237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Мессенджеров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Мессенджеров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203" name="Chart 3">
            <a:extLst>
              <a:ext uri="{FF2B5EF4-FFF2-40B4-BE49-F238E27FC236}">
                <a16:creationId xmlns:a16="http://schemas.microsoft.com/office/drawing/2014/main" id="{3D5E6095-5FD3-AC4B-D782-446026D3D2F3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6143625" y="4327525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DD98D0F-96BD-4383-9B00-E22666E253E5}" type="datetime'''''''''0,''''''''''''''''''''6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A271456-BCD5-4413-9B32-83ECCC4B9124}" type="datetime'''''''''7''''''''''''''9''%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79%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4EE81695-FFD7-1C95-0F92-69BBA5A69EE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7291389" y="3398838"/>
            <a:ext cx="511175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36DBEA-2E40-41CA-ADC5-691FB3F3A823}" type="datetime'''''''''''0,2''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FF606DD-B2AD-4A59-B042-30EAE10C1F09}" type="datetime'''''''''''''1''''''''''''''''''''6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42D8D109-8905-4DBC-AD44-879A8E76A68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7273924" y="4189413"/>
            <a:ext cx="547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EC2D113-ECB7-4AAB-824A-A9874A08BB75}" type="datetime'''''''''''0'''''''''''''''''''''''''''''''''''''',''8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F5A23A5-7C8E-4A5F-82EA-C00E5CEEB576}" type="datetime'''''''8''4''''%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84%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10A8B518-3231-0758-D591-BD30BBCABA8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8431213" y="3081338"/>
            <a:ext cx="509588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FAE363-1178-46CC-8950-BAABEEEF7486}" type="datetime'''''''''''''''''''''''''0'''''''''''',''''''2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2EDA7FB-1994-451F-917B-4238F00F7FDC}" type="datetime'''''''''''''''''''''1''3''%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1" name="Текст 4">
            <a:extLst>
              <a:ext uri="{FF2B5EF4-FFF2-40B4-BE49-F238E27FC236}">
                <a16:creationId xmlns:a16="http://schemas.microsoft.com/office/drawing/2014/main" id="{CEE73CA4-E5FB-48C8-A6BE-582023507C74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8418513" y="4025900"/>
            <a:ext cx="533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2D7E893-B548-4B50-ABDD-831020925BC0}" type="datetime'''''''''''''''''''''''''''''1'''''',''''0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19B050F-00CE-43B0-B4F2-6AE11719E87C}" type="datetime'''''''8''''''''''''7''''''''''''''''''''''''''''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87%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7" name="Текст 4">
            <a:extLst>
              <a:ext uri="{FF2B5EF4-FFF2-40B4-BE49-F238E27FC236}">
                <a16:creationId xmlns:a16="http://schemas.microsoft.com/office/drawing/2014/main" id="{63671397-0C6F-6DD8-71F6-547E0AA0F87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9609138" y="2673350"/>
            <a:ext cx="431800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E8CC5FA-C448-4ED0-8EED-656004E87D82}" type="datetime'''''''''''0'''''''''''''''''',''1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E622BAE3-815A-4791-8FEB-D5C021C1DB1B}" type="datetime'''''''''''''''''''''''''''''''9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FCF69AD5-BF96-619E-796A-70554678BB05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6156326" y="3667125"/>
            <a:ext cx="5064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EDD0D8A-3CF4-4801-A39D-8F7BECDA0478}" type="datetime'''''''0'''''''''''''''',''''''''2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7619A09-2E8C-486B-A229-DD4E54CEF48E}" type="datetime'''''''''''''''2''1''''''''%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21%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8" name="Текст 4">
            <a:extLst>
              <a:ext uri="{FF2B5EF4-FFF2-40B4-BE49-F238E27FC236}">
                <a16:creationId xmlns:a16="http://schemas.microsoft.com/office/drawing/2014/main" id="{84A1DEFC-4BC8-1690-72C7-B4848ECC1CC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10748963" y="2176463"/>
            <a:ext cx="4302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776806-E67F-42BB-8921-DB2DCE6BFC5B}" type="datetime'''''''''''''''''''''''0'''''''',''''''''''''''''''''''''''1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5D3D409-EEA0-4AC2-92C9-F565EF16A626}" type="datetime'''''''''''''''''''''''''''''''''''''''''''''''''''''''''5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10693399" y="3544888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9CD0C2E-C981-4707-A13B-09927EA5D20B}" type="datetime'''1'''''''''''',''''''''''''6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1,6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2E641B2-1237-4545-86AA-ED55EAA1C7C1}" type="datetime'9''''''''''''''''''''''''''''''''5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6246812" y="3432175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3436E49-D1BD-4775-B37A-9CF33B00CC94}" type="datetime'''''''''''0'''''''''''',''''''''''''''''''''''''''8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840D49E1-E970-4745-A18B-F8B434D531E8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7400925" y="3163888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2BB6683-A001-48C0-AFA0-AB626E055933}" type="datetime'''''''''''''''''''''1'''''''',0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8542338" y="2846388"/>
            <a:ext cx="2873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F424247-1F3E-41BC-AD3D-AAFA388974B6}" type="datetime'1'',''''''''''''''''''''2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9677401" y="2438400"/>
            <a:ext cx="2952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C13EB61-097D-465A-A724-FAA3AE242E56}" type="datetime'''''''1'''',''''''''''''''''''''4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10823575" y="1941513"/>
            <a:ext cx="2809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3BD3C2C-2682-4D5B-8B5B-3130D9BB777C}" type="datetime'''''1'''',''7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33181FA1-20E6-494F-A081-35E1C5031556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9569450" y="3814763"/>
            <a:ext cx="51117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8EAC8D-5577-4B43-8462-8973C07F30A8}" type="datetime'1'''''''''''''''''''',''''''''''''''''3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66567FE1-FFF6-43FC-9DA4-43352A534C41}" type="datetime'''9''1''''''''''''''''''''''''''''''''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91%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5714807E-E983-7F93-4481-B09F5625D986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91238" y="558323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091238" y="5868988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CD20114F-A166-B136-C57B-8670D802DA8C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6392863" y="5562600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98CF10A-0368-46C8-9488-4270EA11BF01}" type="datetime'''''''''З''а''р''''''''у''бе''''ж''ны''''''е'' и''''грок''''и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6392863" y="5848350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3801" y="1316222"/>
            <a:ext cx="9111151" cy="1030426"/>
          </a:xfrm>
          <a:prstGeom prst="bentConnector3">
            <a:avLst>
              <a:gd name="adj1" fmla="val 96786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1" name="Chart 3">
            <a:extLst>
              <a:ext uri="{FF2B5EF4-FFF2-40B4-BE49-F238E27FC236}">
                <a16:creationId xmlns:a16="http://schemas.microsoft.com/office/drawing/2014/main" id="{877C5D3C-3A46-F938-055F-6EE63315BCA0}"/>
              </a:ext>
            </a:extLst>
          </p:cNvPr>
          <p:cNvGraphicFramePr/>
          <p:nvPr>
            <p:custDataLst>
              <p:tags r:id="rId28"/>
            </p:custDataLst>
          </p:nvPr>
        </p:nvGraphicFramePr>
        <p:xfrm>
          <a:off x="3333750" y="2338388"/>
          <a:ext cx="2651125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cxnSp>
        <p:nvCxnSpPr>
          <p:cNvPr id="166" name="Прямая соединительная линия 165">
            <a:extLst>
              <a:ext uri="{FF2B5EF4-FFF2-40B4-BE49-F238E27FC236}">
                <a16:creationId xmlns:a16="http://schemas.microsoft.com/office/drawing/2014/main" id="{7912637B-A423-2CD8-2C7A-3427EBBD0601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H="1">
            <a:off x="4868863" y="3481388"/>
            <a:ext cx="93662" cy="2095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Прямая соединительная линия 144">
            <a:extLst>
              <a:ext uri="{FF2B5EF4-FFF2-40B4-BE49-F238E27FC236}">
                <a16:creationId xmlns:a16="http://schemas.microsoft.com/office/drawing/2014/main" id="{2AE75C61-85C5-6F1A-8BE0-19025CC7E4F0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H="1">
            <a:off x="4868863" y="3598863"/>
            <a:ext cx="93662" cy="1889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A632F3E1-ACAB-094E-089E-D359112355DE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H="1">
            <a:off x="4868863" y="3833813"/>
            <a:ext cx="93662" cy="269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>
            <a:extLst>
              <a:ext uri="{FF2B5EF4-FFF2-40B4-BE49-F238E27FC236}">
                <a16:creationId xmlns:a16="http://schemas.microsoft.com/office/drawing/2014/main" id="{1B05F007-B3B0-D7C7-37BF-AD6C0880E992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 bwMode="auto">
          <a:xfrm flipH="1" flipV="1">
            <a:off x="4868863" y="3922713"/>
            <a:ext cx="93662" cy="1460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Прямая соединительная линия 123">
            <a:extLst>
              <a:ext uri="{FF2B5EF4-FFF2-40B4-BE49-F238E27FC236}">
                <a16:creationId xmlns:a16="http://schemas.microsoft.com/office/drawing/2014/main" id="{A90368E0-1A84-1638-F02A-D5E69C5AAB58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 flipH="1" flipV="1">
            <a:off x="4868863" y="3976688"/>
            <a:ext cx="93662" cy="2095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44370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F52596BD-23ED-2589-53DF-8A5DBE10D915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4440238" y="2384425"/>
            <a:ext cx="438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98394E2-27DC-4E53-9DBD-0FFA62FE9203}" type="datetime'''''''''''''''0'''''''''''''''',''64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5" name="Текст 4">
            <a:extLst>
              <a:ext uri="{FF2B5EF4-FFF2-40B4-BE49-F238E27FC236}">
                <a16:creationId xmlns:a16="http://schemas.microsoft.com/office/drawing/2014/main" id="{0843E248-302E-0F75-15B2-09B221FF4290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4440238" y="3441700"/>
            <a:ext cx="438150" cy="2349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2624D3-AF49-45AB-B1DF-00897F1C09FA}" type="datetime'''''''''''0'''''''''',''''0''''''''''4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0,04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4937125" y="2641600"/>
            <a:ext cx="1154113" cy="142716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Мессенджеров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C421-0397-63B0-8594-689A0FC3D76F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70212" y="4881563"/>
            <a:ext cx="179388" cy="13335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B2AB9D1F-387F-D14C-98BC-3F7FE0D0337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970212" y="3348038"/>
            <a:ext cx="179388" cy="133350"/>
          </a:xfrm>
          <a:prstGeom prst="rect">
            <a:avLst/>
          </a:prstGeom>
          <a:solidFill>
            <a:srgbClr val="F8C24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5F0A3FC7-9C6B-53C1-5F7C-5CC4C3E42E11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2970212" y="4662488"/>
            <a:ext cx="179388" cy="133350"/>
          </a:xfrm>
          <a:prstGeom prst="rect">
            <a:avLst/>
          </a:prstGeom>
          <a:solidFill>
            <a:srgbClr val="0D3C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BA258769-074A-CDD5-972A-1C942B8826DD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2970213" y="3567113"/>
            <a:ext cx="179387" cy="13335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40EAE9BF-961B-C6C6-47C2-619C295F476E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2970212" y="4443413"/>
            <a:ext cx="179388" cy="133350"/>
          </a:xfrm>
          <a:prstGeom prst="rect">
            <a:avLst/>
          </a:prstGeom>
          <a:solidFill>
            <a:srgbClr val="99C9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56F4E4D4-7363-6769-3B0E-49D3CB25968F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2970212" y="3786188"/>
            <a:ext cx="179388" cy="133350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341B14B1-DBF0-0BBF-5F99-471075BD2229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970212" y="4224338"/>
            <a:ext cx="179388" cy="133350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BC54EB3C-6804-3866-CBB2-9B978CB4D576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2970212" y="4005263"/>
            <a:ext cx="179388" cy="133350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1" name="Текст 4">
            <a:extLst>
              <a:ext uri="{FF2B5EF4-FFF2-40B4-BE49-F238E27FC236}">
                <a16:creationId xmlns:a16="http://schemas.microsoft.com/office/drawing/2014/main" id="{FCE3126D-B27B-51AF-42B0-C72A7BE83C35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3200400" y="3332163"/>
            <a:ext cx="7239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5FCBEDE-3EAB-4A67-9597-1BF3C4D743A1}" type="datetime'''''Я''''''''''''''''''''нд''''ек''''с ''''3''''6''''0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 360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3" name="Текст 4">
            <a:extLst>
              <a:ext uri="{FF2B5EF4-FFF2-40B4-BE49-F238E27FC236}">
                <a16:creationId xmlns:a16="http://schemas.microsoft.com/office/drawing/2014/main" id="{EA71935F-6D5C-58D9-B4E6-96E6DDEB1B2E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3200400" y="3989388"/>
            <a:ext cx="9001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52AFFA-80B7-4722-9F1B-7C65B28BA623}" type="datetime'П''''''е''''''р''''''в''ая ''''''''''''ф''о''рм''''а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Первая форма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2" name="Текст 4">
            <a:extLst>
              <a:ext uri="{FF2B5EF4-FFF2-40B4-BE49-F238E27FC236}">
                <a16:creationId xmlns:a16="http://schemas.microsoft.com/office/drawing/2014/main" id="{4330D550-E3F4-4F17-E7A7-0E8994208938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3200400" y="4427538"/>
            <a:ext cx="3746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65A8761-95E4-41B9-98D0-5343A467B043}" type="datetime'''''П''а''''''''''''''ч''''к''''''''''''''''а''''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Пачка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0" name="Текст 4">
            <a:extLst>
              <a:ext uri="{FF2B5EF4-FFF2-40B4-BE49-F238E27FC236}">
                <a16:creationId xmlns:a16="http://schemas.microsoft.com/office/drawing/2014/main" id="{0A3C1F10-F21D-F2AE-29EC-2E7E0A8F00D5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3200400" y="3770313"/>
            <a:ext cx="8826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955C5D-99A4-48E4-9F05-6ABC52B2E5DC}" type="datetime'МТ''''С ''Л''ин''''''''''к'''''' ''''Ч''''''а''''''''''т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МТС Линк Чат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1" name="Текст 4">
            <a:extLst>
              <a:ext uri="{FF2B5EF4-FFF2-40B4-BE49-F238E27FC236}">
                <a16:creationId xmlns:a16="http://schemas.microsoft.com/office/drawing/2014/main" id="{B423554F-87F4-E9E1-94CA-90F16C5CA9AC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3200400" y="4646613"/>
            <a:ext cx="5524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E1A1B04-7BEC-401D-A3E5-EA078F2E8556}" type="datetime'Р''''''7-''''''''О''''''''''''''''''ф''и''''с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Р7-Офис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DE5BD790-C851-7E41-1EBB-DB68EFD43576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3200401" y="3551238"/>
            <a:ext cx="20002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19AF03E-3411-48DC-87FE-1D46701758FD}" type="datetime''' ''V''''''''''''''''''''''''''''''''''''''''''''''''K''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VK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6078DAC1-FEE7-21CD-9A26-A0EEC57DA986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3200400" y="4865688"/>
            <a:ext cx="103346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2F04A76-86BB-4076-B86F-7E15B194901A}" type="datetime'''''Др''''уг''и''''е ''''''ре''''''''''ше''''''''н''и''''я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Другие решения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9" name="Текст 4">
            <a:extLst>
              <a:ext uri="{FF2B5EF4-FFF2-40B4-BE49-F238E27FC236}">
                <a16:creationId xmlns:a16="http://schemas.microsoft.com/office/drawing/2014/main" id="{43AB3EB4-FD5B-0492-74A4-CD0EBB5D18D8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3200400" y="4208463"/>
            <a:ext cx="5588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9FA7D3-5194-49A7-BA49-4F777948452E}" type="datetime'Tr''''''u''''e''C''''''''''''''''''''''''''''''''''onf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Rectangle 66">
            <a:extLst>
              <a:ext uri="{FF2B5EF4-FFF2-40B4-BE49-F238E27FC236}">
                <a16:creationId xmlns:a16="http://schemas.microsoft.com/office/drawing/2014/main" id="{E0443F08-4A64-7CB2-F822-808866437AB8}"/>
              </a:ext>
            </a:extLst>
          </p:cNvPr>
          <p:cNvSpPr/>
          <p:nvPr/>
        </p:nvSpPr>
        <p:spPr>
          <a:xfrm>
            <a:off x="667408" y="6488815"/>
            <a:ext cx="1123182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Рынок,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 2. Прогноз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проникновения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РФ-решений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Partners, 2024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. 3.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Прогноз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–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бенчмарк динамики роста рынка ВКС из отчета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J’son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&amp; Partners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2024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14" name="Connector: Elbow 150">
            <a:extLst>
              <a:ext uri="{FF2B5EF4-FFF2-40B4-BE49-F238E27FC236}">
                <a16:creationId xmlns:a16="http://schemas.microsoft.com/office/drawing/2014/main" id="{70484E4E-60F9-54FE-0455-9AAA73D9C122}"/>
              </a:ext>
            </a:extLst>
          </p:cNvPr>
          <p:cNvCxnSpPr>
            <a:cxnSpLocks/>
          </p:cNvCxnSpPr>
          <p:nvPr/>
        </p:nvCxnSpPr>
        <p:spPr>
          <a:xfrm rot="10800000">
            <a:off x="2463800" y="3617493"/>
            <a:ext cx="9111152" cy="2716073"/>
          </a:xfrm>
          <a:prstGeom prst="bentConnector3">
            <a:avLst>
              <a:gd name="adj1" fmla="val 96786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 3">
            <a:extLst>
              <a:ext uri="{FF2B5EF4-FFF2-40B4-BE49-F238E27FC236}">
                <a16:creationId xmlns:a16="http://schemas.microsoft.com/office/drawing/2014/main" id="{6AA6AEF2-91F6-7544-4ABA-67E1F4248908}"/>
              </a:ext>
            </a:extLst>
          </p:cNvPr>
          <p:cNvGraphicFramePr/>
          <p:nvPr>
            <p:custDataLst>
              <p:tags r:id="rId53"/>
            </p:custDataLst>
          </p:nvPr>
        </p:nvGraphicFramePr>
        <p:xfrm>
          <a:off x="595313" y="2263775"/>
          <a:ext cx="2184400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4"/>
          </a:graphicData>
        </a:graphic>
      </p:graphicFrame>
      <p:sp useBgFill="1">
        <p:nvSpPr>
          <p:cNvPr id="15" name="Полилиния 14">
            <a:extLst>
              <a:ext uri="{FF2B5EF4-FFF2-40B4-BE49-F238E27FC236}">
                <a16:creationId xmlns:a16="http://schemas.microsoft.com/office/drawing/2014/main" id="{9F0CBEB8-6E95-C06B-8294-85843E8DD5FE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56B351C5-4360-6E57-7D7C-013C1AE1D8E5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EDFAE993-AB6B-A17A-F810-12408DA68F8F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C53571C5-755E-576D-6118-D4215FFFF4B0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gray">
          <a:xfrm>
            <a:off x="1919288" y="2740025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910698-A2FA-4495-8794-0DC825C8294F}" type="datetime'''''''''''''''''''''1'''''''''''''',7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r>
              <a:rPr kumimoji="0" lang="ru-RU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EA0B4FB-EC71-4CB7-86B9-E5636634982B}" type="datetime'''''''''''''''''''''''''4''''''6''''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915527A7-8E2C-B821-2866-3BE3905596BD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920875" y="4110038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81BF33C-81A3-4116-9B5F-267AB40DE072}" type="datetime'''''''''2'''''''''',''''''''''''''''''0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E99518F3-F6F4-4A54-84D1-C8089EBE2915}" type="datetime'''''''''''''''''''''''''''''''''''5''''''''''''''4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203C1AD0-F9CB-76B9-E5B3-E2B16DB3F73A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B0EE83E-BA9C-48C5-A966-30F034341150}" type="datetime'''2''''''''''0''''''''''''''''''''''''''''''27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B9893D2C-1705-9759-E0D9-95E0980B362A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25D128B-B41B-4F4E-8D7C-9E7DA6CBE495}" type="datetime'''''''''''''''''2''''''''''''''''''0''''''''''''''2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D4D189D7-5633-D0E0-30BE-9DED9926BC1F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912813" y="4332288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ACB47AD-0374-4BE8-9008-2DF3C2311642}" type="datetime'''''''''''''''''''''1'''''''''',''''''''4''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CA34E89-5ABB-4B97-A4B9-DFB83A54C14E}" type="datetime'''''''''''''6''''''''''''''''''''''''3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63%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AE6061B1-2DC9-A6DF-44E0-851326477D1E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917576" y="3516313"/>
            <a:ext cx="5302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092BA79-6F89-44BF-BE69-8A3C24422D97}" type="datetime'''''''''''''''''''''''''''0'''''''''''''''''',8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0392C55-0813-4FDB-BFB0-4530CCD4A850}" type="datetime'''''''''''''''3''7''''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37%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A10ECBB6-0C32-8E7A-91F0-0DA5A8265704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957263" y="3192463"/>
            <a:ext cx="452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A4DC50-9E9D-4B0F-8D98-8358D9E0A386}" type="datetime'''''''''''2'''''''''''''',''2''''''''''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2,2</a:t>
            </a:fld>
            <a:r>
              <a:rPr kumimoji="0" lang="en-US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</a:t>
            </a:r>
            <a:r>
              <a:rPr kumimoji="0" lang="en-US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E4795920-AF00-3AF6-8248-291A868D2750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2036763" y="2085975"/>
            <a:ext cx="311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245F786-44FA-4C44-841A-3C6389B770D5}" type="datetime'''''''3'''''''''''''',''''''''''''''7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EF96F9E5-E5F3-0B25-6335-4090A071769C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C4C97B1E-D82F-9629-5130-C88D41F02156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7D8ED385-AD8D-1678-20E5-A1B5E1308E0B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BAEB0D-89C8-40DF-BBBC-21E85ADE0526}" type="datetime'''''''''S''a''''''''''''''''''''''''''a''''''''''''S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704324B0-1738-2613-2EDA-FB4168B20D6B}"/>
              </a:ext>
            </a:extLst>
          </p:cNvPr>
          <p:cNvSpPr txBox="1">
            <a:spLocks/>
          </p:cNvSpPr>
          <p:nvPr>
            <p:custDataLst>
              <p:tags r:id="rId68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56AEF4-FCEE-4820-8786-A35BEA0D5EF2}" type="datetime'''''''''''''''''''On''''''''''''''''''''''-''''''''p''r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122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Распределение выручки по экосистемный игрокам –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TrueConf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,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6" name="Rectangle 66">
            <a:extLst>
              <a:ext uri="{FF2B5EF4-FFF2-40B4-BE49-F238E27FC236}">
                <a16:creationId xmlns:a16="http://schemas.microsoft.com/office/drawing/2014/main" id="{D403D403-E5A2-9CC4-3985-E90672C2C338}"/>
              </a:ext>
            </a:extLst>
          </p:cNvPr>
          <p:cNvSpPr/>
          <p:nvPr/>
        </p:nvSpPr>
        <p:spPr>
          <a:xfrm>
            <a:off x="667408" y="6488815"/>
            <a:ext cx="1123182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Отчет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IVA Technologies SBER CIB Pre-Deal Research, 2024. 2.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Оценка выручки мессенджера на основе бенчмарка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IVA Technologies – 1,3%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</a:t>
            </a:r>
            <a:r>
              <a:rPr kumimoji="0" lang="ru-RU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тотал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выручки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114">
            <a:extLst>
              <a:ext uri="{FF2B5EF4-FFF2-40B4-BE49-F238E27FC236}">
                <a16:creationId xmlns:a16="http://schemas.microsoft.com/office/drawing/2014/main" id="{201616A2-093E-4CA0-C055-9B1EFB22D32F}"/>
              </a:ext>
            </a:extLst>
          </p:cNvPr>
          <p:cNvSpPr/>
          <p:nvPr/>
        </p:nvSpPr>
        <p:spPr>
          <a:xfrm>
            <a:off x="6503604" y="1764317"/>
            <a:ext cx="341884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Распределение выручки Р7, 2023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8" name="Table 59">
            <a:extLst>
              <a:ext uri="{FF2B5EF4-FFF2-40B4-BE49-F238E27FC236}">
                <a16:creationId xmlns:a16="http://schemas.microsoft.com/office/drawing/2014/main" id="{E7F11FA8-75AC-9821-4C98-61C06081AB22}"/>
              </a:ext>
            </a:extLst>
          </p:cNvPr>
          <p:cNvGraphicFramePr>
            <a:graphicFrameLocks noGrp="1"/>
          </p:cNvGraphicFramePr>
          <p:nvPr/>
        </p:nvGraphicFramePr>
        <p:xfrm>
          <a:off x="6503604" y="2268693"/>
          <a:ext cx="4204494" cy="1276500"/>
        </p:xfrm>
        <a:graphic>
          <a:graphicData uri="http://schemas.openxmlformats.org/drawingml/2006/table">
            <a:tbl>
              <a:tblPr/>
              <a:tblGrid>
                <a:gridCol w="1116843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701213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1386438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252762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0,014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302020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0,023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8127611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dirty="0">
                          <a:effectLst/>
                        </a:rPr>
                        <a:t>Total</a:t>
                      </a:r>
                      <a:endParaRPr lang="ru-RU" sz="1200" b="1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dirty="0">
                          <a:effectLst/>
                        </a:rPr>
                        <a:t>0,37</a:t>
                      </a:r>
                      <a:r>
                        <a:rPr lang="en-US" sz="1200" b="1" baseline="30000" dirty="0">
                          <a:effectLst/>
                        </a:rPr>
                        <a:t>(2)</a:t>
                      </a:r>
                      <a:endParaRPr lang="ru-RU" sz="1200" b="1" baseline="300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5308709"/>
                  </a:ext>
                </a:extLst>
              </a:tr>
            </a:tbl>
          </a:graphicData>
        </a:graphic>
      </p:graphicFrame>
      <p:sp>
        <p:nvSpPr>
          <p:cNvPr id="17" name="Rectangle 114">
            <a:extLst>
              <a:ext uri="{FF2B5EF4-FFF2-40B4-BE49-F238E27FC236}">
                <a16:creationId xmlns:a16="http://schemas.microsoft.com/office/drawing/2014/main" id="{31398833-A8A2-7CBD-DA22-902EACD8EBF2}"/>
              </a:ext>
            </a:extLst>
          </p:cNvPr>
          <p:cNvSpPr/>
          <p:nvPr/>
        </p:nvSpPr>
        <p:spPr>
          <a:xfrm>
            <a:off x="677334" y="1764317"/>
            <a:ext cx="3418845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Распределение выручки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TrueConf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2023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8" name="Table 59">
            <a:extLst>
              <a:ext uri="{FF2B5EF4-FFF2-40B4-BE49-F238E27FC236}">
                <a16:creationId xmlns:a16="http://schemas.microsoft.com/office/drawing/2014/main" id="{583B0DCE-1FE7-D592-4104-04C3958BA5F1}"/>
              </a:ext>
            </a:extLst>
          </p:cNvPr>
          <p:cNvGraphicFramePr>
            <a:graphicFrameLocks noGrp="1"/>
          </p:cNvGraphicFramePr>
          <p:nvPr/>
        </p:nvGraphicFramePr>
        <p:xfrm>
          <a:off x="677334" y="2268693"/>
          <a:ext cx="4188827" cy="1360533"/>
        </p:xfrm>
        <a:graphic>
          <a:graphicData uri="http://schemas.openxmlformats.org/drawingml/2006/table">
            <a:tbl>
              <a:tblPr/>
              <a:tblGrid>
                <a:gridCol w="1307877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720516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1160434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239889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0,017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0763937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0,027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580861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dirty="0">
                          <a:effectLst/>
                        </a:rPr>
                        <a:t>Total</a:t>
                      </a:r>
                      <a:endParaRPr lang="ru-RU" sz="1200" b="1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dirty="0">
                          <a:effectLst/>
                        </a:rPr>
                        <a:t>0,44</a:t>
                      </a:r>
                      <a:r>
                        <a:rPr lang="en-US" sz="1200" b="1" baseline="30000" dirty="0">
                          <a:effectLst/>
                        </a:rPr>
                        <a:t>(2)</a:t>
                      </a:r>
                      <a:endParaRPr lang="ru-RU" sz="1200" b="1" baseline="300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062154"/>
                  </a:ext>
                </a:extLst>
              </a:tr>
            </a:tbl>
          </a:graphicData>
        </a:graphic>
      </p:graphicFrame>
      <p:cxnSp>
        <p:nvCxnSpPr>
          <p:cNvPr id="19" name="Straight Connector 47">
            <a:extLst>
              <a:ext uri="{FF2B5EF4-FFF2-40B4-BE49-F238E27FC236}">
                <a16:creationId xmlns:a16="http://schemas.microsoft.com/office/drawing/2014/main" id="{C86291F5-1CC8-9240-BAC6-115211AA3BDC}"/>
              </a:ext>
            </a:extLst>
          </p:cNvPr>
          <p:cNvCxnSpPr>
            <a:cxnSpLocks/>
          </p:cNvCxnSpPr>
          <p:nvPr/>
        </p:nvCxnSpPr>
        <p:spPr>
          <a:xfrm>
            <a:off x="6069898" y="1514032"/>
            <a:ext cx="0" cy="413270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Закрывающая квадратная скобка 19">
            <a:extLst>
              <a:ext uri="{FF2B5EF4-FFF2-40B4-BE49-F238E27FC236}">
                <a16:creationId xmlns:a16="http://schemas.microsoft.com/office/drawing/2014/main" id="{033B0833-D92E-B6DE-2079-B2A00807CA4B}"/>
              </a:ext>
            </a:extLst>
          </p:cNvPr>
          <p:cNvSpPr/>
          <p:nvPr/>
        </p:nvSpPr>
        <p:spPr>
          <a:xfrm>
            <a:off x="10756231" y="2616146"/>
            <a:ext cx="45719" cy="492831"/>
          </a:xfrm>
          <a:prstGeom prst="righ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" name="Закрывающая квадратная скобка 20">
            <a:extLst>
              <a:ext uri="{FF2B5EF4-FFF2-40B4-BE49-F238E27FC236}">
                <a16:creationId xmlns:a16="http://schemas.microsoft.com/office/drawing/2014/main" id="{999F8505-0367-F72F-23BB-E88B9EFE9097}"/>
              </a:ext>
            </a:extLst>
          </p:cNvPr>
          <p:cNvSpPr/>
          <p:nvPr/>
        </p:nvSpPr>
        <p:spPr>
          <a:xfrm>
            <a:off x="4921596" y="2616146"/>
            <a:ext cx="45719" cy="492831"/>
          </a:xfrm>
          <a:prstGeom prst="righ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" name="Speech Bubble: Rectangle with Corners Rounded 241">
            <a:extLst>
              <a:ext uri="{FF2B5EF4-FFF2-40B4-BE49-F238E27FC236}">
                <a16:creationId xmlns:a16="http://schemas.microsoft.com/office/drawing/2014/main" id="{F452CAD9-B03F-AB48-78C3-F445FFB9FA80}"/>
              </a:ext>
            </a:extLst>
          </p:cNvPr>
          <p:cNvSpPr/>
          <p:nvPr/>
        </p:nvSpPr>
        <p:spPr>
          <a:xfrm>
            <a:off x="4953683" y="2637338"/>
            <a:ext cx="1068082" cy="1158786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Аппроксимация на основе распределения рынка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</a:t>
            </a:r>
            <a:r>
              <a:rPr kumimoji="0" lang="ru-RU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ВКС</a:t>
            </a:r>
            <a:r>
              <a:rPr kumimoji="0" lang="en-US" sz="9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900" b="1" i="1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" name="Speech Bubble: Rectangle with Corners Rounded 241">
            <a:extLst>
              <a:ext uri="{FF2B5EF4-FFF2-40B4-BE49-F238E27FC236}">
                <a16:creationId xmlns:a16="http://schemas.microsoft.com/office/drawing/2014/main" id="{7ADD65CA-A53B-0205-A4AC-F03D6906BD51}"/>
              </a:ext>
            </a:extLst>
          </p:cNvPr>
          <p:cNvSpPr/>
          <p:nvPr/>
        </p:nvSpPr>
        <p:spPr>
          <a:xfrm>
            <a:off x="10813507" y="2637338"/>
            <a:ext cx="1068082" cy="1158786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Аппроксимация на основе распределения рынка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</a:t>
            </a:r>
            <a:r>
              <a:rPr kumimoji="0" lang="ru-RU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ВКС</a:t>
            </a:r>
            <a:r>
              <a:rPr kumimoji="0" lang="en-US" sz="9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900" b="1" i="1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940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think-cell Slide" r:id="rId56" imgW="405" imgH="405" progId="TCLayout.ActiveDocument.1">
                  <p:embed/>
                </p:oleObj>
              </mc:Choice>
              <mc:Fallback>
                <p:oleObj name="think-cell Slide" r:id="rId56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On-Prem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Офисного ПО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on-prem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190623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Офисного ПО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Офисного ПО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99" name="Chart 3">
            <a:extLst>
              <a:ext uri="{FF2B5EF4-FFF2-40B4-BE49-F238E27FC236}">
                <a16:creationId xmlns:a16="http://schemas.microsoft.com/office/drawing/2014/main" id="{5406B1B2-B4A4-7A42-DC08-C3D1A61F1F2F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95313" y="2263775"/>
          <a:ext cx="2184400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8"/>
          </a:graphicData>
        </a:graphic>
      </p:graphicFrame>
      <p:sp useBgFill="1">
        <p:nvSpPr>
          <p:cNvPr id="13" name="Полилиния 12">
            <a:extLst>
              <a:ext uri="{FF2B5EF4-FFF2-40B4-BE49-F238E27FC236}">
                <a16:creationId xmlns:a16="http://schemas.microsoft.com/office/drawing/2014/main" id="{0D38059D-B941-0F36-2A91-E86B4E3C2AD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A813DA92-14BD-CD09-C1CA-B8905FB3B66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" name="Полилиния 10">
            <a:extLst>
              <a:ext uri="{FF2B5EF4-FFF2-40B4-BE49-F238E27FC236}">
                <a16:creationId xmlns:a16="http://schemas.microsoft.com/office/drawing/2014/main" id="{4010FB6E-F410-5B3C-7961-5B1467767DCC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8C2C4645-25E9-4229-8B41-AFEC7950B1D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1911350" y="4027488"/>
            <a:ext cx="56197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2ECB75B-9813-445E-A11A-80A749E3CF8E}" type="datetime'''''1''''''''''''''''8'''''''''''''''',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18,3</a:t>
            </a:fld>
            <a:r>
              <a:rPr kumimoji="0" lang="ru-RU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876A98A-4EB8-4A25-B95A-4A1319E0A1AF}" type="datetime'''''''''''''''6''''''''''''0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A34622BE-CEA2-4BF3-A3D8-204F9A5ED1A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ECC49146-5B73-4CDC-B12A-4058ED74F9D0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833438" y="3062288"/>
            <a:ext cx="698500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CEF46C-0A21-4B2F-9F57-FF6F1470BA60}" type="datetime'''''9'''''''''''''''''''''''''''''''''',''''''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ECF59E4-2267-4A51-80F5-98FE5B39130F}" type="datetime'''3''''''''''''''''''''''''''''''''9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39%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58503C9E-1527-47B0-B060-ECAAC4FBA6A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1974850" y="208597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3EFA23-D21C-4DD5-A754-A744023228D9}" type="datetime'''''''''''3''''0'''''''',''''''''''''''''''''''''4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C5372D42-951D-4E8C-AA96-2E5EFD5A604A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1916113" y="2659063"/>
            <a:ext cx="5524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EA0ED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33E38E8-240E-484D-ADED-2D98FEC7A3C7}" type="datetime'''''''''''''''''''''''''12'''''''',''''''2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12,2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C5E970E-2FF1-4E97-AFBC-9AE0AE13F208}" type="datetime'''''''''''''''''''''''''''''''''''4''''''''0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E845EB8A-FCDB-43A6-B89A-F6CFEA5A42A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9CC96380-97A4-4CA6-8D53-C8A7AAEFBBF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49313" y="4170363"/>
            <a:ext cx="668338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32127A-48CE-4CFB-A390-69CDBBFEDD55}" type="datetime'''''''''''''''''''''''''''''1''''''''5'''''',''''1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8109881-0CDC-470F-8C52-1A1CC1812C5E}" type="datetime'''''''''''''''6''''''1''''''''''''''''''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61%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869875C6-2F6F-4B7A-962D-D26B0C603517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896938" y="2609850"/>
            <a:ext cx="5715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E78764-644E-4467-B021-D679471A982D}" type="datetime'''''''''''''''''24'''''''''''',''''''''''''''''''''''6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24,6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13404-A95A-4646-8C56-76E3D9AA0C5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4A5B3-63AD-426D-95FF-97DFC61A053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4236F41B-97AC-4D06-A873-48B0D964E1B0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A4BD5996-5450-4859-A496-172E6BDF5ED5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89" name="Chart 3">
            <a:extLst>
              <a:ext uri="{FF2B5EF4-FFF2-40B4-BE49-F238E27FC236}">
                <a16:creationId xmlns:a16="http://schemas.microsoft.com/office/drawing/2014/main" id="{23619EC9-6FD6-C7E1-72EE-EAA611BF72E5}"/>
              </a:ext>
            </a:extLst>
          </p:cNvPr>
          <p:cNvGraphicFramePr/>
          <p:nvPr>
            <p:custDataLst>
              <p:tags r:id="rId19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9"/>
          </a:graphicData>
        </a:graphic>
      </p:graphicFrame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6137275" y="4465638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0C7B62-5E18-48A1-BBA6-6235A697E8CD}" type="datetime'''''''5,''''''1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8B364DE-4591-4A4F-BDB0-4198D2CFC6F6}" type="datetime'''''''''''''''''''34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34%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71803A5-BAC4-FDA8-DB56-E3AA6999FF7D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7277099" y="317500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FA75A2-3B15-4E03-9919-2CA47E5B2535}" type="datetime'9'''''''''''''''''''''''''',''''''''''3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63E843-22E9-4C74-8D96-57621C205355}" type="datetime'5''9''''''''''''''''''''''''''''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59%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42D8D109-8905-4DBC-AD44-879A8E76A689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7289800" y="4359275"/>
            <a:ext cx="514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F3CD7B9-5FAC-47E8-9E6A-C9D3B185411C}" type="datetime'''''''''''''''''''''''6'''''''''''''''''''''''',5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6,5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ABEA528-5EA2-4E16-ADF8-6C311B94B5E4}" type="datetime'''4''''''''''''1''''''%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36F26CFE-C858-3AA3-58C0-D5D72522B64A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8415338" y="298291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65729B8-3A22-4BA6-B917-0F47B33A3AE8}" type="datetime'8'',''''''''''3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0A2A43B-99EC-432E-85A3-9F3AABD2C13B}" type="datetime'''''''''''''5''0%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1" name="Текст 4">
            <a:extLst>
              <a:ext uri="{FF2B5EF4-FFF2-40B4-BE49-F238E27FC236}">
                <a16:creationId xmlns:a16="http://schemas.microsoft.com/office/drawing/2014/main" id="{CEE73CA4-E5FB-48C8-A6BE-582023507C74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8415338" y="422592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D42AD69-6DAC-43F8-803B-880C17C88DE3}" type="datetime'''''''''''''''''''''''''''''''8'''''''''''''''''',''''''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835424F-DDFA-44D3-8F77-38867A5AACF7}" type="datetime'5''''0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50%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1ED4479D-99D6-02E6-D179-CAA5E093E3ED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9555163" y="274955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892152-BDF5-4FB5-A98B-81A8D1926654}" type="datetime'''''''''''''''''''''''''6'''''''''''''''''''',''''''''''''8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1F23F36-B716-4494-9CA1-196DB2C63578}" type="datetime'''''''3''''''''''''''''''''9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39%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9D65FC3C-4C99-0CF2-3554-8F7BD1CB4487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6137276" y="3336925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81CA51-9434-43D9-9E18-DA9F8AB01605}" type="datetime'9'''''''''''''',''''''''''''''''''''''''''''''''''9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9,9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EAEB4E1D-3548-4EC5-95F7-A61B76AA5AD3}" type="datetime'''''''66''''%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66%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EAB56164-4E15-DF10-6D63-E8290D529D69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10615613" y="2466975"/>
            <a:ext cx="6969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9E3EF12-1CA7-4D1D-A46D-C51DF2C110E2}" type="datetime'''''''''4,''''7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4,7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387A2FF-61EA-4D54-A81F-ADA97DA042B9}" type="datetime'''''''''''2''''''''6''''''''''''''''''''%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10617200" y="3835400"/>
            <a:ext cx="693738" cy="4699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A6AC757-5465-42E0-BD97-1373255347D9}" type="datetime'''''''''1''''3'''''''''''',''''''''5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9755B04-83E7-4273-8633-26A10CC60974}" type="datetime'''''7''''4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6224588" y="2566988"/>
            <a:ext cx="3698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99618A3-1A52-4943-B28B-D39C7A6C43E2}" type="datetime'''''''1''''''''''5'''''''''',''''''''''''''''''''''''''''1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840D49E1-E970-4745-A18B-F8B434D531E8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7345363" y="2455863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86120F8-6257-4B4F-BF38-F74ED6B23093}" type="datetime'''''''''''''''''''1''''''''''''''5'''''',''''''''''''8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8483601" y="2338388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E5DD69-7196-4911-82B9-F883152DDD92}" type="datetime'''1''''''''''''''''''6'''''''',''6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16,6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gray">
          <a:xfrm>
            <a:off x="9628188" y="2214563"/>
            <a:ext cx="3952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666B4C9-79CF-470B-8C36-27FF3395BC26}" type="datetime'''''''''''''1''''''''''''7'''',''''''''''''''4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17,4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10680700" y="2085975"/>
            <a:ext cx="565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E2787A5-E05E-4681-817A-F00B4CF291CF}" type="datetime'18'''',3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18,3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(4)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33181FA1-20E6-494F-A081-35E1C5031556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9569450" y="4054475"/>
            <a:ext cx="51117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16D9F5-7A9D-4C9E-B934-2053DB0315C9}" type="datetime'''''''''''''''''''''''1''''''''''''''0'''',''6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E109161-CB04-48FC-9C2F-0549A5AA7BA2}" type="datetime'''''''''''''''''''''''''''6''''''''''''''''1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61%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6F05BB35-7427-15B3-5C4D-83EA7EBA448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091238" y="558323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6091238" y="5868988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0" name="Текст 4">
            <a:extLst>
              <a:ext uri="{FF2B5EF4-FFF2-40B4-BE49-F238E27FC236}">
                <a16:creationId xmlns:a16="http://schemas.microsoft.com/office/drawing/2014/main" id="{AB098D66-7B4B-F9FD-F418-85D6DBF93045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auto">
          <a:xfrm>
            <a:off x="6392863" y="5562600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CB827E-CEB1-41CF-9D91-494895B34F57}" type="datetime'Зар''''убеж''н''''ы''''''''е'''' ''и''''''''гр''''о''ки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auto">
          <a:xfrm>
            <a:off x="6392863" y="5848350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08239" y="1316220"/>
            <a:ext cx="9166713" cy="2112780"/>
          </a:xfrm>
          <a:prstGeom prst="bentConnector3">
            <a:avLst>
              <a:gd name="adj1" fmla="val 9607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Chart 3">
            <a:extLst>
              <a:ext uri="{FF2B5EF4-FFF2-40B4-BE49-F238E27FC236}">
                <a16:creationId xmlns:a16="http://schemas.microsoft.com/office/drawing/2014/main" id="{5955A303-76AD-7DF1-C344-ADD854BE0931}"/>
              </a:ext>
            </a:extLst>
          </p:cNvPr>
          <p:cNvGraphicFramePr/>
          <p:nvPr>
            <p:custDataLst>
              <p:tags r:id="rId44"/>
            </p:custDataLst>
          </p:nvPr>
        </p:nvGraphicFramePr>
        <p:xfrm>
          <a:off x="3600450" y="2338388"/>
          <a:ext cx="2119313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0"/>
          </a:graphicData>
        </a:graphic>
      </p:graphicFrame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042B3FEE-712F-356C-B242-F2219E49D089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 flipH="1">
            <a:off x="4868863" y="4941888"/>
            <a:ext cx="93662" cy="476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388D3F66-D249-32A9-DFA2-63F7414AD406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4262438" y="4656138"/>
            <a:ext cx="82550" cy="1539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Текст 4">
            <a:extLst>
              <a:ext uri="{FF2B5EF4-FFF2-40B4-BE49-F238E27FC236}">
                <a16:creationId xmlns:a16="http://schemas.microsoft.com/office/drawing/2014/main" id="{9753CAF9-6110-B079-852B-104F93D60250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3146425" y="4538663"/>
            <a:ext cx="10906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89F186D-0054-4C19-8AAF-2D70428D919D}" type="datetime'''А''''л''''ьт''''''''е''''р''''''О''ф''ис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АльтерОфис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594396ED-9E2A-B2CE-A62E-9211E97D8446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3717925" y="4824413"/>
            <a:ext cx="5191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61556B-8C3D-4810-96FB-9F8A08B4A73F}" type="datetime'''''''''А''''''''''йг''''''''''''''е''н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Айген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44370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2" name="Текст 4">
            <a:extLst>
              <a:ext uri="{FF2B5EF4-FFF2-40B4-BE49-F238E27FC236}">
                <a16:creationId xmlns:a16="http://schemas.microsoft.com/office/drawing/2014/main" id="{FE438940-2089-AFB6-E32D-466099C9595E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3940175" y="3954463"/>
            <a:ext cx="2968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AD55BB5-2EB4-4C63-85DD-D88930087857}" type="datetime'''''Р''''''''''''''''''''''''''''''-''''''''''''''7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Р-7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3" name="Текст 4">
            <a:extLst>
              <a:ext uri="{FF2B5EF4-FFF2-40B4-BE49-F238E27FC236}">
                <a16:creationId xmlns:a16="http://schemas.microsoft.com/office/drawing/2014/main" id="{95D1E2D7-2443-7398-83CA-2A6337757805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4495800" y="4692650"/>
            <a:ext cx="327025" cy="234950"/>
          </a:xfrm>
          <a:prstGeom prst="rect">
            <a:avLst/>
          </a:prstGeom>
          <a:solidFill>
            <a:srgbClr val="1AB0B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175F80-8690-4B85-A6BA-C38119AABACB}" type="datetime'''''''0'''''''''''''''',''''''''''''''''''''''''''''''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3" name="Текст 4">
            <a:extLst>
              <a:ext uri="{FF2B5EF4-FFF2-40B4-BE49-F238E27FC236}">
                <a16:creationId xmlns:a16="http://schemas.microsoft.com/office/drawing/2014/main" id="{5D3B95C7-B56A-B6F5-6B1D-69E3D32814E7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3348037" y="2913063"/>
            <a:ext cx="8890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6930427-510E-49A3-BCA3-46790EAC49AF}" type="datetime'''''М''о''''''''''''''''''''''й'' ''Офис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Мой Офис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F52596BD-23ED-2589-53DF-8A5DBE10D915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4514851" y="2384425"/>
            <a:ext cx="2905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0CB33CE-80B8-4269-902B-AECA285A6F60}" type="datetime'''5'''''''''',''''1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4940300" y="2651125"/>
            <a:ext cx="1150938" cy="16541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Офисного ПО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9" name="Rectangle 66">
            <a:extLst>
              <a:ext uri="{FF2B5EF4-FFF2-40B4-BE49-F238E27FC236}">
                <a16:creationId xmlns:a16="http://schemas.microsoft.com/office/drawing/2014/main" id="{A0B6F852-037B-A690-D0A9-1D4E77DE0AAE}"/>
              </a:ext>
            </a:extLst>
          </p:cNvPr>
          <p:cNvSpPr/>
          <p:nvPr/>
        </p:nvSpPr>
        <p:spPr>
          <a:xfrm>
            <a:off x="667408" y="6296306"/>
            <a:ext cx="1123182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Средняя оценка между оценкой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Top-Down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количества рабочих мест, использующих офисные пакеты и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2.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 3.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SaaS/On-Prem,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проникновение РФ-решений по бенчмарку рынка Корпоративных Почт </a:t>
            </a:r>
            <a:b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(см. предыдущие слайды). 4. Прогноз рынка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</a:t>
            </a:r>
            <a:r>
              <a:rPr kumimoji="0" lang="ru-RU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экспертно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(прогнозный темп инфляции)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797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43724F-7624-4748-B961-4C191BB9A7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think-cell Slide" r:id="rId58" imgW="405" imgH="405" progId="TCLayout.ActiveDocument.1">
                  <p:embed/>
                </p:oleObj>
              </mc:Choice>
              <mc:Fallback>
                <p:oleObj name="think-cell Slide" r:id="rId58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3724F-7624-4748-B961-4C191BB9A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76B40-39A7-4787-B51E-069A0439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F445D-E0AB-4D86-A5E2-75185CC8751D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7FF22F-2896-10D7-A276-2E68715997FB}"/>
              </a:ext>
            </a:extLst>
          </p:cNvPr>
          <p:cNvSpPr txBox="1">
            <a:spLocks/>
          </p:cNvSpPr>
          <p:nvPr/>
        </p:nvSpPr>
        <p:spPr>
          <a:xfrm>
            <a:off x="677334" y="396043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Рынок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On-Prem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Офисного ПО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VK Sans Display Medium" panose="020B0603020202020204"/>
                <a:ea typeface="+mj-ea"/>
                <a:cs typeface="+mj-cs"/>
              </a:rPr>
              <a:t>SaaS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VK Sans Display Medium" panose="020B0603020202020204"/>
              <a:ea typeface="+mj-ea"/>
              <a:cs typeface="+mj-cs"/>
            </a:endParaRPr>
          </a:p>
        </p:txBody>
      </p:sp>
      <p:sp>
        <p:nvSpPr>
          <p:cNvPr id="45" name="Rectangle 114">
            <a:extLst>
              <a:ext uri="{FF2B5EF4-FFF2-40B4-BE49-F238E27FC236}">
                <a16:creationId xmlns:a16="http://schemas.microsoft.com/office/drawing/2014/main" id="{F33876A0-555E-0C3A-5D1C-1EA0A11CE1B1}"/>
              </a:ext>
            </a:extLst>
          </p:cNvPr>
          <p:cNvSpPr/>
          <p:nvPr/>
        </p:nvSpPr>
        <p:spPr>
          <a:xfrm>
            <a:off x="677334" y="1534760"/>
            <a:ext cx="190623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Офисного ПО по модели поставки,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53">
            <a:extLst>
              <a:ext uri="{FF2B5EF4-FFF2-40B4-BE49-F238E27FC236}">
                <a16:creationId xmlns:a16="http://schemas.microsoft.com/office/drawing/2014/main" id="{57F0D4FD-06EB-5252-1E63-11763935E368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Rectangle 75">
            <a:extLst>
              <a:ext uri="{FF2B5EF4-FFF2-40B4-BE49-F238E27FC236}">
                <a16:creationId xmlns:a16="http://schemas.microsoft.com/office/drawing/2014/main" id="{88BA288E-55CA-443E-D683-9E4C3759276F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3" name="Rectangle 76">
            <a:extLst>
              <a:ext uri="{FF2B5EF4-FFF2-40B4-BE49-F238E27FC236}">
                <a16:creationId xmlns:a16="http://schemas.microsoft.com/office/drawing/2014/main" id="{4CBA172C-2155-2C90-CA3F-EB5D6CB3C545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4" name="Rectangle 79">
            <a:extLst>
              <a:ext uri="{FF2B5EF4-FFF2-40B4-BE49-F238E27FC236}">
                <a16:creationId xmlns:a16="http://schemas.microsoft.com/office/drawing/2014/main" id="{B6943E60-5148-BEC3-BB4F-4802F8FCC376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5" name="Rectangle 80">
            <a:extLst>
              <a:ext uri="{FF2B5EF4-FFF2-40B4-BE49-F238E27FC236}">
                <a16:creationId xmlns:a16="http://schemas.microsoft.com/office/drawing/2014/main" id="{77A1FD6D-C2DA-573D-9D1B-C5AF8819041F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6" name="Rectangle 81">
            <a:extLst>
              <a:ext uri="{FF2B5EF4-FFF2-40B4-BE49-F238E27FC236}">
                <a16:creationId xmlns:a16="http://schemas.microsoft.com/office/drawing/2014/main" id="{FBBCEE63-9F27-509F-130D-269B82BD7633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E93552BC-B765-FF3D-978C-1A8017AAE036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2A983D5C-CA7B-E7AA-CC10-9D66F6AB8766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Rectangle 84">
            <a:extLst>
              <a:ext uri="{FF2B5EF4-FFF2-40B4-BE49-F238E27FC236}">
                <a16:creationId xmlns:a16="http://schemas.microsoft.com/office/drawing/2014/main" id="{EEDEAE84-5372-E560-E387-C4BA8384EA95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4" name="Rectangle 114">
            <a:extLst>
              <a:ext uri="{FF2B5EF4-FFF2-40B4-BE49-F238E27FC236}">
                <a16:creationId xmlns:a16="http://schemas.microsoft.com/office/drawing/2014/main" id="{641300FD-E177-4D03-B401-092C1C6E9222}"/>
              </a:ext>
            </a:extLst>
          </p:cNvPr>
          <p:cNvSpPr/>
          <p:nvPr/>
        </p:nvSpPr>
        <p:spPr>
          <a:xfrm>
            <a:off x="5792893" y="1519525"/>
            <a:ext cx="5742415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Рынок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Офисного ПО по типу игроков,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99" name="Chart 3">
            <a:extLst>
              <a:ext uri="{FF2B5EF4-FFF2-40B4-BE49-F238E27FC236}">
                <a16:creationId xmlns:a16="http://schemas.microsoft.com/office/drawing/2014/main" id="{5406B1B2-B4A4-7A42-DC08-C3D1A61F1F2F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95313" y="2263775"/>
          <a:ext cx="2184400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0"/>
          </a:graphicData>
        </a:graphic>
      </p:graphicFrame>
      <p:sp useBgFill="1">
        <p:nvSpPr>
          <p:cNvPr id="13" name="Полилиния 12">
            <a:extLst>
              <a:ext uri="{FF2B5EF4-FFF2-40B4-BE49-F238E27FC236}">
                <a16:creationId xmlns:a16="http://schemas.microsoft.com/office/drawing/2014/main" id="{0D38059D-B941-0F36-2A91-E86B4E3C2AD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63988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" name="Полилиния 10">
            <a:extLst>
              <a:ext uri="{FF2B5EF4-FFF2-40B4-BE49-F238E27FC236}">
                <a16:creationId xmlns:a16="http://schemas.microsoft.com/office/drawing/2014/main" id="{4010FB6E-F410-5B3C-7961-5B1467767DC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3988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A813DA92-14BD-CD09-C1CA-B8905FB3B66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9703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ECC49146-5B73-4CDC-B12A-4058ED74F9D0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833438" y="3062288"/>
            <a:ext cx="698500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CEF46C-0A21-4B2F-9F57-FF6F1470BA60}" type="datetime'''''9'''''''''''''''''''''''''''''''''',''''''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ECF59E4-2267-4A51-80F5-98FE5B39130F}" type="datetime'''3''''''''''''''''''''''''''''''''9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39%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9CC96380-97A4-4CA6-8D53-C8A7AAEFBBF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849313" y="4170363"/>
            <a:ext cx="668338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32127A-48CE-4CFB-A390-69CDBBFEDD55}" type="datetime'''''''''''''''''''''''''''''1''''''''5'''''',''''1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8109881-0CDC-470F-8C52-1A1CC1812C5E}" type="datetime'''''''''''''''6''''''1''''''''''''''''''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61%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E845EB8A-FCDB-43A6-B89A-F6CFEA5A42A9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96043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C5372D42-951D-4E8C-AA96-2E5EFD5A604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1916113" y="2659063"/>
            <a:ext cx="5524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EA0ED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33E38E8-240E-484D-ADED-2D98FEC7A3C7}" type="datetime'''''''''''''''''''''''''12'''''''',''''''2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12,2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C5E970E-2FF1-4E97-AFBC-9AE0AE13F208}" type="datetime'''''''''''''''''''''''''''''''''''4''''''''0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8C2C4645-25E9-4229-8B41-AFEC7950B1D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1911350" y="4027488"/>
            <a:ext cx="56197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2ECB75B-9813-445E-A11A-80A749E3CF8E}" type="datetime'''''1''''''''''''''''8'''''''''''''''',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18,3</a:t>
            </a:fld>
            <a:r>
              <a:rPr kumimoji="0" lang="ru-RU" altLang="en-US" sz="14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(3</a:t>
            </a:r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876A98A-4EB8-4A25-B95A-4A1319E0A1AF}" type="datetime'''''''''''''''6''''''''''''0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A34622BE-CEA2-4BF3-A3D8-204F9A5ED1AD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1974850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869875C6-2F6F-4B7A-962D-D26B0C60351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96938" y="2609850"/>
            <a:ext cx="5715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E78764-644E-4467-B021-D679471A982D}" type="datetime'''''''''''''''''24'''''''''''',''''''''''''''''''''''6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24,6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(1)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58503C9E-1527-47B0-B060-ECAAC4FBA6A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974850" y="208597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3EFA23-D21C-4DD5-A754-A744023228D9}" type="datetime'''''''''''3''''0'''''''',''''''''''''''''''''''''4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13404-A95A-4646-8C56-76E3D9AA0C5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4A5B3-63AD-426D-95FF-97DFC61A053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4236F41B-97AC-4D06-A873-48B0D964E1B0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A4BD5996-5450-4859-A496-172E6BDF5ED5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22" name="Chart 3">
            <a:extLst>
              <a:ext uri="{FF2B5EF4-FFF2-40B4-BE49-F238E27FC236}">
                <a16:creationId xmlns:a16="http://schemas.microsoft.com/office/drawing/2014/main" id="{ECBB1D9A-B038-CE1E-7EF4-06F3ED8669A5}"/>
              </a:ext>
            </a:extLst>
          </p:cNvPr>
          <p:cNvGraphicFramePr/>
          <p:nvPr>
            <p:custDataLst>
              <p:tags r:id="rId19"/>
            </p:custDataLst>
          </p:nvPr>
        </p:nvGraphicFramePr>
        <p:xfrm>
          <a:off x="5757863" y="2263775"/>
          <a:ext cx="58578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1"/>
          </a:graphicData>
        </a:graphic>
      </p:graphicFrame>
      <p:sp>
        <p:nvSpPr>
          <p:cNvPr id="29" name="Текст 4">
            <a:extLst>
              <a:ext uri="{FF2B5EF4-FFF2-40B4-BE49-F238E27FC236}">
                <a16:creationId xmlns:a16="http://schemas.microsoft.com/office/drawing/2014/main" id="{9D65FC3C-4C99-0CF2-3554-8F7BD1CB4487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6135687" y="3402013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E2ACEB1-AB38-4F16-9C7D-8803E320CF77}" type="datetime'''''''''''''''6'''',''''''1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EE4AF61-751A-4AF1-A65A-CB7FD48E874E}" type="datetime'''''''''''''''''''''''''''''6''4''''''''''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64%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0" name="Текст 4">
            <a:extLst>
              <a:ext uri="{FF2B5EF4-FFF2-40B4-BE49-F238E27FC236}">
                <a16:creationId xmlns:a16="http://schemas.microsoft.com/office/drawing/2014/main" id="{68503018-8A67-4F78-B78A-E227DA435D1F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6138862" y="446722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39B79E5-673C-426C-9C12-7A80BB39D322}" type="datetime'''''''''''''''''3'''''''''',''''''''''''''''4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420CCAB-CA6C-4E0D-BD6A-70CC415AA724}" type="datetime'''''''''''3''''''''''''''''''''''''''''''''6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664BC818-A397-48FF-8D6F-4B2B968D008F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6186488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71803A5-BAC4-FDA8-DB56-E3AA6999FF7D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7289800" y="3043238"/>
            <a:ext cx="514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33E80C-EC07-4104-ACDA-9EE97F760544}" type="datetime'''''''''''4'',''''''''''''''''''1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4,1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5CBCED5-8E29-4503-9536-8FFE33F4A419}" type="datetime'''''''''4''''''''1''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42D8D109-8905-4DBC-AD44-879A8E76A689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7277100" y="417671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69E8E41-797E-47B4-9D1C-3BCE8BED8CF2}" type="datetime'''''''''''''''''''''6'''''''''''',''''0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6,0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1E9CE1E-B6DE-4C30-BC50-818E9D9207D4}" type="datetime'''''5''''''''''''''''9''''''''''''''''%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59%</a:t>
            </a:fld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82611208-1669-4522-B9E5-D0D170797957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7321550" y="514350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36F26CFE-C858-3AA3-58C0-D5D72522B64A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8432800" y="2682875"/>
            <a:ext cx="5064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ACF4DB2-9C88-490F-9CFC-8173B8F07B6A}" type="datetime'''''2'''''''''''''''''''''''',''''''''''''''''''''''''''3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52FE13E-B4E6-4091-8AEE-2C944B3E315E}" type="datetime'''''''''2''''''1''''''''''''''%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21%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1" name="Текст 4">
            <a:extLst>
              <a:ext uri="{FF2B5EF4-FFF2-40B4-BE49-F238E27FC236}">
                <a16:creationId xmlns:a16="http://schemas.microsoft.com/office/drawing/2014/main" id="{CEE73CA4-E5FB-48C8-A6BE-582023507C74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8420100" y="3895725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CFBD200-4626-4F8C-AEDB-ED882BCD0EC5}" type="datetime'''''''''''''''''''''''''''''8'''''',''''''''''''''''5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8,5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736984A-2DBB-4861-AC6D-46E4AA78F7F1}" type="datetime'''''''''''''''''''''''''''''''''7''''9''''%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79%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8" name="Текст 4">
            <a:extLst>
              <a:ext uri="{FF2B5EF4-FFF2-40B4-BE49-F238E27FC236}">
                <a16:creationId xmlns:a16="http://schemas.microsoft.com/office/drawing/2014/main" id="{B799EDFE-FF58-4E67-9A18-19D5B362252B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84629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1ED4479D-99D6-02E6-D179-CAA5E093E3ED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9607550" y="2346325"/>
            <a:ext cx="434975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2C40ED-5EDC-44FA-8520-1989D2D6642B}" type="datetime'''''''''''''''''0'',''''''''''''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0,5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1CA1557-E861-4B51-ABC6-5691A5CDF1F7}" type="datetime'''''''''''''''''''''''4''''''''''%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33181FA1-20E6-494F-A081-35E1C5031556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9553575" y="3625850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81F185-05B2-410B-9EA2-A41A6404A4D2}" type="datetime'1''''''0'''''''''''''''''''''''''',''''''''''9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10,9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22F0434-AD4C-4D0E-8E84-B2E225F94053}" type="datetime'''''''''''''''''''''''''''9''6''''''''''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96%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9" name="Текст 4">
            <a:extLst>
              <a:ext uri="{FF2B5EF4-FFF2-40B4-BE49-F238E27FC236}">
                <a16:creationId xmlns:a16="http://schemas.microsoft.com/office/drawing/2014/main" id="{656B51B0-EA1F-42A2-AE9D-4C930E64A2AC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9601200" y="514350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EAB56164-4E15-DF10-6D63-E8290D529D69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10748963" y="2178050"/>
            <a:ext cx="4302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9937DE-0AD7-43EB-AD7E-E4F04D65CF2A}" type="datetime'''''''''''''''''''''''''''''0'''',''''''6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55746E6-3F23-4C64-ABA6-B51024F7EDB2}" type="datetime'''''''''''''''''''''''''''5''''''''''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6" name="Текст 4">
            <a:extLst>
              <a:ext uri="{FF2B5EF4-FFF2-40B4-BE49-F238E27FC236}">
                <a16:creationId xmlns:a16="http://schemas.microsoft.com/office/drawing/2014/main" id="{618BA7AA-FCC7-4476-AD4C-DA02EA512E1C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10693399" y="354806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D6D83D1-97AC-4F58-9148-A567711C3FD1}" type="datetime'''1''''''''''1,''6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11,6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59FA1DB-F5C5-4713-BFFD-245D1183F22E}" type="datetime'''''''''9''''''5''''''''''''''''''%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2" name="Текст 4">
            <a:extLst>
              <a:ext uri="{FF2B5EF4-FFF2-40B4-BE49-F238E27FC236}">
                <a16:creationId xmlns:a16="http://schemas.microsoft.com/office/drawing/2014/main" id="{2E3DB215-264D-4257-8F61-9DC831EC358A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10745788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540DE145-A56E-4F56-B79E-0364DB9B6A45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248400" y="2692400"/>
            <a:ext cx="3222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8562D66-76E2-4E05-BA31-88BEA879035B}" type="datetime'''9'''''''''''''''''',''5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840D49E1-E970-4745-A18B-F8B434D531E8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7361238" y="2557463"/>
            <a:ext cx="371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76F1FC7-37B0-40BA-BAB7-0D5D28AF2FE5}" type="datetime'''1''''''0,1''''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gray">
          <a:xfrm>
            <a:off x="8483600" y="2400300"/>
            <a:ext cx="4048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C07F701-5C2B-4626-A8C2-BD6CC9EFA8BF}" type="datetime'''''''''''''''10'''''''''''''''''''''''',''''''''''8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9637713" y="2111375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4F8E97C-9B79-4223-84F5-2085B118552F}" type="datetime'1''''''''''1'''''''''''''',''''''''''''''''''''''4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gray">
          <a:xfrm>
            <a:off x="10766425" y="1943100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34B82DB-DF0D-4083-8502-FEC3C1826164}" type="datetime'12'''''',2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12,2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6F05BB35-7427-15B3-5C4D-83EA7EBA448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091238" y="558323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5ECC58-697D-4617-BF18-3983FB066FB4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6091238" y="5868988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30" name="Текст 4">
            <a:extLst>
              <a:ext uri="{FF2B5EF4-FFF2-40B4-BE49-F238E27FC236}">
                <a16:creationId xmlns:a16="http://schemas.microsoft.com/office/drawing/2014/main" id="{AB098D66-7B4B-F9FD-F418-85D6DBF93045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auto">
          <a:xfrm>
            <a:off x="6392863" y="5562600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CB827E-CEB1-41CF-9D91-494895B34F57}" type="datetime'Зар''''убеж''н''''ы''''''''е'''' ''и''''''''гр''''о''ки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63856F3B-A46E-4C35-B882-C0B4A74BE4E7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auto">
          <a:xfrm>
            <a:off x="6392863" y="5848350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8" name="Rectangle 84">
            <a:extLst>
              <a:ext uri="{FF2B5EF4-FFF2-40B4-BE49-F238E27FC236}">
                <a16:creationId xmlns:a16="http://schemas.microsoft.com/office/drawing/2014/main" id="{BD611D3B-1E7C-470A-9AF3-A30ABC2B7328}"/>
              </a:ext>
            </a:extLst>
          </p:cNvPr>
          <p:cNvSpPr/>
          <p:nvPr/>
        </p:nvSpPr>
        <p:spPr>
          <a:xfrm>
            <a:off x="12329886" y="5315855"/>
            <a:ext cx="1248228" cy="4281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6059399-5AC3-4F37-8E4B-7482182045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8563" y="1316219"/>
            <a:ext cx="9106390" cy="1068205"/>
          </a:xfrm>
          <a:prstGeom prst="bentConnector3">
            <a:avLst>
              <a:gd name="adj1" fmla="val 9510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Chart 84">
            <a:extLst>
              <a:ext uri="{FF2B5EF4-FFF2-40B4-BE49-F238E27FC236}">
                <a16:creationId xmlns:a16="http://schemas.microsoft.com/office/drawing/2014/main" id="{44478F40-DCED-469B-931A-5C0698E97E69}"/>
              </a:ext>
            </a:extLst>
          </p:cNvPr>
          <p:cNvGraphicFramePr/>
          <p:nvPr>
            <p:custDataLst>
              <p:tags r:id="rId44"/>
            </p:custDataLst>
          </p:nvPr>
        </p:nvGraphicFramePr>
        <p:xfrm>
          <a:off x="3632200" y="2338388"/>
          <a:ext cx="2055813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2"/>
          </a:graphicData>
        </a:graphic>
      </p:graphicFrame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13169D91-DDED-F798-E2EF-7233A8DA12A5}"/>
              </a:ext>
            </a:extLst>
          </p:cNvPr>
          <p:cNvCxnSpPr>
            <a:cxnSpLocks/>
          </p:cNvCxnSpPr>
          <p:nvPr>
            <p:custDataLst>
              <p:tags r:id="rId45"/>
            </p:custDataLst>
          </p:nvPr>
        </p:nvCxnSpPr>
        <p:spPr bwMode="auto">
          <a:xfrm flipH="1">
            <a:off x="4868863" y="4257675"/>
            <a:ext cx="93662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D1D779EB-2405-0288-38CD-4E3AABD22317}"/>
              </a:ext>
            </a:extLst>
          </p:cNvPr>
          <p:cNvCxnSpPr>
            <a:cxnSpLocks/>
          </p:cNvCxnSpPr>
          <p:nvPr>
            <p:custDataLst>
              <p:tags r:id="rId46"/>
            </p:custDataLst>
          </p:nvPr>
        </p:nvCxnSpPr>
        <p:spPr bwMode="auto">
          <a:xfrm>
            <a:off x="4262438" y="4154488"/>
            <a:ext cx="82550" cy="1031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2C64108C-24C0-973C-CD6A-75AF0974DBD7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 flipV="1">
            <a:off x="4262438" y="4337050"/>
            <a:ext cx="82550" cy="1031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Текст 4">
            <a:extLst>
              <a:ext uri="{FF2B5EF4-FFF2-40B4-BE49-F238E27FC236}">
                <a16:creationId xmlns:a16="http://schemas.microsoft.com/office/drawing/2014/main" id="{23722B0C-B4C1-0B33-658F-843690C98575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4962525" y="4022725"/>
            <a:ext cx="4302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034020-77CB-41AD-B2B3-2222416FE072}" type="datetime'''0'''''''''''''''''''',''''''''''1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AD3D25B-B1B6-4ACF-B7DD-3BA4FAB83A6A}" type="datetime'''''''''''''''''''''''''''''''''''3''''%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19FA5FAE-CC65-67DC-A7BE-B435188172BB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4513263" y="4219575"/>
            <a:ext cx="292100" cy="234950"/>
          </a:xfrm>
          <a:prstGeom prst="rect">
            <a:avLst/>
          </a:prstGeom>
          <a:solidFill>
            <a:srgbClr val="401260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DED2D7-25AD-48D4-9885-D2404543CBF8}" type="datetime'''''0'''',''''''''''''''''1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77" name="Текст 4">
            <a:extLst>
              <a:ext uri="{FF2B5EF4-FFF2-40B4-BE49-F238E27FC236}">
                <a16:creationId xmlns:a16="http://schemas.microsoft.com/office/drawing/2014/main" id="{766EE723-980D-4C81-B898-769A54105CEC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4437063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1" name="Текст 4">
            <a:extLst>
              <a:ext uri="{FF2B5EF4-FFF2-40B4-BE49-F238E27FC236}">
                <a16:creationId xmlns:a16="http://schemas.microsoft.com/office/drawing/2014/main" id="{1F96EBDE-C5DF-53AF-9F79-FCD73ACBD8E1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3605213" y="3314700"/>
            <a:ext cx="631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969B53-3049-403D-9869-D4B32F6F6549}" type="datetime'''Я''''''''''''''''''''''''''н''''''д''''''е''''''''''''''кс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2" name="Текст 4">
            <a:extLst>
              <a:ext uri="{FF2B5EF4-FFF2-40B4-BE49-F238E27FC236}">
                <a16:creationId xmlns:a16="http://schemas.microsoft.com/office/drawing/2014/main" id="{FE438940-2089-AFB6-E32D-466099C9595E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4003675" y="4037013"/>
            <a:ext cx="2333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CC96C24-5ADB-4BBA-B833-3230837192AD}" type="datetime'''''V''''''''''''''''K''''''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9753CAF9-6110-B079-852B-104F93D60250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auto">
          <a:xfrm>
            <a:off x="3940175" y="4322763"/>
            <a:ext cx="2968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591998-EEE6-4FCC-AE92-9C3EA1B91FD5}" type="datetime'''''''''''''Р''''-''''''''''''''''''''''''''''''''7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Р-7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51B157B6-1E2A-3ED4-C54B-E5F85E8946C0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3611563" y="4613275"/>
            <a:ext cx="625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C7AC6B-5424-41E5-AD40-D28D07ECD3E0}" type="datetime'''''''''''Д''''''р''''''''''''''у''''''г''''ое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Другое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F52596BD-23ED-2589-53DF-8A5DBE10D915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gray">
          <a:xfrm>
            <a:off x="4497387" y="2384425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32A59B-D668-437E-90E0-A84DBDB368B8}" type="datetime'''''''3'''''''''''',''4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02F088B-931E-46C0-8D46-4FC2C0CF2B56}"/>
              </a:ext>
            </a:extLst>
          </p:cNvPr>
          <p:cNvCxnSpPr>
            <a:cxnSpLocks/>
          </p:cNvCxnSpPr>
          <p:nvPr/>
        </p:nvCxnSpPr>
        <p:spPr>
          <a:xfrm>
            <a:off x="4940300" y="2651125"/>
            <a:ext cx="1150938" cy="16859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114">
            <a:extLst>
              <a:ext uri="{FF2B5EF4-FFF2-40B4-BE49-F238E27FC236}">
                <a16:creationId xmlns:a16="http://schemas.microsoft.com/office/drawing/2014/main" id="{1A977228-0238-4164-A913-A24A27FC61B5}"/>
              </a:ext>
            </a:extLst>
          </p:cNvPr>
          <p:cNvSpPr/>
          <p:nvPr/>
        </p:nvSpPr>
        <p:spPr>
          <a:xfrm>
            <a:off x="2995212" y="1503910"/>
            <a:ext cx="238603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игроков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Офисного ПО в 2023 г., 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9" name="Rectangle 66">
            <a:extLst>
              <a:ext uri="{FF2B5EF4-FFF2-40B4-BE49-F238E27FC236}">
                <a16:creationId xmlns:a16="http://schemas.microsoft.com/office/drawing/2014/main" id="{A0B6F852-037B-A690-D0A9-1D4E77DE0AAE}"/>
              </a:ext>
            </a:extLst>
          </p:cNvPr>
          <p:cNvSpPr/>
          <p:nvPr/>
        </p:nvSpPr>
        <p:spPr>
          <a:xfrm>
            <a:off x="667408" y="6296306"/>
            <a:ext cx="1123182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1. Средняя оценка между оценкой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Top-Down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количества рабочих мест, использующих офисные пакеты и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2.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– оценка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Bottom-Up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от рыночных игроков. 3. Распределение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SaaS/On-Prem,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проникновение РФ-решений по бенчмарку рынка Корпоративных Почт </a:t>
            </a:r>
            <a:b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(см. предыдущие слайды).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1FE4E81D-DDD2-4C2A-9E0E-4F4DBDFF79D6}"/>
              </a:ext>
            </a:extLst>
          </p:cNvPr>
          <p:cNvCxnSpPr>
            <a:cxnSpLocks/>
          </p:cNvCxnSpPr>
          <p:nvPr/>
        </p:nvCxnSpPr>
        <p:spPr>
          <a:xfrm rot="10800000">
            <a:off x="2473326" y="3436854"/>
            <a:ext cx="9059863" cy="2766239"/>
          </a:xfrm>
          <a:prstGeom prst="bentConnector3">
            <a:avLst>
              <a:gd name="adj1" fmla="val 95418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513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think-cell Slide" r:id="rId20" imgW="405" imgH="405" progId="TCLayout.ActiveDocument.1">
                  <p:embed/>
                </p:oleObj>
              </mc:Choice>
              <mc:Fallback>
                <p:oleObj name="think-cell Slide" r:id="rId20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При сохранении текущей доли среди РФ-решений </a:t>
            </a:r>
            <a:r>
              <a:rPr lang="en-US" dirty="0"/>
              <a:t>VK </a:t>
            </a:r>
            <a:r>
              <a:rPr lang="en-US" dirty="0" err="1"/>
              <a:t>WorkSpace</a:t>
            </a:r>
            <a:r>
              <a:rPr lang="en-US" dirty="0"/>
              <a:t> </a:t>
            </a:r>
            <a:r>
              <a:rPr lang="ru-RU" dirty="0"/>
              <a:t>достигнет 7,3 млрд руб. в 2027 году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DE1744-803E-4708-8F85-3A4872A0B160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Rectangle 114">
            <a:extLst>
              <a:ext uri="{FF2B5EF4-FFF2-40B4-BE49-F238E27FC236}">
                <a16:creationId xmlns:a16="http://schemas.microsoft.com/office/drawing/2014/main" id="{3B7E6B05-50E1-4D9D-9DA3-7D3498AEEA0C}"/>
              </a:ext>
            </a:extLst>
          </p:cNvPr>
          <p:cNvSpPr/>
          <p:nvPr/>
        </p:nvSpPr>
        <p:spPr>
          <a:xfrm>
            <a:off x="677334" y="1895666"/>
            <a:ext cx="5040000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Выручка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VK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WorkSpace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,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млрд руб.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68" name="Chart 3">
            <a:extLst>
              <a:ext uri="{FF2B5EF4-FFF2-40B4-BE49-F238E27FC236}">
                <a16:creationId xmlns:a16="http://schemas.microsoft.com/office/drawing/2014/main" id="{FDF39E9C-532B-6260-1E77-D55E44789F99}"/>
              </a:ext>
            </a:extLst>
          </p:cNvPr>
          <p:cNvGraphicFramePr/>
          <p:nvPr>
            <p:custDataLst>
              <p:tags r:id="rId3"/>
            </p:custDataLst>
            <p:extLst/>
          </p:nvPr>
        </p:nvGraphicFramePr>
        <p:xfrm>
          <a:off x="657225" y="2433638"/>
          <a:ext cx="6037263" cy="3382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cxnSp>
        <p:nvCxnSpPr>
          <p:cNvPr id="112" name="Прямая соединительная линия 111">
            <a:extLst>
              <a:ext uri="{FF2B5EF4-FFF2-40B4-BE49-F238E27FC236}">
                <a16:creationId xmlns:a16="http://schemas.microsoft.com/office/drawing/2014/main" id="{BE25848B-C10C-9E8E-2C3C-0206855628F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1327150" y="4470400"/>
            <a:ext cx="1174750" cy="2159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Текст 4">
            <a:extLst>
              <a:ext uri="{FF2B5EF4-FFF2-40B4-BE49-F238E27FC236}">
                <a16:creationId xmlns:a16="http://schemas.microsoft.com/office/drawing/2014/main" id="{6FD5B398-4180-46BF-B120-3CC7070F719D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5807075" y="556895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1BB2C0D-29D1-4C1E-9361-49147899E53F}" type="datetime'''2''''''''''0''''''''''''''''''27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A912E3CF-6E26-4EB3-BC40-E13FCDE7E5C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3516313" y="4127500"/>
            <a:ext cx="319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00D51EC-F6D9-4722-91F7-F5514D20620F}" type="datetime'''''''''''''6'''''''''''''''''''''''',''''''''''''''2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6,2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D46FDF32-2650-44C8-914F-DCC908E5FD21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4664076" y="3543300"/>
            <a:ext cx="371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7B628A3-D303-46C4-B8E7-160531924821}" type="datetime'1''''0'''',1''''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5" name="Текст 4">
            <a:extLst>
              <a:ext uri="{FF2B5EF4-FFF2-40B4-BE49-F238E27FC236}">
                <a16:creationId xmlns:a16="http://schemas.microsoft.com/office/drawing/2014/main" id="{ACD4AAF1-8881-4B54-A8CB-44EC5C4BE35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5821363" y="2479675"/>
            <a:ext cx="4064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6B919B9-93A9-4080-8345-2270E2E85105}" type="datetime'1''''''''''''''''''''6'''''''''''''''''''''''',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6E7AA5B7-0F61-4C9D-90C2-DCF06A72B601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3452813" y="556895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55E32C-470E-4F76-88BE-4A21493A2915}" type="datetime'''''''''2''0''''''''''''2''''''''''''''''''5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1" name="Текст 4">
            <a:extLst>
              <a:ext uri="{FF2B5EF4-FFF2-40B4-BE49-F238E27FC236}">
                <a16:creationId xmlns:a16="http://schemas.microsoft.com/office/drawing/2014/main" id="{E7A617D7-FC19-8B47-BBDF-9B62731BD14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3514725" y="4362450"/>
            <a:ext cx="322263" cy="234950"/>
          </a:xfrm>
          <a:prstGeom prst="rect">
            <a:avLst/>
          </a:prstGeom>
          <a:solidFill>
            <a:srgbClr val="CBD0D7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A49AEF6-004F-41B2-8AB8-C7FD0EE9AAD4}" type="datetime'''''0'''''''''''''''''''''''''''',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2" name="Текст 4">
            <a:extLst>
              <a:ext uri="{FF2B5EF4-FFF2-40B4-BE49-F238E27FC236}">
                <a16:creationId xmlns:a16="http://schemas.microsoft.com/office/drawing/2014/main" id="{D63F9677-6659-9F1B-C2A9-AA43D3F3624C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1104900" y="556895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E4AA6C0-55DD-4F5A-BCF8-1F181D4DDEE3}" type="datetime'''''''2''''''''''02''''''''''''''''''''3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D68E7A8D-B9FF-46E5-CB99-9AFEEBE304D7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2276475" y="556895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3A52342-2C33-489B-B10C-F97F1DE9CE37}" type="datetime'''''''''2''''0''2''''''''''''''''''''''''''4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D18ECA8B-CCC4-46E8-8361-C673110998E7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4625975" y="556895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86CA4D9-935B-4898-9618-DFB92A0330F0}" type="datetime'''''''2''''''0''''''''2''''''6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0" name="Текст 4">
            <a:extLst>
              <a:ext uri="{FF2B5EF4-FFF2-40B4-BE49-F238E27FC236}">
                <a16:creationId xmlns:a16="http://schemas.microsoft.com/office/drawing/2014/main" id="{3C656B83-E35D-F3FB-17E9-6C8749C2FE4F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1570038" y="4411663"/>
            <a:ext cx="690563" cy="333375"/>
          </a:xfrm>
          <a:prstGeom prst="ellipse">
            <a:avLst/>
          </a:prstGeom>
          <a:solidFill>
            <a:schemeClr val="bg1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EE0B03DD-1702-41C6-BD1F-10675AAFCA49}" type="datetime'''''''''''''''''''''+''5''0''''''''''''''''''%'''''">
              <a:rPr kumimoji="0" lang="ru-RU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+50%</a:t>
            </a:fld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B8BEB8C-C07F-4A0C-8876-0B4D008D74A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11213" y="5956300"/>
            <a:ext cx="250825" cy="187325"/>
          </a:xfrm>
          <a:prstGeom prst="rect">
            <a:avLst/>
          </a:prstGeom>
          <a:solidFill>
            <a:srgbClr val="CBD0D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2B1D322-896F-47DF-8701-03026C1F97E8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171825" y="5956300"/>
            <a:ext cx="250825" cy="187325"/>
          </a:xfrm>
          <a:prstGeom prst="rect">
            <a:avLst/>
          </a:prstGeom>
          <a:solidFill>
            <a:srgbClr val="04040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6" name="Текст 4">
            <a:extLst>
              <a:ext uri="{FF2B5EF4-FFF2-40B4-BE49-F238E27FC236}">
                <a16:creationId xmlns:a16="http://schemas.microsoft.com/office/drawing/2014/main" id="{F8B7FC9D-A0F1-499B-B98D-5DD017F2F712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1112838" y="5935663"/>
            <a:ext cx="19573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17A012-1682-4502-80E9-FDC32DA2D7E1}" type="datetime'В''''''''ыручка'''''''''''' ''''от'''' и''''ници''''ат''и''в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Выручка от инициатив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7" name="Текст 4">
            <a:extLst>
              <a:ext uri="{FF2B5EF4-FFF2-40B4-BE49-F238E27FC236}">
                <a16:creationId xmlns:a16="http://schemas.microsoft.com/office/drawing/2014/main" id="{EFDFF34A-7F33-4CDC-B5B2-E29FA95E836D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3473450" y="5935663"/>
            <a:ext cx="4695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FDBBDAB-FF37-480B-B639-4F9351BD59DA}" type="datetime'Выр''учка VK ''при со''хр''ане''нии доли с''реди РФ-р''ешений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Выручка VK при сохранении доли среди РФ-решений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0" name="Rectangle 66">
            <a:extLst>
              <a:ext uri="{FF2B5EF4-FFF2-40B4-BE49-F238E27FC236}">
                <a16:creationId xmlns:a16="http://schemas.microsoft.com/office/drawing/2014/main" id="{21B425B1-EDC2-41B3-8D9B-9D3E432326AD}"/>
              </a:ext>
            </a:extLst>
          </p:cNvPr>
          <p:cNvSpPr/>
          <p:nvPr/>
        </p:nvSpPr>
        <p:spPr>
          <a:xfrm>
            <a:off x="667408" y="6488815"/>
            <a:ext cx="100800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 оценки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on-prem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SaaS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на рынках Почты; мессенджерах; ВКС; офисного ПО (см. Приложение)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pSp>
        <p:nvGrpSpPr>
          <p:cNvPr id="166" name="Группа 165">
            <a:extLst>
              <a:ext uri="{FF2B5EF4-FFF2-40B4-BE49-F238E27FC236}">
                <a16:creationId xmlns:a16="http://schemas.microsoft.com/office/drawing/2014/main" id="{AA1CF653-7251-76D6-C35C-A75FE3D0C974}"/>
              </a:ext>
            </a:extLst>
          </p:cNvPr>
          <p:cNvGrpSpPr/>
          <p:nvPr/>
        </p:nvGrpSpPr>
        <p:grpSpPr>
          <a:xfrm>
            <a:off x="7648943" y="3205241"/>
            <a:ext cx="1588754" cy="783481"/>
            <a:chOff x="7648943" y="3096386"/>
            <a:chExt cx="1588754" cy="783481"/>
          </a:xfrm>
        </p:grpSpPr>
        <p:sp>
          <p:nvSpPr>
            <p:cNvPr id="138" name="Oval 97">
              <a:extLst>
                <a:ext uri="{FF2B5EF4-FFF2-40B4-BE49-F238E27FC236}">
                  <a16:creationId xmlns:a16="http://schemas.microsoft.com/office/drawing/2014/main" id="{0BDD1A0D-CB2F-DA6F-BE5A-973FEB4A1A3E}"/>
                </a:ext>
              </a:extLst>
            </p:cNvPr>
            <p:cNvSpPr/>
            <p:nvPr/>
          </p:nvSpPr>
          <p:spPr>
            <a:xfrm>
              <a:off x="7648943" y="3518550"/>
              <a:ext cx="887413" cy="361317"/>
            </a:xfrm>
            <a:prstGeom prst="ellipse">
              <a:avLst/>
            </a:prstGeom>
            <a:solidFill>
              <a:srgbClr val="CCD0D7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F Pro Text Light" panose="020B0603020202020204"/>
                  <a:ea typeface="+mn-ea"/>
                  <a:cs typeface="+mn-cs"/>
                </a:rPr>
                <a:t>62%</a:t>
              </a: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endParaRPr>
            </a:p>
          </p:txBody>
        </p:sp>
        <p:sp>
          <p:nvSpPr>
            <p:cNvPr id="139" name="Rectangle 28">
              <a:extLst>
                <a:ext uri="{FF2B5EF4-FFF2-40B4-BE49-F238E27FC236}">
                  <a16:creationId xmlns:a16="http://schemas.microsoft.com/office/drawing/2014/main" id="{51B86632-23EF-7F9D-CD9C-46500A1BC3B0}"/>
                </a:ext>
              </a:extLst>
            </p:cNvPr>
            <p:cNvSpPr/>
            <p:nvPr/>
          </p:nvSpPr>
          <p:spPr>
            <a:xfrm>
              <a:off x="7648943" y="3096386"/>
              <a:ext cx="1588754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F Pro Text Light" panose="020B0603020202020204"/>
                  <a:ea typeface="+mn-ea"/>
                  <a:cs typeface="+mn-cs"/>
                </a:rPr>
                <a:t>Целевой</a:t>
              </a:r>
            </a:p>
          </p:txBody>
        </p:sp>
      </p:grpSp>
      <p:grpSp>
        <p:nvGrpSpPr>
          <p:cNvPr id="167" name="Группа 166">
            <a:extLst>
              <a:ext uri="{FF2B5EF4-FFF2-40B4-BE49-F238E27FC236}">
                <a16:creationId xmlns:a16="http://schemas.microsoft.com/office/drawing/2014/main" id="{F5597984-B91D-D95B-1A67-66DEEC1FD735}"/>
              </a:ext>
            </a:extLst>
          </p:cNvPr>
          <p:cNvGrpSpPr/>
          <p:nvPr/>
        </p:nvGrpSpPr>
        <p:grpSpPr>
          <a:xfrm>
            <a:off x="7677599" y="4449873"/>
            <a:ext cx="1941415" cy="968146"/>
            <a:chOff x="7677599" y="4319246"/>
            <a:chExt cx="1941415" cy="968146"/>
          </a:xfrm>
        </p:grpSpPr>
        <p:sp>
          <p:nvSpPr>
            <p:cNvPr id="141" name="Oval 97">
              <a:extLst>
                <a:ext uri="{FF2B5EF4-FFF2-40B4-BE49-F238E27FC236}">
                  <a16:creationId xmlns:a16="http://schemas.microsoft.com/office/drawing/2014/main" id="{5C1E9586-90EE-13F4-CB77-C1D463C5F609}"/>
                </a:ext>
              </a:extLst>
            </p:cNvPr>
            <p:cNvSpPr/>
            <p:nvPr/>
          </p:nvSpPr>
          <p:spPr>
            <a:xfrm>
              <a:off x="7677599" y="4926075"/>
              <a:ext cx="887413" cy="361317"/>
            </a:xfrm>
            <a:prstGeom prst="ellipse">
              <a:avLst/>
            </a:prstGeom>
            <a:solidFill>
              <a:srgbClr val="030403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F Pro Text Light" panose="020B0603020202020204"/>
                  <a:ea typeface="+mn-ea"/>
                  <a:cs typeface="+mn-cs"/>
                </a:rPr>
                <a:t>24</a:t>
              </a: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F Pro Text Light" panose="020B0603020202020204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142" name="Rectangle 28">
              <a:extLst>
                <a:ext uri="{FF2B5EF4-FFF2-40B4-BE49-F238E27FC236}">
                  <a16:creationId xmlns:a16="http://schemas.microsoft.com/office/drawing/2014/main" id="{C816A697-E16E-C8B3-97E9-C21168B002D4}"/>
                </a:ext>
              </a:extLst>
            </p:cNvPr>
            <p:cNvSpPr/>
            <p:nvPr/>
          </p:nvSpPr>
          <p:spPr>
            <a:xfrm>
              <a:off x="7677600" y="4319246"/>
              <a:ext cx="1941414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F Pro Text Light" panose="020B0603020202020204"/>
                  <a:ea typeface="+mn-ea"/>
                  <a:cs typeface="+mn-cs"/>
                </a:rPr>
                <a:t>При сохранении текущей доли среди РФ-решений</a:t>
              </a:r>
            </a:p>
          </p:txBody>
        </p:sp>
      </p:grpSp>
      <p:sp>
        <p:nvSpPr>
          <p:cNvPr id="145" name="Rectangle 28">
            <a:extLst>
              <a:ext uri="{FF2B5EF4-FFF2-40B4-BE49-F238E27FC236}">
                <a16:creationId xmlns:a16="http://schemas.microsoft.com/office/drawing/2014/main" id="{0D1DFA68-D5C3-38B2-0E74-BC3724FBA723}"/>
              </a:ext>
            </a:extLst>
          </p:cNvPr>
          <p:cNvSpPr/>
          <p:nvPr/>
        </p:nvSpPr>
        <p:spPr>
          <a:xfrm>
            <a:off x="7648943" y="2559424"/>
            <a:ext cx="1588754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CAGR 24-27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025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think-cell Slide" r:id="rId24" imgW="405" imgH="405" progId="TCLayout.ActiveDocument.1">
                  <p:embed/>
                </p:oleObj>
              </mc:Choice>
              <mc:Fallback>
                <p:oleObj name="think-cell Slide" r:id="rId24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Дополнительно можем заработать </a:t>
            </a:r>
            <a:r>
              <a:rPr lang="en-US" dirty="0"/>
              <a:t>~</a:t>
            </a:r>
            <a:r>
              <a:rPr lang="ru-RU" dirty="0"/>
              <a:t>1 млрд руб. за счет </a:t>
            </a:r>
            <a:r>
              <a:rPr lang="ru-RU" dirty="0" err="1"/>
              <a:t>трекеров</a:t>
            </a:r>
            <a:r>
              <a:rPr lang="ru-RU" dirty="0"/>
              <a:t> и досок для совместной работы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4C697BD-2887-47AC-BC98-3A03E66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134" y="6356350"/>
            <a:ext cx="20288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DE1744-803E-4708-8F85-3A4872A0B160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D678CA-3463-47E0-89E1-1C54E7B5B7A9}"/>
              </a:ext>
            </a:extLst>
          </p:cNvPr>
          <p:cNvSpPr/>
          <p:nvPr/>
        </p:nvSpPr>
        <p:spPr>
          <a:xfrm>
            <a:off x="2026591" y="1773237"/>
            <a:ext cx="2336582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Объем рынка, млрд руб.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65" name="Straight Connector 56">
            <a:extLst>
              <a:ext uri="{FF2B5EF4-FFF2-40B4-BE49-F238E27FC236}">
                <a16:creationId xmlns:a16="http://schemas.microsoft.com/office/drawing/2014/main" id="{C0F27F64-4228-4C2C-9A65-6C5BBEE4D852}"/>
              </a:ext>
            </a:extLst>
          </p:cNvPr>
          <p:cNvCxnSpPr>
            <a:cxnSpLocks/>
          </p:cNvCxnSpPr>
          <p:nvPr/>
        </p:nvCxnSpPr>
        <p:spPr>
          <a:xfrm>
            <a:off x="9005415" y="1775956"/>
            <a:ext cx="0" cy="432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57">
            <a:extLst>
              <a:ext uri="{FF2B5EF4-FFF2-40B4-BE49-F238E27FC236}">
                <a16:creationId xmlns:a16="http://schemas.microsoft.com/office/drawing/2014/main" id="{CDE1B21A-FD81-48F2-86DF-1873E306AF32}"/>
              </a:ext>
            </a:extLst>
          </p:cNvPr>
          <p:cNvSpPr/>
          <p:nvPr/>
        </p:nvSpPr>
        <p:spPr>
          <a:xfrm rot="5400000">
            <a:off x="8777402" y="3973063"/>
            <a:ext cx="524332" cy="19820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3E6666B-E94D-4658-806F-61BA0AF0AED4}"/>
              </a:ext>
            </a:extLst>
          </p:cNvPr>
          <p:cNvSpPr/>
          <p:nvPr/>
        </p:nvSpPr>
        <p:spPr>
          <a:xfrm>
            <a:off x="6395835" y="1780548"/>
            <a:ext cx="219600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Потенциальная доля и позиция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VK WorkSpace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на 2027 г.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CA2F612-CCAE-4B9B-8CF5-8309C6DF85A3}"/>
              </a:ext>
            </a:extLst>
          </p:cNvPr>
          <p:cNvSpPr/>
          <p:nvPr/>
        </p:nvSpPr>
        <p:spPr>
          <a:xfrm>
            <a:off x="6395835" y="2567220"/>
            <a:ext cx="2196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20% рынка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Топ-5 игрок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D04583E-4641-4653-9FFB-039D73280821}"/>
              </a:ext>
            </a:extLst>
          </p:cNvPr>
          <p:cNvSpPr/>
          <p:nvPr/>
        </p:nvSpPr>
        <p:spPr>
          <a:xfrm>
            <a:off x="6395835" y="4549892"/>
            <a:ext cx="2196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10% рынка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Топ-10 игрок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0975BAB-0899-46AA-9E4B-7AC05BD98D79}"/>
              </a:ext>
            </a:extLst>
          </p:cNvPr>
          <p:cNvSpPr/>
          <p:nvPr/>
        </p:nvSpPr>
        <p:spPr>
          <a:xfrm>
            <a:off x="9337189" y="1775283"/>
            <a:ext cx="21960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Потенциальная выручка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VK Tech,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млрд руб.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3284BE0-8D7F-4451-AC04-69A4D3AEFFE9}"/>
              </a:ext>
            </a:extLst>
          </p:cNvPr>
          <p:cNvSpPr/>
          <p:nvPr/>
        </p:nvSpPr>
        <p:spPr>
          <a:xfrm>
            <a:off x="658813" y="1973891"/>
            <a:ext cx="1209173" cy="1938435"/>
          </a:xfrm>
          <a:prstGeom prst="roundRect">
            <a:avLst/>
          </a:prstGeom>
          <a:solidFill>
            <a:srgbClr val="3D454E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Доски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F04ACF1-C6E4-47DA-936C-A0A536672AC2}"/>
              </a:ext>
            </a:extLst>
          </p:cNvPr>
          <p:cNvSpPr/>
          <p:nvPr/>
        </p:nvSpPr>
        <p:spPr>
          <a:xfrm>
            <a:off x="658813" y="4062475"/>
            <a:ext cx="1209173" cy="1938435"/>
          </a:xfrm>
          <a:prstGeom prst="roundRect">
            <a:avLst/>
          </a:prstGeom>
          <a:solidFill>
            <a:srgbClr val="3D454E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Трекеры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91" name="Chart 190">
            <a:extLst>
              <a:ext uri="{FF2B5EF4-FFF2-40B4-BE49-F238E27FC236}">
                <a16:creationId xmlns:a16="http://schemas.microsoft.com/office/drawing/2014/main" id="{44510298-3639-448D-BD4A-5E5560682C0C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1944688" y="2301875"/>
          <a:ext cx="4052887" cy="163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7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2192338" y="3692525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1FE9353E-8683-4C0A-9727-90270F9E67BF}" type="datetime'2''02''''''''''''''''''''''''''''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2967038" y="3692525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5EFD2DF0-1340-433F-83CD-B2E5CA32F290}" type="datetime'''2''''0''''''''''''''''''''''''''''''''''2''4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748088" y="3692525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C2698E1C-6B0B-414C-884B-3092266F7A4C}" type="datetime'2''''''''0''''''''''''''''''''''''''''2''''''''''''5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6" name="Текст 4">
            <a:extLst>
              <a:ext uri="{FF2B5EF4-FFF2-40B4-BE49-F238E27FC236}">
                <a16:creationId xmlns:a16="http://schemas.microsoft.com/office/drawing/2014/main" id="{B81F5BC0-F3B2-4551-B9D1-47C4613CAE9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522788" y="3692525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E8D6DEC3-26F2-4963-A5D8-CA28F1F0D851}" type="datetime'''''''''''20''2''''''''''''''''6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7" name="Текст 4">
            <a:extLst>
              <a:ext uri="{FF2B5EF4-FFF2-40B4-BE49-F238E27FC236}">
                <a16:creationId xmlns:a16="http://schemas.microsoft.com/office/drawing/2014/main" id="{39A28D1E-F991-4AB5-889D-680E8435CCB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5307013" y="369252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3F5E645F-D465-49CA-84F5-715D094391B2}" type="datetime'''20''''''''''''''''''''''''''''2''''''7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90" name="Chart 189">
            <a:extLst>
              <a:ext uri="{FF2B5EF4-FFF2-40B4-BE49-F238E27FC236}">
                <a16:creationId xmlns:a16="http://schemas.microsoft.com/office/drawing/2014/main" id="{68B1A9E7-2D01-477A-800C-9915B55792AB}"/>
              </a:ext>
            </a:extLst>
          </p:cNvPr>
          <p:cNvGraphicFramePr/>
          <p:nvPr>
            <p:custDataLst>
              <p:tags r:id="rId9"/>
            </p:custDataLst>
          </p:nvPr>
        </p:nvGraphicFramePr>
        <p:xfrm>
          <a:off x="1944688" y="4149725"/>
          <a:ext cx="4052887" cy="1784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117" name="Текст 4">
            <a:extLst>
              <a:ext uri="{FF2B5EF4-FFF2-40B4-BE49-F238E27FC236}">
                <a16:creationId xmlns:a16="http://schemas.microsoft.com/office/drawing/2014/main" id="{79E4E5F0-E20C-4170-9EDC-765D336FA163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2192338" y="5686425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97B71C42-FE06-41FB-B9FD-94B1D1C14570}" type="datetime'''''''''''2''''''''''''''''0''''''2''''3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8" name="Текст 4">
            <a:extLst>
              <a:ext uri="{FF2B5EF4-FFF2-40B4-BE49-F238E27FC236}">
                <a16:creationId xmlns:a16="http://schemas.microsoft.com/office/drawing/2014/main" id="{6C551667-87D7-41EF-ADBB-14789303D3F7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2967038" y="5686425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B3F0EFD3-CE5B-4CCA-B390-8E5F8065C6E1}" type="datetime'''''''''''''2''''''''''''02''4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9" name="Текст 4">
            <a:extLst>
              <a:ext uri="{FF2B5EF4-FFF2-40B4-BE49-F238E27FC236}">
                <a16:creationId xmlns:a16="http://schemas.microsoft.com/office/drawing/2014/main" id="{92FD1EEE-7E1A-4DBD-8D6B-7A4933147DA5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3748088" y="5686425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2A62FD4C-030D-4707-B8DE-C5AF37EB65E4}" type="datetime'2''''''''0''''''2''''5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0" name="Текст 4">
            <a:extLst>
              <a:ext uri="{FF2B5EF4-FFF2-40B4-BE49-F238E27FC236}">
                <a16:creationId xmlns:a16="http://schemas.microsoft.com/office/drawing/2014/main" id="{FC39DB1A-78C3-4A40-9168-4E100F380E4B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4522788" y="5686425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D05AD159-D61B-4CC3-9372-7C214A896EC6}" type="datetime'''2''0''''''''''''''''''''''''''''''''''''2''''6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1" name="Текст 4">
            <a:extLst>
              <a:ext uri="{FF2B5EF4-FFF2-40B4-BE49-F238E27FC236}">
                <a16:creationId xmlns:a16="http://schemas.microsoft.com/office/drawing/2014/main" id="{9D643ACA-3F4F-46B4-9755-B8A4603F1CCB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5307013" y="568642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00CD408F-D7A5-4FBA-A4D5-722A08F9764B}" type="datetime'''''''''2''''''''''''''02''''''''''''''''''''''''''''''7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85" name="Chart 184">
            <a:extLst>
              <a:ext uri="{FF2B5EF4-FFF2-40B4-BE49-F238E27FC236}">
                <a16:creationId xmlns:a16="http://schemas.microsoft.com/office/drawing/2014/main" id="{F503D350-CB38-4F1F-85BE-7E7F2F46E802}"/>
              </a:ext>
            </a:extLst>
          </p:cNvPr>
          <p:cNvGraphicFramePr/>
          <p:nvPr>
            <p:custDataLst>
              <p:tags r:id="rId15"/>
            </p:custDataLst>
          </p:nvPr>
        </p:nvGraphicFramePr>
        <p:xfrm>
          <a:off x="9207500" y="2105025"/>
          <a:ext cx="2103438" cy="183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128" name="Текст 4">
            <a:extLst>
              <a:ext uri="{FF2B5EF4-FFF2-40B4-BE49-F238E27FC236}">
                <a16:creationId xmlns:a16="http://schemas.microsoft.com/office/drawing/2014/main" id="{C1A8AAAF-515F-4C5E-8309-F7394ADD1838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9612313" y="3692525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6DB5C16C-6836-4899-B3F1-E4F2B791B9B8}" type="datetime'''2''0''''''''2''''''''''''''''''''''''''3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61" name="Текст 4">
            <a:extLst>
              <a:ext uri="{FF2B5EF4-FFF2-40B4-BE49-F238E27FC236}">
                <a16:creationId xmlns:a16="http://schemas.microsoft.com/office/drawing/2014/main" id="{E3ECA65F-F51C-4DD4-82EE-484EB9243988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10464800" y="369252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797740F6-9205-47F7-9253-9121FD77C4F0}" type="datetime'2''''''''''''''''''''''0''''''''''2''''''''''''''''''''7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9767888" y="3373438"/>
            <a:ext cx="1349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-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187" name="Chart 186">
            <a:extLst>
              <a:ext uri="{FF2B5EF4-FFF2-40B4-BE49-F238E27FC236}">
                <a16:creationId xmlns:a16="http://schemas.microsoft.com/office/drawing/2014/main" id="{47F296A0-22C0-4B4C-9F41-66505097B68F}"/>
              </a:ext>
            </a:extLst>
          </p:cNvPr>
          <p:cNvGraphicFramePr/>
          <p:nvPr>
            <p:custDataLst>
              <p:tags r:id="rId19"/>
            </p:custDataLst>
          </p:nvPr>
        </p:nvGraphicFramePr>
        <p:xfrm>
          <a:off x="9232900" y="4291013"/>
          <a:ext cx="2095500" cy="1851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134" name="Текст 4">
            <a:extLst>
              <a:ext uri="{FF2B5EF4-FFF2-40B4-BE49-F238E27FC236}">
                <a16:creationId xmlns:a16="http://schemas.microsoft.com/office/drawing/2014/main" id="{C1A87E98-99F5-4A07-A1AA-44746D9E846B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9631363" y="5894388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0192A9AE-64D1-4FBA-B22F-132BB13EE03F}" type="datetime'2''''0''''''2''''''''''''''''''''''''''''''''4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2B5E03A4-E6CB-420D-97B1-6AC5C2043B8E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10487025" y="5894388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A10C767B-A085-49F5-B377-E00A33D218B7}" type="datetime'''''''''''''''2''''''''''0''''''2''''''''''''''''''7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1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7FF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5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9790113" y="5575300"/>
            <a:ext cx="1349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77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-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2" name="Rectangle 66">
            <a:extLst>
              <a:ext uri="{FF2B5EF4-FFF2-40B4-BE49-F238E27FC236}">
                <a16:creationId xmlns:a16="http://schemas.microsoft.com/office/drawing/2014/main" id="{402C20AD-981B-4525-8582-15A660FD95F3}"/>
              </a:ext>
            </a:extLst>
          </p:cNvPr>
          <p:cNvSpPr/>
          <p:nvPr/>
        </p:nvSpPr>
        <p:spPr>
          <a:xfrm>
            <a:off x="667409" y="6343521"/>
            <a:ext cx="10468678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Источники: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Оценка мирового рынка Досок, </a:t>
            </a:r>
            <a:r>
              <a:rPr kumimoji="0" lang="ru-RU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Трекеров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на основании отчетов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Verified Market Research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. Доля РФ рынка – 1,2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%</a:t>
            </a:r>
            <a:r>
              <a:rPr kumimoji="0" lang="ru-RU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от глобального рынка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582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49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2&quot;&gt;&lt;elem m_fUsage=&quot;3.31303603934792523233E+00&quot;&gt;&lt;m_msothmcolidx val=&quot;0&quot;/&gt;&lt;m_rgb r=&quot;CB&quot; g=&quot;D0&quot; b=&quot;D7&quot;/&gt;&lt;/elem&gt;&lt;elem m_fUsage=&quot;2.32549833808259398538E+00&quot;&gt;&lt;m_msothmcolidx val=&quot;0&quot;/&gt;&lt;m_rgb r=&quot;3D&quot; g=&quot;45&quot; b=&quot;4E&quot;/&gt;&lt;/elem&gt;&lt;elem m_fUsage=&quot;2.05792534422139672401E+00&quot;&gt;&lt;m_msothmcolidx val=&quot;0&quot;/&gt;&lt;m_rgb r=&quot;00&quot; g=&quot;74&quot; b=&quot;7F&quot;/&gt;&lt;/elem&gt;&lt;elem m_fUsage=&quot;1.00000546875648699263E+00&quot;&gt;&lt;m_msothmcolidx val=&quot;0&quot;/&gt;&lt;m_rgb r=&quot;00&quot; g=&quot;3C&quot; b=&quot;7F&quot;/&gt;&lt;/elem&gt;&lt;elem m_fUsage=&quot;8.10000000000000053291E-01&quot;&gt;&lt;m_msothmcolidx val=&quot;0&quot;/&gt;&lt;m_rgb r=&quot;04&quot; g=&quot;04&quot; b=&quot;03&quot;/&gt;&lt;/elem&gt;&lt;elem m_fUsage=&quot;4.81960841635729553278E-01&quot;&gt;&lt;m_msothmcolidx val=&quot;0&quot;/&gt;&lt;m_rgb r=&quot;99&quot; g=&quot;F6&quot; b=&quot;FF&quot;/&gt;&lt;/elem&gt;&lt;elem m_fUsage=&quot;3.04325272217045731185E-03&quot;&gt;&lt;m_msothmcolidx val=&quot;0&quot;/&gt;&lt;m_rgb r=&quot;70&quot; g=&quot;30&quot; b=&quot;A0&quot;/&gt;&lt;/elem&gt;&lt;elem m_fUsage=&quot;2.73892744995341171077E-03&quot;&gt;&lt;m_msothmcolidx val=&quot;0&quot;/&gt;&lt;m_rgb r=&quot;CE&quot; g=&quot;A0&quot; b=&quot;ED&quot;/&gt;&lt;/elem&gt;&lt;elem m_fUsage=&quot;2.46503470495807071317E-03&quot;&gt;&lt;m_msothmcolidx val=&quot;0&quot;/&gt;&lt;m_rgb r=&quot;BA&quot; g=&quot;8C&quot; b=&quot;DC&quot;/&gt;&lt;/elem&gt;&lt;elem m_fUsage=&quot;1.79701029991443349265E-03&quot;&gt;&lt;m_msothmcolidx val=&quot;0&quot;/&gt;&lt;m_rgb r=&quot;EE&quot; g=&quot;59&quot; b=&quot;59&quot;/&gt;&lt;/elem&gt;&lt;elem m_fUsage=&quot;1.45557834293069112905E-03&quot;&gt;&lt;m_msothmcolidx val=&quot;0&quot;/&gt;&lt;m_rgb r=&quot;52&quot; g=&quot;B3&quot; b=&quot;4B&quot;/&gt;&lt;/elem&gt;&lt;elem m_fUsage=&quot;2.49456275601294652738E-05&quot;&gt;&lt;m_msothmcolidx val=&quot;0&quot;/&gt;&lt;m_rgb r=&quot;00&quot; g=&quot;28&quot; b=&quot;2A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8CIU7pRkZrUHK8NP.AP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JCcoKf3eOHky8lxqnRbk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Q7IPgaWXvSUrL8xfLuQ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v09F889zbswGwGCEpKE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gtWXzTash_hSD6jRAv9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LyCqREXoMP24zRofnf5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5ATb0cW1YCSdWiOPjurQ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ThH2hlREvl84.GNPTjY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R9rqun8jJrw.HLjw9kIu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wWJ_5hfYVDl9ESG6MC2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11KXR4L_lH5CIC08qC2X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rJ8uxA4h2X8gKTbr0mw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IV31svWBUB2N9AQ0PBK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ij0vShGijRSZ6.H2XY78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npIE4LVmAYjN67wCMs8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TqAardtVt5R0vE5vV9k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uLupNjZRA6o82HLqlbL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6Ra0FU5T.NKOF_usUoX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tBLEpZIdUqbMUVadsM2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c83QEPbkUbL_t25u8ZG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AuBu6DEk1F96.xXeegZ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PoZnQe1QwakuFp7tv.I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1Jqee_gGEyLurhSQwVf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1zeXolWc_8hPhG1g0GMR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awKMtoBKOHbit43VzNr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Q8ttk05Gr8tsQaqgqAv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dcfby9QLRBPX6JxwT51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PKifuGGp5Z05vg0A0_jX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jhKjmuczFE6OGINgKxC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BFN7kvFpn3SJV91nnvR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shwydXzbtaLIOolnraA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mNDX0bz0OwNsRHBDakV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0uqEEH3ZlAUAccmmvOc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cZXOfzn130bvDH_MHsR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IeTf8j3IrRVQwO7_m2C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WqKTZO3EOKpfWyn3K.C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7z_AFpwECthyZi.vlcJS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1INJMOb1HayQbamtNs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05zXXmUO.n9WMQXyxHk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lSJofsU0lzJf028yyEG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nZ_DMam9vXJ8SUBNfa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JsCtmLBt0SQgvQnG19c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W7vFZhkUC62Kaqspzi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GjAQCb5uBF_AWesZjvI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F4mD3lm3Jhxs51_aE52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FCncGzT.xyRM_ipUwus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sWFg4sM5sc9ywy_6EAr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tMQSx9KpErp5mOL6HIp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TgFKV.LLazsX_ciZeC1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2QusipC7YW9pIUzdRVBY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wuwW5flADPuutfbLTHS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7p9IfyT5_mBFFtgy21M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Igs4gboEWv9mQHFThsA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cNNwagSx.yJ3rQOQeCS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8CIU7pRkZrUHK8NP.AP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DNyc2kXz05gxfoozOeh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Xt4gC5UG76z9coxtYn4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3ac80B8esulh0E3YMby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0VeaDGkChxTNHst2dPF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7ZnlmGPSuhhVPm12eqC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dYTgFQFF5dxAj7Fuqzs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8rC5HUetTSpaHfWr7c9a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ThH2hlREvl84.GNPTjY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R9rqun8jJrw.HLjw9kIu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3SSDZ3dVJy.NRowGYjOS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wWJ_5hfYVDl9ESG6MC2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LnO3yXcYz.RKCKVu3KZ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TqAardtVt5R0vE5vV9k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.mim56C7YqsYXJGyV1s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6Ra0FU5T.NKOF_usUoX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skJf26oJSvyDDaAvEqH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ERhw7F2gPrK9dD1a4pK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xohHbRrZrQD2s5.yh7t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vsUNwj9kpbB.tkoty9x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1zeXolWc_8hPhG1g0GMR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awKMtoBKOHbit43VzNr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1YE_9Ku1IIe53Kv6D0Q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H9CfnhtHSHAft.Ei.GP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PKifuGGp5Z05vg0A0_jX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jhKjmuczFE6OGINgKxC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hg1e_SnM8GwyZpw18Uv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1k5ZNFsmY8RODtVVzRV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CvvciN8es6OAJGZFTh8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73vEJetqu5D4bwXfQVT_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3K6rS0TwxAflFfGIOOz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4G8YmTGVXWulT7NHlFl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z6vmTteLF3SmbF0jhXa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06ytc3gIzq_q77FT7JXQ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VKhSbgNwjsH.xAymsO9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C1BmABUtarBxXlqLl6E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a_uWe4JKCYJhvS4fD7B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ylpkioo5GmM.w5SV64W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izWB..TTrWcNNzLxy54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G0i3JHidFHCDV8Zi5ni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23aXAS8HQD1PMc4eBg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ehOc8tqDwGBKKy59.8w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tW5eiL4vw5u3mwfIF85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vxQRhk.PfjKJuQapXRU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WF2edOJQwbc8muMRmMv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pT73J4T2KkOOKBCWlYzS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9ixfxd301qatBYLLcxa3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RHvT6aUYO4sTB7TFZw_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Q1BMYaCjNez4EVJcmjK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FAClLTarduUgWrevzXW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TL8UiGfo389d.FTEYgy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12sxNAGVtAypTLAZh_z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Vz2MV3y4LuoNvHvzrg3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R9qtNxiU1oUwo_nJ9sF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_lNCA_9kaoGDpq3f1XP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ld5c17rSmoL67s5D8ul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6x1h4ki1DgRdCYxtDMD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bsq9DGQI4J9Xhh2_aTi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Xt2DLvd4EiBuFoiOq3c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A7Ncm0d5mb9xf_YObIG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s_lDRJMAOaZntI1OMSm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F_MTFTmLULZkbDz.jsco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2LUrS6ohBtrVW2m2_hW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DXw_LIzzcUa1eR1YFUAG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OwPSzZSW2JhN6Msw6DK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O_AOCnZfLNPVT5.YH12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9bottHEs8wZGHJDDuz.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9grtr.Y_yEtAPrTJs0j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q8ZLIF6XjhTSBzY4ryN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rrQZcAp0ZQhPO1STHl8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7xXRVdrhnK8Nm6cWB4E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1ZIs8pVGgqL3XuwrCmG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19icSYl2m3bszP5qwuD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nPEt1poiLhUqoFs08q5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ECnJEmHmOO.QVFrWkL57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2l951gYJVYLHbK8trxw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qIAntM6NWl5wYOSc_d7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0YxDQ_r1lqEDWnnVRbv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pIxGWYbWl1_A3725yK9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Ocv_fOlOP690MS36XeEK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z_HLPq4gw8DYIDmDXYu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eUeAH1rLwO2vhtav.Yg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22lM.ykMwPKr_OQf2oN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2j.Rm_.I7L7UCHyW91li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KOIDQBPPw.fvqTt1L3A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jLQz7RDQSgID_g_mTJOQ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UwmW7hoza7yP9cCtbF5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5RNOdYHrZTz9ZUlhVCA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hAcP2QV.tZTAYmc6Pir7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JBQ1vqLpKSfIfR8y.yz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jiEvsJ8q9rdLcOiWrUM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G6J3W1.CwR4UG0Hu.Vj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jJcOQBb6v.UXI3NiV19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K.wyGX0UaWTH1NODSxVn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z94AXikLGUdJsL3Omkm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B5Q_TXMQDNS6yfzVtWY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xLP2tDxMtztrx0GnZv.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5nxY3NYqaRz5fJaV72H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udyhYFHH08Ga1.wMuxD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RJzUNXupsdE85OEKkTU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8Wi5cTJccocJx2v3Duk3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YjSk8JymX5snkmPlcLpI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3un5rawnjptPS4nmPE50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1szcfaNHmliOAPcWdxU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aeekuGa.gs1iu6VC1ei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wRMIfKqOcgEFeckYT_v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tXSGnK4O6HWB31.sFXN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yOWhVThepxPwgx3O7W7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xkRH5wHIghjFcuSmpT6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fY9Vin_.9LUYr_CyVfG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J9Ag4HhBgry0qqT4qcL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7ugo1xK9UCWRdvcz85S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jiEvsJ8q9rdLcOiWrUMw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G6J3W1.CwR4UG0Hu.Vjw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jJcOQBb6v.UXI3NiV19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K.wyGX0UaWTH1NODSxVn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z94AXikLGUdJsL3Omkm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0zkMroWoKTfVWxf_b5k9Q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Ey3SVLU1WeYicxKq3yU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QyI1gmGNgmA.O_ffkTA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w9CUoCAmIU72XnprO11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fpQu84Zyuhmqj9YIlOr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IXwDWrkkQxcTNhxOr2_g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DNCNd7Sh_TPxB3w5ZXpQ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qOfUKTs.dkDE5Qd0xzb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AToRyY.cZo6k3KfqtPdQ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NVJYhJD795dX.QAp9uy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Swd9vsCgTt4PYpD0EZcQ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IpM6ClVB6c566qdGVC.g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2B0WuVblPBSuWTxZkevA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uLkNlHC1x82ON_1HBL.A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bEifK9fdAff8A6aCN3c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pd9UBGQU025wC5esAB7g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75S.2_DyQyTWJdQT7uAKg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TXa9Z9BZ3fO6sr3YUCEQ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rpzV35E4FVuEoddlIG8w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WFhUrQgg9fb1IGQosk6Q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7lGuIKFQ8To8ePFAU5B6Q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YYCPek7BB1WQ7361_WrA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1GNIIHnh8bcIAT9cQ6D4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TO.ryRwM7wjhhefZD7YQ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cuGuXuh7D7foUqQYaR8g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vLZtYIPf6wY4ZUafaNT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DeIQgZjoqK5M8RqNCU4w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ANihjUJfUrHrXz.qeFEA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Rzjd47E6bJ_KwwHzi1M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ZtI3PBG6buPoeu_zNIFQ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jfNHQ5vI0YxBRgiJ5GTw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fY9Vin_.9LUYr_CyVfGg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w9CUoCAmIU72XnprO11w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fpQu84Zyuhmqj9YIlOrw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IXwDWrkkQxcTNhxOr2_g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DNCNd7Sh_TPxB3w5ZXpQ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5FvPPaJ6T0ebui_Muc4Ug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wtQTB6HCVEtHmEoufseQ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ogz3lQc834zPwYobqEtg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00Y3DjNkpCDA3UBNu5gA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F5x5dQGiHS_6aFL3YlUA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Swd9vsCgTt4PYpD0EZcQ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IpM6ClVB6c566qdGVC.g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Lzu7AnG7xjoN5Db9R13A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OA_GMYQwbL.3YnewgyyA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SigYAtAPf4dkhdULLRaQ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cQLrMyTgG13Hj8lmZ03g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2B0WuVblPBSuWTxZkevA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bEifK9fdAff8A6aCN3cg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8d81TBLMoBp7T9MoTlNQ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JPtcUnBdWSjo0Jx7WpkA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q.CcWQVQldhMVR4J68gA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a0.ARlnjUKZ5T6UI7VBA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6nXlAOuJC0tS8ejdMV7g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yPQyJvAwtxwJOd.Iwz9g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59OZWSYAZUk7hFQGetSBw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xxPfaUest9EIHR.QaPxwg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KURjA3ZE4.8N4LmZxnx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qX2LGhBxkBEGWx_Wjh0Q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PThJpHWxCsattebqDI2Q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H8ofDclw0ZNQRKJoROow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DeIQgZjoqK5M8RqNCU4w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Rzjd47E6bJ_KwwHzi1Mw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vLZtYIPf6wY4ZUafaNTQ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jfNHQ5vI0YxBRgiJ5GTw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ANihjUJfUrHrXz.qeFEA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Q0gFYyhUXUrHHdCIXF6A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7f1PFeJIwQaR_UvSGMTA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ZtI3PBG6buPoeu_zNIFQ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fY9Vin_.9LUYr_CyVfGg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vT0EQ2hRt37T2g0_fmrQ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n_2xVgvdXgJOiTrJEPXw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poVMNkzX4ol3_Au9peDw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n6f2uAx_PDJlzMz_C1IA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4Qp0zktoRylk0js1h2zQ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GMbLDTxmEWbnkeO6aaPA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GxupLq8Y_hacUXpzAgIw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SxL94Gv7pMxHtEkW7Tyw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.0IsfueksYz2Z4k.G2bA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2EGdEIOwrNA96FOe0kaQ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A7Y9KQgB2wtPz3p2Y3HA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Tx9nthnM.Xvxz6ckqBGQ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iE4MyWOoENoxYIeoPoSw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9Tf4ZxuOSuISLH8i06Mrw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_PqyikQTETIe2PXc4woQg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n3zvwwAdaAub4SJaimpMg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0SGBON8TtDv5VkUrddfA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Ftg5UwJjM2q_yZ8RPPIA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TFy8gBstU1soBdgJJPcg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oYDwpsbLZWk5VihRoXfg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4CjIdtDhns_LWnnlHfRNw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1HdJZecqSzPBWUm0X.dA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xkqPqcAtAkHrfeVgcCqQ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K9ey6zk2czMrr1g.9Ngg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NO_CfxDsYAiIkCRENXLw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qz.2PW_CrdUmFLndqquQ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pUk0N0Yx6Y1gP6fpXz6g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GD7qmi_D7QNtyKsI_vGQ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03H2ypkv0_OAiYzSps7w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0J5AWVeJeZ5QknzfsBKQ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kqHzYBvoe0SJKDEQDU9g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WLdiv6HI73CwefdKNkOw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9GYSku88EjHHg53pdC4Q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TcGnYdhP0mFlECUGkMA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Y5InDjzv8ZUrTjbDfAJg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LRQew84.7gbJ9drQNFBg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KD6RGy2zj750gNmpEzNA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wC8CZH99hUlRpdaEu6WQ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FgfSL5hIzVB.F_S6o69A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ZoEMh7TD.IjP_EVvSpzQ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wEHARj9QXezZ03YLJx4g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_VtzXkKVSqaxUsI1R9.g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wLuoAhusQLQ3JtZPXq2g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.GUJfNrzBNM1ZaQ8aAvjA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81RbwA9dOW9FgMHJG4Xg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92u_ppOL.zV4WnFwSvng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98s0WuZkNWrVDc3ZrOo7Q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4lwQhbibyFdS4wRlvgrcA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8TyQULZuQYUSWrAGzKzA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_dOuDfSCJn2WmuybGc6A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ZodgEoC4z8lXmWOUhhhQ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r1U9t4v3CPnCQ6ss0ew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_jdTP8N_cvFwBA_ozaXQ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3SzDyDR1jBoLlj14Jj1A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rkAT1UUZAaB6bXxJ1cXA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s4HH5z1KF78KWUNR5abg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1JHWaVSqbV28.fdLjfog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aRsmRDLkl2FWTTBEHa8w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ndFbZIzAlGieOuUUbWig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wKmfz8qk0psTlW2ZSQ7w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zdydCdNGIrfNoBaln5ig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UmfRTXbpPa0u_3vmEwxQ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VCJteBuw7_0JG6cOYUNQ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qleZ8NXRrx0tNyVxAQbQ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RPvNWul1dFt10L5I2z0A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K5aiWsz1sivPSacSofeg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7tNw4vZ5I58TUuNJbbsQ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GaAM0McvuDv3F0iqUieg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kijkkeXbxflaYK6pgPiUQ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IZdgoeLKNi3A1u6nEC3aw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Sw4Os20ymREh1BzqsOHQ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N3LcU_FZ5cees1kBcdjIA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sFMvFGj3bbS6e8K933.Qw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e70ZJ97yQh6iUop3Pajg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s1ANVUmRCExeEPAUkquA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0SGBON8TtDv5VkUrddfA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K5aiWsz1sivPSacSofeg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VCJteBuw7_0JG6cOYUNQ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qleZ8NXRrx0tNyVxAQbQ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RPvNWul1dFt10L5I2z0A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7tNw4vZ5I58TUuNJbbsQ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GaAM0McvuDv3F0iqUieg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kijkkeXbxflaYK6pgPiUQ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WHJKxddOn7Y3ORTLw7mg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BMG5sjizsL88vK02h8Lg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rhutTRypF3Zv9AQ_pOLQ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3spOsr9Jk045wwJpAlqw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s1ANVUmRCExeEPAUkquA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N4w.O1nYSjNm7jUiZ34g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e70ZJ97yQh6iUop3Pajg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N3LcU_FZ5cees1kBcdjIA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_xW298YSkMWD1GVyCZOA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CvvciN8es6OAJGZFTh8w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3IWKyNIWTtOsuSSja2BA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vxQRhk.PfjKJuQapXRUA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ylpkioo5GmM.w5SV64WA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ehOc8tqDwGBKKy59.8ww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tW5eiL4vw5u3mwfIF85Q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G0i3JHidFHCDV8Zi5niw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NDtH7l9psNX04BgKbCkg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hAKZqkYElOS9wj.KRUyMA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IlCezi4PtSTNlyK5u0uA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06ytc3gIzq_q77FT7JXQQ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HDks750mcocU2c7E7T3Q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WF2edOJQwbc8muMRmMvA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pT73J4T2KkOOKBCWlYzSQ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9ixfxd301qatBYLLcxa3A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RHvT6aUYO4sTB7TFZw_w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0ZbbP1P9qV9q5As2k2_CQ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jXx2qR5odanUXM10thWA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jCTbtLbxpLfnaLhELQK9w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OOy6maz8cAuWuNas8ETg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JQhUKr9LArMlleTOF8oA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YHds35NuhYhxKxyWfDfg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DglGQQP85qzbe6y7RXjw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4E8TnuzBS7um4ZvKy3fg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88Yyh87i3rq4mrZVyD2Vw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YEO_PhdEuOCs_7JEhPlw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9S2jmLQC0ceUrMDo4Pcw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QIiOly0VlEvQUSW.B_7Q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WwxL.Pu6ULGmsicok3FA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_IOaerbBo7cZRudaD6xQ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8ZFB8WM46xmuGGZIs2cg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WzSSk9QXmc2RAwBdn.lQ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GymTfjh3hpvLUA.3GI2Q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gs3vTC2oharkKL3n_Apw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EultE4Ilt0k2mOadhurg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hvrvYk83PKF0fZYbkKZw"/>
</p:tagLst>
</file>

<file path=ppt/theme/theme1.xml><?xml version="1.0" encoding="utf-8"?>
<a:theme xmlns:a="http://schemas.openxmlformats.org/drawingml/2006/main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VK 2020">
      <a:majorFont>
        <a:latin typeface="VK Sans Display Medium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F Pro Text Light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smtClean="0"/>
        </a:defPPr>
      </a:lstStyle>
    </a:txDef>
  </a:objectDefaults>
  <a:extraClrSchemeLst/>
  <a:custClrLst>
    <a:custClr name="VK1">
      <a:srgbClr val="397ECC"/>
    </a:custClr>
    <a:custClr name="VK2">
      <a:srgbClr val="EE5C44"/>
    </a:custClr>
    <a:custClr name="VK3">
      <a:srgbClr val="F8C246"/>
    </a:custClr>
    <a:custClr name="VK4">
      <a:srgbClr val="E6457A"/>
    </a:custClr>
    <a:custClr name="VK5">
      <a:srgbClr val="EB4250"/>
    </a:custClr>
    <a:custClr name="VK6">
      <a:srgbClr val="EE5959"/>
    </a:custClr>
    <a:custClr name="VK7">
      <a:srgbClr val="FAEBEB"/>
    </a:custClr>
    <a:custClr name="VK8">
      <a:srgbClr val="52B34B"/>
    </a:custClr>
    <a:custClr name="VK9">
      <a:srgbClr val="65DA65"/>
    </a:custClr>
    <a:custClr name="VK10">
      <a:srgbClr val="63B9BA"/>
    </a:custClr>
    <a:custClr name="VK11">
      <a:srgbClr val="7A3AC0"/>
    </a:custClr>
    <a:custClr name="VK12">
      <a:srgbClr val="A997F9"/>
    </a:custClr>
    <a:custClr name="VK13">
      <a:srgbClr val="F4E7C3"/>
    </a:custClr>
    <a:custClr name="VK14">
      <a:srgbClr val="A99670"/>
    </a:custClr>
  </a:custClrLst>
  <a:extLst>
    <a:ext uri="{05A4C25C-085E-4340-85A3-A5531E510DB2}">
      <thm15:themeFamily xmlns:thm15="http://schemas.microsoft.com/office/thememl/2012/main" name="VK Tech Шаблон" id="{E95B11E8-05C6-AC43-A432-94BEFD79171C}" vid="{BD53731F-0274-AD4D-9672-16B3A4714F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VK 2020">
      <a:majorFont>
        <a:latin typeface="VK Sans Display Medium"/>
        <a:ea typeface="Arial"/>
        <a:cs typeface="Arial"/>
      </a:majorFont>
      <a:minorFont>
        <a:latin typeface="SF Pro Text Ligh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ppt/theme/theme4.xml><?xml version="1.0" encoding="utf-8"?>
<a:theme xmlns:a="http://schemas.openxmlformats.org/drawingml/2006/main" name="2_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VK 2020">
      <a:majorFont>
        <a:latin typeface="VK Sans Display Medium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F Pro Text Light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smtClean="0"/>
        </a:defPPr>
      </a:lstStyle>
    </a:txDef>
  </a:objectDefaults>
  <a:extraClrSchemeLst/>
  <a:custClrLst>
    <a:custClr name="VK1">
      <a:srgbClr val="397ECC"/>
    </a:custClr>
    <a:custClr name="VK2">
      <a:srgbClr val="EE5C44"/>
    </a:custClr>
    <a:custClr name="VK3">
      <a:srgbClr val="F8C246"/>
    </a:custClr>
    <a:custClr name="VK4">
      <a:srgbClr val="E6457A"/>
    </a:custClr>
    <a:custClr name="VK5">
      <a:srgbClr val="EB4250"/>
    </a:custClr>
    <a:custClr name="VK6">
      <a:srgbClr val="EE5959"/>
    </a:custClr>
    <a:custClr name="VK7">
      <a:srgbClr val="FAEBEB"/>
    </a:custClr>
    <a:custClr name="VK8">
      <a:srgbClr val="52B34B"/>
    </a:custClr>
    <a:custClr name="VK9">
      <a:srgbClr val="65DA65"/>
    </a:custClr>
    <a:custClr name="VK10">
      <a:srgbClr val="63B9BA"/>
    </a:custClr>
    <a:custClr name="VK11">
      <a:srgbClr val="7A3AC0"/>
    </a:custClr>
    <a:custClr name="VK12">
      <a:srgbClr val="A997F9"/>
    </a:custClr>
    <a:custClr name="VK13">
      <a:srgbClr val="F4E7C3"/>
    </a:custClr>
    <a:custClr name="VK14">
      <a:srgbClr val="A99670"/>
    </a:custClr>
  </a:custClrLst>
  <a:extLst>
    <a:ext uri="{05A4C25C-085E-4340-85A3-A5531E510DB2}">
      <thm15:themeFamily xmlns:thm15="http://schemas.microsoft.com/office/thememl/2012/main" name="VK Tech Шаблон" id="{E95B11E8-05C6-AC43-A432-94BEFD79171C}" vid="{BD53731F-0274-AD4D-9672-16B3A4714FD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 VK Tech Шаблон</Template>
  <TotalTime>5162</TotalTime>
  <Words>4899</Words>
  <Application>Microsoft Office PowerPoint</Application>
  <PresentationFormat>Widescreen</PresentationFormat>
  <Paragraphs>1038</Paragraphs>
  <Slides>35</Slides>
  <Notes>6</Notes>
  <HiddenSlides>13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Aptos</vt:lpstr>
      <vt:lpstr>Arial</vt:lpstr>
      <vt:lpstr>Calibri</vt:lpstr>
      <vt:lpstr>SF Pro Text Light</vt:lpstr>
      <vt:lpstr>SF Pro Text Light (Body)</vt:lpstr>
      <vt:lpstr>TT Commons</vt:lpstr>
      <vt:lpstr>VK Sans Display</vt:lpstr>
      <vt:lpstr>VK Sans Display DemiBold</vt:lpstr>
      <vt:lpstr>VK Sans Display Light</vt:lpstr>
      <vt:lpstr>VK Sans Display Medium</vt:lpstr>
      <vt:lpstr>Контентные</vt:lpstr>
      <vt:lpstr>Office Theme</vt:lpstr>
      <vt:lpstr>1_Контентные</vt:lpstr>
      <vt:lpstr>2_Контентные</vt:lpstr>
      <vt:lpstr>think-cell Slide</vt:lpstr>
      <vt:lpstr>Стратегия развития  VK WorkSpace</vt:lpstr>
      <vt:lpstr>Ожидаем рост выручки российских игроков &gt;20% год к году на рынке Communication &amp; Collaboration</vt:lpstr>
      <vt:lpstr>Ставим себе амбициозную цель – быть одним из лидеров на всех рынках присутствия</vt:lpstr>
      <vt:lpstr>Прогноз:  выручка от VK WorkSpace SaaS будет расти быстрее, чем от on-prem</vt:lpstr>
      <vt:lpstr>Заработаем в 2027 г., сохранив долю рынка – 7,3 млрд руб.; дополнительно необходимы инициативы на 9,1 млрд руб.</vt:lpstr>
      <vt:lpstr>PowerPoint Presentation</vt:lpstr>
      <vt:lpstr>PowerPoint Presentation</vt:lpstr>
      <vt:lpstr>PowerPoint Presentation</vt:lpstr>
      <vt:lpstr>1. Стабильность, Эксплуатируемость, Управляемость</vt:lpstr>
      <vt:lpstr>2. Информационная безопасность</vt:lpstr>
      <vt:lpstr>3. Новые функции</vt:lpstr>
      <vt:lpstr>4. Новые продукты</vt:lpstr>
      <vt:lpstr>5. Развитие продаж</vt:lpstr>
      <vt:lpstr>5 ключевых инициатив</vt:lpstr>
      <vt:lpstr>PowerPoint Presentation</vt:lpstr>
      <vt:lpstr>Приложение 1.  Перечень проектов в каждой инициативе</vt:lpstr>
      <vt:lpstr>Проекты инициативы 1. Стабильность и эксплуатируемость</vt:lpstr>
      <vt:lpstr>Проекты инициативы 2. Информационная безопасность</vt:lpstr>
      <vt:lpstr>Проекты инициативы 3. Новые функции</vt:lpstr>
      <vt:lpstr>Проекты инициативы 4. Новые продукты в линейке</vt:lpstr>
      <vt:lpstr>Проекты инициативы 5. Новые инициативы</vt:lpstr>
      <vt:lpstr>Спасибо!</vt:lpstr>
      <vt:lpstr>Приложение.  Рынки продуктов VK 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 сохранении текущей доли среди РФ-решений VK WorkSpace достигнет 7,3 млрд руб. в 2027 году</vt:lpstr>
      <vt:lpstr>Дополнительно можем заработать ~1 млрд руб. за счет трекеров и досок для совместной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Titov Vasilii</dc:creator>
  <cp:lastModifiedBy>Titov Vasilii</cp:lastModifiedBy>
  <cp:revision>1648</cp:revision>
  <dcterms:created xsi:type="dcterms:W3CDTF">2024-10-29T09:52:22Z</dcterms:created>
  <dcterms:modified xsi:type="dcterms:W3CDTF">2024-12-16T09:44:28Z</dcterms:modified>
</cp:coreProperties>
</file>